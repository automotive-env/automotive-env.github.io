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660000" cy="277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ite-paper-canvas" descr="white-paper-canvas"/>
          <p:cNvSpPr/>
          <p:nvPr/>
        </p:nvSpPr>
        <p:spPr>
          <a:xfrm>
            <a:off x="0" y="0"/>
            <a:ext cx="6660000" cy="2775000"/>
          </a:xfrm>
          <a:prstGeom prst="rect">
            <a:avLst/>
          </a:prstGeom>
          <a:solidFill>
            <a:srgbClr val="FFFFFF"/>
          </a:solidFill>
          <a:ln w="5550" cap="rnd" cmpd="sng">
            <a:noFill/>
            <a:round/>
          </a:ln>
          <a:effectLst/>
        </p:spPr>
      </p:sp>
      <p:grpSp>
        <p:nvGrpSpPr>
          <p:cNvPr id="3" name="semantic-region-backgrounds"/>
          <p:cNvGrpSpPr/>
          <p:nvPr/>
        </p:nvGrpSpPr>
        <p:grpSpPr>
          <a:xfrm>
            <a:off x="1942500" y="288600"/>
            <a:ext cx="4639800" cy="2430900"/>
            <a:chOff x="1942500" y="288600"/>
            <a:chExt cx="4639800" cy="2430900"/>
          </a:xfrm>
        </p:grpSpPr>
        <p:sp>
          <p:nvSpPr>
            <p:cNvPr id="4" name="simulated-aaos-region" descr="Human component: dvct-rounded-shell"/>
            <p:cNvSpPr/>
            <p:nvPr/>
          </p:nvSpPr>
          <p:spPr>
            <a:xfrm>
              <a:off x="1942500" y="288600"/>
              <a:ext cx="4639800" cy="1487400"/>
            </a:xfrm>
            <a:prstGeom prst="roundRect">
              <a:avLst>
                <a:gd name="adj" fmla="val 5597"/>
              </a:avLst>
            </a:prstGeom>
            <a:gradFill rotWithShape="1">
              <a:gsLst>
                <a:gs pos="0">
                  <a:srgbClr val="F2F9FF"/>
                </a:gs>
                <a:gs pos="100000">
                  <a:srgbClr val="EEF7FC"/>
                </a:gs>
              </a:gsLst>
              <a:lin ang="5400000" scaled="1"/>
            </a:gradFill>
            <a:ln w="12210" cap="rnd" cmpd="sng">
              <a:solidFill>
                <a:srgbClr val="73ABDF"/>
              </a:solidFill>
              <a:round/>
            </a:ln>
            <a:effectLst/>
          </p:spPr>
        </p:sp>
        <p:sp>
          <p:nvSpPr>
            <p:cNvPr id="5" name="post-episode-evaluation-region" descr="Human component: dvct-rounded-shell"/>
            <p:cNvSpPr/>
            <p:nvPr/>
          </p:nvSpPr>
          <p:spPr>
            <a:xfrm>
              <a:off x="2136750" y="1959150"/>
              <a:ext cx="4445550" cy="760350"/>
            </a:xfrm>
            <a:prstGeom prst="roundRect">
              <a:avLst>
                <a:gd name="adj" fmla="val 10949"/>
              </a:avLst>
            </a:prstGeom>
            <a:gradFill rotWithShape="1">
              <a:gsLst>
                <a:gs pos="0">
                  <a:srgbClr val="F4FAEF"/>
                </a:gs>
                <a:gs pos="100000">
                  <a:srgbClr val="F0F8EC"/>
                </a:gs>
              </a:gsLst>
              <a:lin ang="5400000" scaled="1"/>
            </a:gradFill>
            <a:ln w="12210" cap="rnd" cmpd="sng">
              <a:solidFill>
                <a:srgbClr val="91B878"/>
              </a:solidFill>
              <a:round/>
            </a:ln>
            <a:effectLst/>
          </p:spPr>
        </p:sp>
      </p:grpSp>
      <p:grpSp>
        <p:nvGrpSpPr>
          <p:cNvPr id="6" name="task-definition-sheet"/>
          <p:cNvGrpSpPr/>
          <p:nvPr/>
        </p:nvGrpSpPr>
        <p:grpSpPr>
          <a:xfrm>
            <a:off x="83250" y="377400"/>
            <a:ext cx="1282050" cy="1187700"/>
            <a:chOff x="83250" y="377400"/>
            <a:chExt cx="1282050" cy="1187700"/>
          </a:xfrm>
        </p:grpSpPr>
        <p:sp>
          <p:nvSpPr>
            <p:cNvPr id="7" name="task-sheet" descr="task-sheet"/>
            <p:cNvSpPr/>
            <p:nvPr/>
          </p:nvSpPr>
          <p:spPr>
            <a:xfrm>
              <a:off x="83250" y="377400"/>
              <a:ext cx="1282050" cy="1187700"/>
            </a:xfrm>
            <a:custGeom>
              <a:avLst/>
              <a:gdLst/>
              <a:ahLst/>
              <a:cxnLst/>
              <a:rect l="0" t="0" r="r" b="b"/>
              <a:pathLst>
                <a:path w="231000" h="214000">
                  <a:moveTo>
                    <a:pt x="15000" y="0"/>
                  </a:moveTo>
                  <a:lnTo>
                    <a:pt x="176000" y="0"/>
                  </a:lnTo>
                  <a:cubicBezTo>
                    <a:pt x="181000" y="0"/>
                    <a:pt x="183000" y="3000"/>
                    <a:pt x="187000" y="8000"/>
                  </a:cubicBezTo>
                  <a:lnTo>
                    <a:pt x="226000" y="34000"/>
                  </a:lnTo>
                  <a:cubicBezTo>
                    <a:pt x="230000" y="39000"/>
                    <a:pt x="231000" y="42000"/>
                    <a:pt x="231000" y="48000"/>
                  </a:cubicBezTo>
                  <a:lnTo>
                    <a:pt x="231000" y="197000"/>
                  </a:lnTo>
                  <a:cubicBezTo>
                    <a:pt x="231000" y="209000"/>
                    <a:pt x="224000" y="214000"/>
                    <a:pt x="212000" y="214000"/>
                  </a:cubicBezTo>
                  <a:lnTo>
                    <a:pt x="17000" y="214000"/>
                  </a:lnTo>
                  <a:cubicBezTo>
                    <a:pt x="5000" y="214000"/>
                    <a:pt x="0" y="207000"/>
                    <a:pt x="0" y="196000"/>
                  </a:cubicBezTo>
                  <a:lnTo>
                    <a:pt x="0" y="19000"/>
                  </a:lnTo>
                  <a:cubicBezTo>
                    <a:pt x="0" y="7000"/>
                    <a:pt x="5000" y="0"/>
                    <a:pt x="15000" y="0"/>
                  </a:cubicBezTo>
                  <a:close/>
                </a:path>
              </a:pathLst>
            </a:custGeom>
            <a:solidFill>
              <a:srgbClr val="FFF6EC"/>
            </a:solidFill>
            <a:ln w="15540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8" name="task-sheet-fold" descr="task-sheet-fold"/>
            <p:cNvSpPr/>
            <p:nvPr/>
          </p:nvSpPr>
          <p:spPr>
            <a:xfrm>
              <a:off x="1093350" y="399600"/>
              <a:ext cx="249750" cy="194250"/>
            </a:xfrm>
            <a:custGeom>
              <a:avLst/>
              <a:gdLst/>
              <a:ahLst/>
              <a:cxnLst/>
              <a:rect l="0" t="0" r="r" b="b"/>
              <a:pathLst>
                <a:path w="45000" h="35000">
                  <a:moveTo>
                    <a:pt x="0" y="0"/>
                  </a:moveTo>
                  <a:lnTo>
                    <a:pt x="0" y="29000"/>
                  </a:lnTo>
                  <a:cubicBezTo>
                    <a:pt x="0" y="33000"/>
                    <a:pt x="4000" y="35000"/>
                    <a:pt x="9000" y="35000"/>
                  </a:cubicBezTo>
                  <a:lnTo>
                    <a:pt x="45000" y="35000"/>
                  </a:lnTo>
                </a:path>
              </a:pathLst>
            </a:custGeom>
            <a:noFill/>
            <a:ln w="12210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9" name="task-total" descr="420 tasks"/>
            <p:cNvSpPr/>
            <p:nvPr/>
          </p:nvSpPr>
          <p:spPr>
            <a:xfrm>
              <a:off x="178403" y="495226"/>
              <a:ext cx="682901" cy="114532"/>
            </a:xfrm>
            <a:custGeom>
              <a:avLst/>
              <a:gdLst/>
              <a:ahLst/>
              <a:cxnLst/>
              <a:rect l="0" t="0" r="r" b="b"/>
              <a:pathLst>
                <a:path w="123045" h="20636">
                  <a:moveTo>
                    <a:pt x="10922" y="19059"/>
                  </a:moveTo>
                  <a:lnTo>
                    <a:pt x="10922" y="15965"/>
                  </a:lnTo>
                  <a:cubicBezTo>
                    <a:pt x="11231" y="15985"/>
                    <a:pt x="11494" y="15990"/>
                    <a:pt x="11710" y="15980"/>
                  </a:cubicBezTo>
                  <a:cubicBezTo>
                    <a:pt x="11927" y="15970"/>
                    <a:pt x="12169" y="15965"/>
                    <a:pt x="12438" y="15965"/>
                  </a:cubicBezTo>
                  <a:cubicBezTo>
                    <a:pt x="13407" y="15717"/>
                    <a:pt x="13892" y="15253"/>
                    <a:pt x="13892" y="14572"/>
                  </a:cubicBezTo>
                  <a:cubicBezTo>
                    <a:pt x="13892" y="13974"/>
                    <a:pt x="13448" y="13510"/>
                    <a:pt x="12561" y="13180"/>
                  </a:cubicBezTo>
                  <a:lnTo>
                    <a:pt x="10922" y="13180"/>
                  </a:lnTo>
                  <a:lnTo>
                    <a:pt x="10922" y="9777"/>
                  </a:lnTo>
                  <a:cubicBezTo>
                    <a:pt x="10818" y="9364"/>
                    <a:pt x="10628" y="9060"/>
                    <a:pt x="10349" y="8864"/>
                  </a:cubicBezTo>
                  <a:cubicBezTo>
                    <a:pt x="10071" y="8668"/>
                    <a:pt x="9746" y="8570"/>
                    <a:pt x="9375" y="8570"/>
                  </a:cubicBezTo>
                  <a:cubicBezTo>
                    <a:pt x="8632" y="8570"/>
                    <a:pt x="8137" y="9003"/>
                    <a:pt x="7890" y="9870"/>
                  </a:cubicBezTo>
                  <a:lnTo>
                    <a:pt x="7890" y="13149"/>
                  </a:lnTo>
                  <a:lnTo>
                    <a:pt x="3960" y="13056"/>
                  </a:lnTo>
                  <a:lnTo>
                    <a:pt x="6714" y="8323"/>
                  </a:lnTo>
                  <a:cubicBezTo>
                    <a:pt x="7188" y="7477"/>
                    <a:pt x="7663" y="6647"/>
                    <a:pt x="8137" y="5832"/>
                  </a:cubicBezTo>
                  <a:cubicBezTo>
                    <a:pt x="8611" y="5017"/>
                    <a:pt x="9086" y="4197"/>
                    <a:pt x="9560" y="3372"/>
                  </a:cubicBezTo>
                  <a:cubicBezTo>
                    <a:pt x="9705" y="3104"/>
                    <a:pt x="9777" y="2877"/>
                    <a:pt x="9777" y="2692"/>
                  </a:cubicBezTo>
                  <a:cubicBezTo>
                    <a:pt x="9777" y="2279"/>
                    <a:pt x="9622" y="1949"/>
                    <a:pt x="9313" y="1702"/>
                  </a:cubicBezTo>
                  <a:cubicBezTo>
                    <a:pt x="9003" y="1454"/>
                    <a:pt x="8673" y="1330"/>
                    <a:pt x="8323" y="1330"/>
                  </a:cubicBezTo>
                  <a:cubicBezTo>
                    <a:pt x="7704" y="1330"/>
                    <a:pt x="7219" y="1599"/>
                    <a:pt x="6869" y="2135"/>
                  </a:cubicBezTo>
                  <a:lnTo>
                    <a:pt x="4362" y="6466"/>
                  </a:lnTo>
                  <a:cubicBezTo>
                    <a:pt x="3641" y="7704"/>
                    <a:pt x="2919" y="8947"/>
                    <a:pt x="2197" y="10194"/>
                  </a:cubicBezTo>
                  <a:cubicBezTo>
                    <a:pt x="1475" y="11442"/>
                    <a:pt x="763" y="12706"/>
                    <a:pt x="62" y="13985"/>
                  </a:cubicBezTo>
                  <a:cubicBezTo>
                    <a:pt x="21" y="14191"/>
                    <a:pt x="0" y="14325"/>
                    <a:pt x="0" y="14387"/>
                  </a:cubicBezTo>
                  <a:cubicBezTo>
                    <a:pt x="0" y="15253"/>
                    <a:pt x="516" y="15727"/>
                    <a:pt x="1547" y="15810"/>
                  </a:cubicBezTo>
                  <a:lnTo>
                    <a:pt x="7890" y="15903"/>
                  </a:lnTo>
                  <a:lnTo>
                    <a:pt x="7890" y="19182"/>
                  </a:lnTo>
                  <a:cubicBezTo>
                    <a:pt x="7951" y="19698"/>
                    <a:pt x="8127" y="20069"/>
                    <a:pt x="8415" y="20296"/>
                  </a:cubicBezTo>
                  <a:cubicBezTo>
                    <a:pt x="8704" y="20523"/>
                    <a:pt x="9024" y="20636"/>
                    <a:pt x="9375" y="20636"/>
                  </a:cubicBezTo>
                  <a:cubicBezTo>
                    <a:pt x="9787" y="20636"/>
                    <a:pt x="10143" y="20508"/>
                    <a:pt x="10442" y="20250"/>
                  </a:cubicBezTo>
                  <a:cubicBezTo>
                    <a:pt x="10741" y="19992"/>
                    <a:pt x="10901" y="19595"/>
                    <a:pt x="10922" y="19059"/>
                  </a:cubicBezTo>
                  <a:close/>
                  <a:moveTo>
                    <a:pt x="23576" y="3775"/>
                  </a:moveTo>
                  <a:cubicBezTo>
                    <a:pt x="23988" y="3878"/>
                    <a:pt x="24339" y="4161"/>
                    <a:pt x="24628" y="4625"/>
                  </a:cubicBezTo>
                  <a:cubicBezTo>
                    <a:pt x="24916" y="5090"/>
                    <a:pt x="25061" y="5548"/>
                    <a:pt x="25061" y="6002"/>
                  </a:cubicBezTo>
                  <a:cubicBezTo>
                    <a:pt x="25061" y="6559"/>
                    <a:pt x="24958" y="7044"/>
                    <a:pt x="24751" y="7456"/>
                  </a:cubicBezTo>
                  <a:cubicBezTo>
                    <a:pt x="24545" y="7869"/>
                    <a:pt x="24272" y="8245"/>
                    <a:pt x="23931" y="8586"/>
                  </a:cubicBezTo>
                  <a:cubicBezTo>
                    <a:pt x="23591" y="8926"/>
                    <a:pt x="23210" y="9225"/>
                    <a:pt x="22787" y="9483"/>
                  </a:cubicBezTo>
                  <a:cubicBezTo>
                    <a:pt x="22364" y="9741"/>
                    <a:pt x="21946" y="9993"/>
                    <a:pt x="21534" y="10241"/>
                  </a:cubicBezTo>
                  <a:cubicBezTo>
                    <a:pt x="21204" y="10447"/>
                    <a:pt x="20879" y="10643"/>
                    <a:pt x="20559" y="10829"/>
                  </a:cubicBezTo>
                  <a:cubicBezTo>
                    <a:pt x="20239" y="11014"/>
                    <a:pt x="19997" y="11179"/>
                    <a:pt x="19832" y="11324"/>
                  </a:cubicBezTo>
                  <a:cubicBezTo>
                    <a:pt x="19296" y="11757"/>
                    <a:pt x="18847" y="12236"/>
                    <a:pt x="18486" y="12762"/>
                  </a:cubicBezTo>
                  <a:cubicBezTo>
                    <a:pt x="18125" y="13288"/>
                    <a:pt x="17831" y="13850"/>
                    <a:pt x="17604" y="14449"/>
                  </a:cubicBezTo>
                  <a:cubicBezTo>
                    <a:pt x="17378" y="15047"/>
                    <a:pt x="17202" y="15671"/>
                    <a:pt x="17078" y="16320"/>
                  </a:cubicBezTo>
                  <a:cubicBezTo>
                    <a:pt x="16955" y="16970"/>
                    <a:pt x="16862" y="17635"/>
                    <a:pt x="16800" y="18316"/>
                  </a:cubicBezTo>
                  <a:cubicBezTo>
                    <a:pt x="16903" y="19244"/>
                    <a:pt x="17419" y="19760"/>
                    <a:pt x="18347" y="19863"/>
                  </a:cubicBezTo>
                  <a:lnTo>
                    <a:pt x="25618" y="19863"/>
                  </a:lnTo>
                  <a:cubicBezTo>
                    <a:pt x="26340" y="19863"/>
                    <a:pt x="26974" y="19683"/>
                    <a:pt x="27520" y="19322"/>
                  </a:cubicBezTo>
                  <a:cubicBezTo>
                    <a:pt x="28067" y="18961"/>
                    <a:pt x="28547" y="18512"/>
                    <a:pt x="28959" y="17976"/>
                  </a:cubicBezTo>
                  <a:cubicBezTo>
                    <a:pt x="29021" y="17893"/>
                    <a:pt x="29083" y="17790"/>
                    <a:pt x="29145" y="17666"/>
                  </a:cubicBezTo>
                  <a:cubicBezTo>
                    <a:pt x="29207" y="17543"/>
                    <a:pt x="29238" y="17367"/>
                    <a:pt x="29238" y="17140"/>
                  </a:cubicBezTo>
                  <a:cubicBezTo>
                    <a:pt x="29238" y="16769"/>
                    <a:pt x="29098" y="16444"/>
                    <a:pt x="28820" y="16166"/>
                  </a:cubicBezTo>
                  <a:cubicBezTo>
                    <a:pt x="28541" y="15887"/>
                    <a:pt x="28186" y="15748"/>
                    <a:pt x="27752" y="15748"/>
                  </a:cubicBezTo>
                  <a:cubicBezTo>
                    <a:pt x="27608" y="15748"/>
                    <a:pt x="27464" y="15758"/>
                    <a:pt x="27319" y="15779"/>
                  </a:cubicBezTo>
                  <a:cubicBezTo>
                    <a:pt x="27175" y="15800"/>
                    <a:pt x="27041" y="15841"/>
                    <a:pt x="26917" y="15903"/>
                  </a:cubicBezTo>
                  <a:cubicBezTo>
                    <a:pt x="26793" y="15965"/>
                    <a:pt x="26685" y="16052"/>
                    <a:pt x="26592" y="16166"/>
                  </a:cubicBezTo>
                  <a:cubicBezTo>
                    <a:pt x="26499" y="16279"/>
                    <a:pt x="26407" y="16387"/>
                    <a:pt x="26314" y="16491"/>
                  </a:cubicBezTo>
                  <a:cubicBezTo>
                    <a:pt x="26221" y="16594"/>
                    <a:pt x="26113" y="16687"/>
                    <a:pt x="25989" y="16769"/>
                  </a:cubicBezTo>
                  <a:cubicBezTo>
                    <a:pt x="25865" y="16852"/>
                    <a:pt x="25710" y="16903"/>
                    <a:pt x="25525" y="16924"/>
                  </a:cubicBezTo>
                  <a:lnTo>
                    <a:pt x="20049" y="16924"/>
                  </a:lnTo>
                  <a:cubicBezTo>
                    <a:pt x="20152" y="16284"/>
                    <a:pt x="20327" y="15727"/>
                    <a:pt x="20575" y="15253"/>
                  </a:cubicBezTo>
                  <a:cubicBezTo>
                    <a:pt x="20822" y="14779"/>
                    <a:pt x="21116" y="14366"/>
                    <a:pt x="21456" y="14015"/>
                  </a:cubicBezTo>
                  <a:cubicBezTo>
                    <a:pt x="21797" y="13665"/>
                    <a:pt x="22163" y="13355"/>
                    <a:pt x="22555" y="13087"/>
                  </a:cubicBezTo>
                  <a:cubicBezTo>
                    <a:pt x="22947" y="12819"/>
                    <a:pt x="23349" y="12561"/>
                    <a:pt x="23761" y="12314"/>
                  </a:cubicBezTo>
                  <a:cubicBezTo>
                    <a:pt x="24277" y="12004"/>
                    <a:pt x="24798" y="11659"/>
                    <a:pt x="25324" y="11277"/>
                  </a:cubicBezTo>
                  <a:cubicBezTo>
                    <a:pt x="25850" y="10896"/>
                    <a:pt x="26319" y="10468"/>
                    <a:pt x="26731" y="9993"/>
                  </a:cubicBezTo>
                  <a:cubicBezTo>
                    <a:pt x="27144" y="9519"/>
                    <a:pt x="27484" y="8993"/>
                    <a:pt x="27752" y="8415"/>
                  </a:cubicBezTo>
                  <a:cubicBezTo>
                    <a:pt x="28021" y="7838"/>
                    <a:pt x="28155" y="7209"/>
                    <a:pt x="28155" y="6528"/>
                  </a:cubicBezTo>
                  <a:cubicBezTo>
                    <a:pt x="28155" y="5683"/>
                    <a:pt x="28026" y="4909"/>
                    <a:pt x="27768" y="4208"/>
                  </a:cubicBezTo>
                  <a:cubicBezTo>
                    <a:pt x="27510" y="3506"/>
                    <a:pt x="27159" y="2903"/>
                    <a:pt x="26716" y="2398"/>
                  </a:cubicBezTo>
                  <a:cubicBezTo>
                    <a:pt x="26273" y="1892"/>
                    <a:pt x="25752" y="1501"/>
                    <a:pt x="25154" y="1222"/>
                  </a:cubicBezTo>
                  <a:cubicBezTo>
                    <a:pt x="24555" y="944"/>
                    <a:pt x="23916" y="804"/>
                    <a:pt x="23235" y="804"/>
                  </a:cubicBezTo>
                  <a:cubicBezTo>
                    <a:pt x="22637" y="804"/>
                    <a:pt x="22055" y="897"/>
                    <a:pt x="21487" y="1083"/>
                  </a:cubicBezTo>
                  <a:cubicBezTo>
                    <a:pt x="20920" y="1269"/>
                    <a:pt x="20379" y="1516"/>
                    <a:pt x="19863" y="1825"/>
                  </a:cubicBezTo>
                  <a:cubicBezTo>
                    <a:pt x="19347" y="2135"/>
                    <a:pt x="18857" y="2491"/>
                    <a:pt x="18393" y="2893"/>
                  </a:cubicBezTo>
                  <a:cubicBezTo>
                    <a:pt x="17929" y="3295"/>
                    <a:pt x="17501" y="3702"/>
                    <a:pt x="17109" y="4115"/>
                  </a:cubicBezTo>
                  <a:cubicBezTo>
                    <a:pt x="16903" y="4445"/>
                    <a:pt x="16800" y="4775"/>
                    <a:pt x="16800" y="5105"/>
                  </a:cubicBezTo>
                  <a:cubicBezTo>
                    <a:pt x="16800" y="5517"/>
                    <a:pt x="16934" y="5853"/>
                    <a:pt x="17202" y="6110"/>
                  </a:cubicBezTo>
                  <a:cubicBezTo>
                    <a:pt x="17470" y="6368"/>
                    <a:pt x="17811" y="6497"/>
                    <a:pt x="18223" y="6497"/>
                  </a:cubicBezTo>
                  <a:cubicBezTo>
                    <a:pt x="18677" y="6497"/>
                    <a:pt x="19079" y="6353"/>
                    <a:pt x="19430" y="6064"/>
                  </a:cubicBezTo>
                  <a:cubicBezTo>
                    <a:pt x="20028" y="5445"/>
                    <a:pt x="20667" y="4909"/>
                    <a:pt x="21348" y="4455"/>
                  </a:cubicBezTo>
                  <a:cubicBezTo>
                    <a:pt x="22029" y="4001"/>
                    <a:pt x="22771" y="3775"/>
                    <a:pt x="23576" y="3775"/>
                  </a:cubicBezTo>
                  <a:close/>
                  <a:moveTo>
                    <a:pt x="45728" y="12654"/>
                  </a:moveTo>
                  <a:lnTo>
                    <a:pt x="45728" y="12623"/>
                  </a:lnTo>
                  <a:cubicBezTo>
                    <a:pt x="45769" y="12231"/>
                    <a:pt x="45806" y="11829"/>
                    <a:pt x="45836" y="11417"/>
                  </a:cubicBezTo>
                  <a:cubicBezTo>
                    <a:pt x="45867" y="11004"/>
                    <a:pt x="45883" y="10581"/>
                    <a:pt x="45883" y="10148"/>
                  </a:cubicBezTo>
                  <a:cubicBezTo>
                    <a:pt x="45883" y="8910"/>
                    <a:pt x="45697" y="7642"/>
                    <a:pt x="45326" y="6343"/>
                  </a:cubicBezTo>
                  <a:cubicBezTo>
                    <a:pt x="44955" y="5043"/>
                    <a:pt x="44357" y="3919"/>
                    <a:pt x="43531" y="2970"/>
                  </a:cubicBezTo>
                  <a:cubicBezTo>
                    <a:pt x="43243" y="2681"/>
                    <a:pt x="42877" y="2393"/>
                    <a:pt x="42433" y="2104"/>
                  </a:cubicBezTo>
                  <a:cubicBezTo>
                    <a:pt x="41990" y="1815"/>
                    <a:pt x="41562" y="1568"/>
                    <a:pt x="41149" y="1361"/>
                  </a:cubicBezTo>
                  <a:cubicBezTo>
                    <a:pt x="40737" y="1176"/>
                    <a:pt x="40298" y="1067"/>
                    <a:pt x="39834" y="1036"/>
                  </a:cubicBezTo>
                  <a:cubicBezTo>
                    <a:pt x="39370" y="1006"/>
                    <a:pt x="38891" y="1000"/>
                    <a:pt x="38396" y="1021"/>
                  </a:cubicBezTo>
                  <a:cubicBezTo>
                    <a:pt x="37364" y="1062"/>
                    <a:pt x="36446" y="1346"/>
                    <a:pt x="35642" y="1872"/>
                  </a:cubicBezTo>
                  <a:cubicBezTo>
                    <a:pt x="34838" y="2398"/>
                    <a:pt x="34152" y="3048"/>
                    <a:pt x="33585" y="3821"/>
                  </a:cubicBezTo>
                  <a:cubicBezTo>
                    <a:pt x="33017" y="4594"/>
                    <a:pt x="32558" y="5445"/>
                    <a:pt x="32208" y="6373"/>
                  </a:cubicBezTo>
                  <a:cubicBezTo>
                    <a:pt x="31857" y="7302"/>
                    <a:pt x="31620" y="8189"/>
                    <a:pt x="31496" y="9034"/>
                  </a:cubicBezTo>
                  <a:cubicBezTo>
                    <a:pt x="31434" y="9447"/>
                    <a:pt x="31383" y="9875"/>
                    <a:pt x="31341" y="10318"/>
                  </a:cubicBezTo>
                  <a:cubicBezTo>
                    <a:pt x="31300" y="10762"/>
                    <a:pt x="31280" y="11200"/>
                    <a:pt x="31280" y="11633"/>
                  </a:cubicBezTo>
                  <a:cubicBezTo>
                    <a:pt x="31280" y="12809"/>
                    <a:pt x="31445" y="13985"/>
                    <a:pt x="31775" y="15160"/>
                  </a:cubicBezTo>
                  <a:cubicBezTo>
                    <a:pt x="32105" y="16336"/>
                    <a:pt x="32631" y="17419"/>
                    <a:pt x="33352" y="18409"/>
                  </a:cubicBezTo>
                  <a:cubicBezTo>
                    <a:pt x="33579" y="18759"/>
                    <a:pt x="33868" y="19048"/>
                    <a:pt x="34219" y="19275"/>
                  </a:cubicBezTo>
                  <a:cubicBezTo>
                    <a:pt x="34569" y="19502"/>
                    <a:pt x="34941" y="19708"/>
                    <a:pt x="35333" y="19894"/>
                  </a:cubicBezTo>
                  <a:lnTo>
                    <a:pt x="35673" y="20080"/>
                  </a:lnTo>
                  <a:cubicBezTo>
                    <a:pt x="36024" y="20265"/>
                    <a:pt x="36385" y="20394"/>
                    <a:pt x="36756" y="20466"/>
                  </a:cubicBezTo>
                  <a:cubicBezTo>
                    <a:pt x="37127" y="20538"/>
                    <a:pt x="37498" y="20575"/>
                    <a:pt x="37870" y="20575"/>
                  </a:cubicBezTo>
                  <a:cubicBezTo>
                    <a:pt x="38076" y="20575"/>
                    <a:pt x="38292" y="20569"/>
                    <a:pt x="38519" y="20559"/>
                  </a:cubicBezTo>
                  <a:cubicBezTo>
                    <a:pt x="38746" y="20549"/>
                    <a:pt x="38952" y="20523"/>
                    <a:pt x="39138" y="20482"/>
                  </a:cubicBezTo>
                  <a:cubicBezTo>
                    <a:pt x="40025" y="20358"/>
                    <a:pt x="40829" y="20018"/>
                    <a:pt x="41551" y="19461"/>
                  </a:cubicBezTo>
                  <a:cubicBezTo>
                    <a:pt x="42273" y="18904"/>
                    <a:pt x="42913" y="18249"/>
                    <a:pt x="43470" y="17496"/>
                  </a:cubicBezTo>
                  <a:cubicBezTo>
                    <a:pt x="44027" y="16743"/>
                    <a:pt x="44496" y="15934"/>
                    <a:pt x="44877" y="15067"/>
                  </a:cubicBezTo>
                  <a:cubicBezTo>
                    <a:pt x="45259" y="14201"/>
                    <a:pt x="45543" y="13397"/>
                    <a:pt x="45728" y="12654"/>
                  </a:cubicBezTo>
                  <a:close/>
                  <a:moveTo>
                    <a:pt x="42696" y="12283"/>
                  </a:moveTo>
                  <a:lnTo>
                    <a:pt x="42665" y="12469"/>
                  </a:lnTo>
                  <a:cubicBezTo>
                    <a:pt x="42521" y="13129"/>
                    <a:pt x="42320" y="13758"/>
                    <a:pt x="42062" y="14356"/>
                  </a:cubicBezTo>
                  <a:cubicBezTo>
                    <a:pt x="41804" y="14954"/>
                    <a:pt x="41479" y="15495"/>
                    <a:pt x="41087" y="15980"/>
                  </a:cubicBezTo>
                  <a:cubicBezTo>
                    <a:pt x="40695" y="16465"/>
                    <a:pt x="40242" y="16872"/>
                    <a:pt x="39726" y="17202"/>
                  </a:cubicBezTo>
                  <a:cubicBezTo>
                    <a:pt x="39210" y="17532"/>
                    <a:pt x="38612" y="17749"/>
                    <a:pt x="37931" y="17852"/>
                  </a:cubicBezTo>
                  <a:cubicBezTo>
                    <a:pt x="37519" y="17749"/>
                    <a:pt x="37127" y="17625"/>
                    <a:pt x="36756" y="17481"/>
                  </a:cubicBezTo>
                  <a:cubicBezTo>
                    <a:pt x="36385" y="17336"/>
                    <a:pt x="36024" y="17068"/>
                    <a:pt x="35673" y="16676"/>
                  </a:cubicBezTo>
                  <a:cubicBezTo>
                    <a:pt x="35199" y="16119"/>
                    <a:pt x="34848" y="15403"/>
                    <a:pt x="34621" y="14526"/>
                  </a:cubicBezTo>
                  <a:cubicBezTo>
                    <a:pt x="34394" y="13649"/>
                    <a:pt x="34281" y="12716"/>
                    <a:pt x="34281" y="11726"/>
                  </a:cubicBezTo>
                  <a:cubicBezTo>
                    <a:pt x="34281" y="11045"/>
                    <a:pt x="34332" y="10365"/>
                    <a:pt x="34435" y="9684"/>
                  </a:cubicBezTo>
                  <a:cubicBezTo>
                    <a:pt x="34538" y="9003"/>
                    <a:pt x="34693" y="8354"/>
                    <a:pt x="34899" y="7735"/>
                  </a:cubicBezTo>
                  <a:cubicBezTo>
                    <a:pt x="35106" y="7116"/>
                    <a:pt x="35348" y="6549"/>
                    <a:pt x="35627" y="6033"/>
                  </a:cubicBezTo>
                  <a:cubicBezTo>
                    <a:pt x="35905" y="5517"/>
                    <a:pt x="36230" y="5084"/>
                    <a:pt x="36601" y="4734"/>
                  </a:cubicBezTo>
                  <a:cubicBezTo>
                    <a:pt x="36952" y="4424"/>
                    <a:pt x="37328" y="4182"/>
                    <a:pt x="37730" y="4007"/>
                  </a:cubicBezTo>
                  <a:cubicBezTo>
                    <a:pt x="38133" y="3831"/>
                    <a:pt x="38530" y="3744"/>
                    <a:pt x="38922" y="3744"/>
                  </a:cubicBezTo>
                  <a:cubicBezTo>
                    <a:pt x="39478" y="3744"/>
                    <a:pt x="40015" y="3909"/>
                    <a:pt x="40530" y="4239"/>
                  </a:cubicBezTo>
                  <a:cubicBezTo>
                    <a:pt x="41046" y="4569"/>
                    <a:pt x="41479" y="5033"/>
                    <a:pt x="41830" y="5631"/>
                  </a:cubicBezTo>
                  <a:cubicBezTo>
                    <a:pt x="42119" y="6085"/>
                    <a:pt x="42320" y="6569"/>
                    <a:pt x="42433" y="7085"/>
                  </a:cubicBezTo>
                  <a:cubicBezTo>
                    <a:pt x="42547" y="7601"/>
                    <a:pt x="42645" y="8127"/>
                    <a:pt x="42727" y="8663"/>
                  </a:cubicBezTo>
                  <a:cubicBezTo>
                    <a:pt x="42768" y="8931"/>
                    <a:pt x="42799" y="9194"/>
                    <a:pt x="42820" y="9452"/>
                  </a:cubicBezTo>
                  <a:cubicBezTo>
                    <a:pt x="42841" y="9710"/>
                    <a:pt x="42851" y="9952"/>
                    <a:pt x="42851" y="10179"/>
                  </a:cubicBezTo>
                  <a:cubicBezTo>
                    <a:pt x="42851" y="10530"/>
                    <a:pt x="42835" y="10880"/>
                    <a:pt x="42804" y="11231"/>
                  </a:cubicBezTo>
                  <a:cubicBezTo>
                    <a:pt x="42773" y="11582"/>
                    <a:pt x="42737" y="11932"/>
                    <a:pt x="42696" y="12283"/>
                  </a:cubicBezTo>
                  <a:close/>
                  <a:moveTo>
                    <a:pt x="60919" y="9065"/>
                  </a:moveTo>
                  <a:lnTo>
                    <a:pt x="62466" y="9065"/>
                  </a:lnTo>
                  <a:lnTo>
                    <a:pt x="62466" y="13799"/>
                  </a:lnTo>
                  <a:cubicBezTo>
                    <a:pt x="62466" y="14624"/>
                    <a:pt x="62471" y="15454"/>
                    <a:pt x="62482" y="16290"/>
                  </a:cubicBezTo>
                  <a:cubicBezTo>
                    <a:pt x="62492" y="17125"/>
                    <a:pt x="62497" y="17934"/>
                    <a:pt x="62497" y="18718"/>
                  </a:cubicBezTo>
                  <a:cubicBezTo>
                    <a:pt x="62559" y="19193"/>
                    <a:pt x="62740" y="19543"/>
                    <a:pt x="63039" y="19770"/>
                  </a:cubicBezTo>
                  <a:cubicBezTo>
                    <a:pt x="63338" y="19997"/>
                    <a:pt x="63663" y="20110"/>
                    <a:pt x="64013" y="20110"/>
                  </a:cubicBezTo>
                  <a:cubicBezTo>
                    <a:pt x="64364" y="20110"/>
                    <a:pt x="64704" y="19987"/>
                    <a:pt x="65034" y="19739"/>
                  </a:cubicBezTo>
                  <a:cubicBezTo>
                    <a:pt x="65364" y="19492"/>
                    <a:pt x="65529" y="19110"/>
                    <a:pt x="65529" y="18594"/>
                  </a:cubicBezTo>
                  <a:cubicBezTo>
                    <a:pt x="65529" y="17955"/>
                    <a:pt x="65524" y="17316"/>
                    <a:pt x="65514" y="16676"/>
                  </a:cubicBezTo>
                  <a:cubicBezTo>
                    <a:pt x="65503" y="16037"/>
                    <a:pt x="65498" y="15397"/>
                    <a:pt x="65498" y="14758"/>
                  </a:cubicBezTo>
                  <a:lnTo>
                    <a:pt x="65498" y="9065"/>
                  </a:lnTo>
                  <a:lnTo>
                    <a:pt x="68128" y="9065"/>
                  </a:lnTo>
                  <a:cubicBezTo>
                    <a:pt x="69077" y="8818"/>
                    <a:pt x="69551" y="8364"/>
                    <a:pt x="69551" y="7704"/>
                  </a:cubicBezTo>
                  <a:cubicBezTo>
                    <a:pt x="69551" y="7415"/>
                    <a:pt x="69443" y="7147"/>
                    <a:pt x="69227" y="6899"/>
                  </a:cubicBezTo>
                  <a:cubicBezTo>
                    <a:pt x="69010" y="6652"/>
                    <a:pt x="68675" y="6466"/>
                    <a:pt x="68221" y="6343"/>
                  </a:cubicBezTo>
                  <a:lnTo>
                    <a:pt x="65498" y="6343"/>
                  </a:lnTo>
                  <a:lnTo>
                    <a:pt x="65498" y="1516"/>
                  </a:lnTo>
                  <a:cubicBezTo>
                    <a:pt x="65395" y="1103"/>
                    <a:pt x="65199" y="799"/>
                    <a:pt x="64910" y="603"/>
                  </a:cubicBezTo>
                  <a:cubicBezTo>
                    <a:pt x="64622" y="407"/>
                    <a:pt x="64312" y="309"/>
                    <a:pt x="63982" y="309"/>
                  </a:cubicBezTo>
                  <a:cubicBezTo>
                    <a:pt x="63632" y="309"/>
                    <a:pt x="63317" y="418"/>
                    <a:pt x="63039" y="634"/>
                  </a:cubicBezTo>
                  <a:cubicBezTo>
                    <a:pt x="62760" y="851"/>
                    <a:pt x="62569" y="1176"/>
                    <a:pt x="62466" y="1609"/>
                  </a:cubicBezTo>
                  <a:lnTo>
                    <a:pt x="62466" y="6343"/>
                  </a:lnTo>
                  <a:lnTo>
                    <a:pt x="61043" y="6343"/>
                  </a:lnTo>
                  <a:cubicBezTo>
                    <a:pt x="60486" y="6343"/>
                    <a:pt x="60069" y="6487"/>
                    <a:pt x="59790" y="6776"/>
                  </a:cubicBezTo>
                  <a:cubicBezTo>
                    <a:pt x="59512" y="7064"/>
                    <a:pt x="59372" y="7374"/>
                    <a:pt x="59372" y="7704"/>
                  </a:cubicBezTo>
                  <a:cubicBezTo>
                    <a:pt x="59372" y="8034"/>
                    <a:pt x="59501" y="8323"/>
                    <a:pt x="59759" y="8570"/>
                  </a:cubicBezTo>
                  <a:cubicBezTo>
                    <a:pt x="60017" y="8818"/>
                    <a:pt x="60404" y="8983"/>
                    <a:pt x="60919" y="9065"/>
                  </a:cubicBezTo>
                  <a:close/>
                  <a:moveTo>
                    <a:pt x="84155" y="18316"/>
                  </a:moveTo>
                  <a:cubicBezTo>
                    <a:pt x="84196" y="18275"/>
                    <a:pt x="84170" y="18182"/>
                    <a:pt x="84077" y="18038"/>
                  </a:cubicBezTo>
                  <a:cubicBezTo>
                    <a:pt x="83985" y="17893"/>
                    <a:pt x="83866" y="17708"/>
                    <a:pt x="83722" y="17481"/>
                  </a:cubicBezTo>
                  <a:lnTo>
                    <a:pt x="83752" y="17481"/>
                  </a:lnTo>
                  <a:cubicBezTo>
                    <a:pt x="83587" y="17233"/>
                    <a:pt x="83428" y="16955"/>
                    <a:pt x="83273" y="16645"/>
                  </a:cubicBezTo>
                  <a:cubicBezTo>
                    <a:pt x="83118" y="16336"/>
                    <a:pt x="83020" y="16068"/>
                    <a:pt x="82979" y="15841"/>
                  </a:cubicBezTo>
                  <a:cubicBezTo>
                    <a:pt x="82876" y="15098"/>
                    <a:pt x="82804" y="14340"/>
                    <a:pt x="82762" y="13567"/>
                  </a:cubicBezTo>
                  <a:cubicBezTo>
                    <a:pt x="82721" y="12793"/>
                    <a:pt x="82701" y="12046"/>
                    <a:pt x="82701" y="11324"/>
                  </a:cubicBezTo>
                  <a:lnTo>
                    <a:pt x="82701" y="10798"/>
                  </a:lnTo>
                  <a:cubicBezTo>
                    <a:pt x="82701" y="10612"/>
                    <a:pt x="82706" y="10380"/>
                    <a:pt x="82716" y="10102"/>
                  </a:cubicBezTo>
                  <a:cubicBezTo>
                    <a:pt x="82726" y="9823"/>
                    <a:pt x="82731" y="9478"/>
                    <a:pt x="82731" y="9065"/>
                  </a:cubicBezTo>
                  <a:lnTo>
                    <a:pt x="82731" y="7518"/>
                  </a:lnTo>
                  <a:cubicBezTo>
                    <a:pt x="82505" y="6920"/>
                    <a:pt x="82138" y="6544"/>
                    <a:pt x="81633" y="6389"/>
                  </a:cubicBezTo>
                  <a:cubicBezTo>
                    <a:pt x="81128" y="6234"/>
                    <a:pt x="80555" y="6157"/>
                    <a:pt x="79916" y="6157"/>
                  </a:cubicBezTo>
                  <a:cubicBezTo>
                    <a:pt x="79586" y="6157"/>
                    <a:pt x="79246" y="6183"/>
                    <a:pt x="78895" y="6234"/>
                  </a:cubicBezTo>
                  <a:cubicBezTo>
                    <a:pt x="78544" y="6286"/>
                    <a:pt x="78204" y="6358"/>
                    <a:pt x="77874" y="6451"/>
                  </a:cubicBezTo>
                  <a:cubicBezTo>
                    <a:pt x="77544" y="6544"/>
                    <a:pt x="77250" y="6642"/>
                    <a:pt x="76992" y="6745"/>
                  </a:cubicBezTo>
                  <a:cubicBezTo>
                    <a:pt x="76734" y="6848"/>
                    <a:pt x="76533" y="6941"/>
                    <a:pt x="76389" y="7023"/>
                  </a:cubicBezTo>
                  <a:cubicBezTo>
                    <a:pt x="75708" y="7456"/>
                    <a:pt x="75074" y="7951"/>
                    <a:pt x="74486" y="8508"/>
                  </a:cubicBezTo>
                  <a:cubicBezTo>
                    <a:pt x="73898" y="9065"/>
                    <a:pt x="73378" y="9679"/>
                    <a:pt x="72924" y="10349"/>
                  </a:cubicBezTo>
                  <a:cubicBezTo>
                    <a:pt x="72470" y="11020"/>
                    <a:pt x="72114" y="11741"/>
                    <a:pt x="71856" y="12515"/>
                  </a:cubicBezTo>
                  <a:cubicBezTo>
                    <a:pt x="71599" y="13288"/>
                    <a:pt x="71470" y="14108"/>
                    <a:pt x="71470" y="14975"/>
                  </a:cubicBezTo>
                  <a:cubicBezTo>
                    <a:pt x="71470" y="15820"/>
                    <a:pt x="71635" y="16625"/>
                    <a:pt x="71965" y="17388"/>
                  </a:cubicBezTo>
                  <a:cubicBezTo>
                    <a:pt x="72295" y="18151"/>
                    <a:pt x="72852" y="18811"/>
                    <a:pt x="73635" y="19368"/>
                  </a:cubicBezTo>
                  <a:cubicBezTo>
                    <a:pt x="74172" y="19719"/>
                    <a:pt x="74703" y="19951"/>
                    <a:pt x="75229" y="20064"/>
                  </a:cubicBezTo>
                  <a:cubicBezTo>
                    <a:pt x="75755" y="20178"/>
                    <a:pt x="76296" y="20234"/>
                    <a:pt x="76853" y="20234"/>
                  </a:cubicBezTo>
                  <a:cubicBezTo>
                    <a:pt x="77616" y="20234"/>
                    <a:pt x="78323" y="20157"/>
                    <a:pt x="78972" y="20002"/>
                  </a:cubicBezTo>
                  <a:cubicBezTo>
                    <a:pt x="79622" y="19848"/>
                    <a:pt x="80318" y="19492"/>
                    <a:pt x="81061" y="18935"/>
                  </a:cubicBezTo>
                  <a:cubicBezTo>
                    <a:pt x="81164" y="19100"/>
                    <a:pt x="81293" y="19270"/>
                    <a:pt x="81448" y="19445"/>
                  </a:cubicBezTo>
                  <a:cubicBezTo>
                    <a:pt x="81602" y="19621"/>
                    <a:pt x="81762" y="19791"/>
                    <a:pt x="81927" y="19956"/>
                  </a:cubicBezTo>
                  <a:cubicBezTo>
                    <a:pt x="82298" y="20141"/>
                    <a:pt x="82649" y="20219"/>
                    <a:pt x="82979" y="20188"/>
                  </a:cubicBezTo>
                  <a:cubicBezTo>
                    <a:pt x="83309" y="20157"/>
                    <a:pt x="83582" y="20054"/>
                    <a:pt x="83799" y="19878"/>
                  </a:cubicBezTo>
                  <a:cubicBezTo>
                    <a:pt x="84015" y="19703"/>
                    <a:pt x="84160" y="19476"/>
                    <a:pt x="84232" y="19198"/>
                  </a:cubicBezTo>
                  <a:cubicBezTo>
                    <a:pt x="84304" y="18919"/>
                    <a:pt x="84278" y="18625"/>
                    <a:pt x="84155" y="18316"/>
                  </a:cubicBezTo>
                  <a:close/>
                  <a:moveTo>
                    <a:pt x="79978" y="16119"/>
                  </a:moveTo>
                  <a:cubicBezTo>
                    <a:pt x="79277" y="16697"/>
                    <a:pt x="78699" y="17120"/>
                    <a:pt x="78245" y="17388"/>
                  </a:cubicBezTo>
                  <a:cubicBezTo>
                    <a:pt x="77874" y="17512"/>
                    <a:pt x="77487" y="17573"/>
                    <a:pt x="77085" y="17573"/>
                  </a:cubicBezTo>
                  <a:cubicBezTo>
                    <a:pt x="76683" y="17573"/>
                    <a:pt x="76306" y="17496"/>
                    <a:pt x="75956" y="17341"/>
                  </a:cubicBezTo>
                  <a:cubicBezTo>
                    <a:pt x="75605" y="17187"/>
                    <a:pt x="75301" y="16960"/>
                    <a:pt x="75043" y="16661"/>
                  </a:cubicBezTo>
                  <a:cubicBezTo>
                    <a:pt x="74785" y="16362"/>
                    <a:pt x="74625" y="15985"/>
                    <a:pt x="74564" y="15531"/>
                  </a:cubicBezTo>
                  <a:cubicBezTo>
                    <a:pt x="74460" y="14954"/>
                    <a:pt x="74476" y="14361"/>
                    <a:pt x="74610" y="13752"/>
                  </a:cubicBezTo>
                  <a:cubicBezTo>
                    <a:pt x="74744" y="13144"/>
                    <a:pt x="74955" y="12561"/>
                    <a:pt x="75244" y="12004"/>
                  </a:cubicBezTo>
                  <a:cubicBezTo>
                    <a:pt x="75533" y="11448"/>
                    <a:pt x="75899" y="10942"/>
                    <a:pt x="76343" y="10488"/>
                  </a:cubicBezTo>
                  <a:cubicBezTo>
                    <a:pt x="76786" y="10035"/>
                    <a:pt x="77286" y="9684"/>
                    <a:pt x="77843" y="9436"/>
                  </a:cubicBezTo>
                  <a:cubicBezTo>
                    <a:pt x="77987" y="9375"/>
                    <a:pt x="78240" y="9271"/>
                    <a:pt x="78601" y="9127"/>
                  </a:cubicBezTo>
                  <a:cubicBezTo>
                    <a:pt x="78962" y="8983"/>
                    <a:pt x="79318" y="8890"/>
                    <a:pt x="79669" y="8849"/>
                  </a:cubicBezTo>
                  <a:cubicBezTo>
                    <a:pt x="79669" y="9261"/>
                    <a:pt x="79658" y="9684"/>
                    <a:pt x="79638" y="10117"/>
                  </a:cubicBezTo>
                  <a:cubicBezTo>
                    <a:pt x="79617" y="10550"/>
                    <a:pt x="79607" y="11035"/>
                    <a:pt x="79607" y="11571"/>
                  </a:cubicBezTo>
                  <a:cubicBezTo>
                    <a:pt x="79607" y="12334"/>
                    <a:pt x="79627" y="13103"/>
                    <a:pt x="79669" y="13876"/>
                  </a:cubicBezTo>
                  <a:cubicBezTo>
                    <a:pt x="79710" y="14650"/>
                    <a:pt x="79813" y="15397"/>
                    <a:pt x="79978" y="16119"/>
                  </a:cubicBezTo>
                  <a:close/>
                  <a:moveTo>
                    <a:pt x="85887" y="17481"/>
                  </a:moveTo>
                  <a:lnTo>
                    <a:pt x="85918" y="17481"/>
                  </a:lnTo>
                  <a:cubicBezTo>
                    <a:pt x="86578" y="18388"/>
                    <a:pt x="87455" y="19100"/>
                    <a:pt x="88548" y="19615"/>
                  </a:cubicBezTo>
                  <a:cubicBezTo>
                    <a:pt x="89641" y="20131"/>
                    <a:pt x="90765" y="20389"/>
                    <a:pt x="91920" y="20389"/>
                  </a:cubicBezTo>
                  <a:cubicBezTo>
                    <a:pt x="92436" y="20389"/>
                    <a:pt x="92952" y="20265"/>
                    <a:pt x="93467" y="20018"/>
                  </a:cubicBezTo>
                  <a:cubicBezTo>
                    <a:pt x="93983" y="19770"/>
                    <a:pt x="94442" y="19440"/>
                    <a:pt x="94844" y="19028"/>
                  </a:cubicBezTo>
                  <a:cubicBezTo>
                    <a:pt x="95246" y="18615"/>
                    <a:pt x="95571" y="18146"/>
                    <a:pt x="95819" y="17620"/>
                  </a:cubicBezTo>
                  <a:cubicBezTo>
                    <a:pt x="96066" y="17094"/>
                    <a:pt x="96190" y="16552"/>
                    <a:pt x="96190" y="15996"/>
                  </a:cubicBezTo>
                  <a:cubicBezTo>
                    <a:pt x="96190" y="15294"/>
                    <a:pt x="96082" y="14696"/>
                    <a:pt x="95865" y="14201"/>
                  </a:cubicBezTo>
                  <a:cubicBezTo>
                    <a:pt x="95649" y="13706"/>
                    <a:pt x="95344" y="13283"/>
                    <a:pt x="94952" y="12933"/>
                  </a:cubicBezTo>
                  <a:cubicBezTo>
                    <a:pt x="94561" y="12582"/>
                    <a:pt x="94097" y="12288"/>
                    <a:pt x="93560" y="12051"/>
                  </a:cubicBezTo>
                  <a:cubicBezTo>
                    <a:pt x="93024" y="11814"/>
                    <a:pt x="92436" y="11602"/>
                    <a:pt x="91797" y="11417"/>
                  </a:cubicBezTo>
                  <a:cubicBezTo>
                    <a:pt x="91570" y="11355"/>
                    <a:pt x="91333" y="11288"/>
                    <a:pt x="91085" y="11215"/>
                  </a:cubicBezTo>
                  <a:cubicBezTo>
                    <a:pt x="90838" y="11143"/>
                    <a:pt x="90606" y="11056"/>
                    <a:pt x="90389" y="10952"/>
                  </a:cubicBezTo>
                  <a:cubicBezTo>
                    <a:pt x="90172" y="10849"/>
                    <a:pt x="89976" y="10720"/>
                    <a:pt x="89801" y="10566"/>
                  </a:cubicBezTo>
                  <a:cubicBezTo>
                    <a:pt x="89626" y="10411"/>
                    <a:pt x="89476" y="10220"/>
                    <a:pt x="89352" y="9993"/>
                  </a:cubicBezTo>
                  <a:cubicBezTo>
                    <a:pt x="89291" y="9416"/>
                    <a:pt x="89404" y="9003"/>
                    <a:pt x="89693" y="8756"/>
                  </a:cubicBezTo>
                  <a:cubicBezTo>
                    <a:pt x="89982" y="8508"/>
                    <a:pt x="90343" y="8369"/>
                    <a:pt x="90776" y="8338"/>
                  </a:cubicBezTo>
                  <a:cubicBezTo>
                    <a:pt x="91209" y="8307"/>
                    <a:pt x="91647" y="8348"/>
                    <a:pt x="92091" y="8462"/>
                  </a:cubicBezTo>
                  <a:cubicBezTo>
                    <a:pt x="92534" y="8575"/>
                    <a:pt x="92880" y="8694"/>
                    <a:pt x="93127" y="8818"/>
                  </a:cubicBezTo>
                  <a:cubicBezTo>
                    <a:pt x="93436" y="8983"/>
                    <a:pt x="93730" y="9065"/>
                    <a:pt x="94009" y="9065"/>
                  </a:cubicBezTo>
                  <a:cubicBezTo>
                    <a:pt x="94287" y="9065"/>
                    <a:pt x="94535" y="9003"/>
                    <a:pt x="94751" y="8880"/>
                  </a:cubicBezTo>
                  <a:cubicBezTo>
                    <a:pt x="94968" y="8756"/>
                    <a:pt x="95143" y="8596"/>
                    <a:pt x="95277" y="8400"/>
                  </a:cubicBezTo>
                  <a:cubicBezTo>
                    <a:pt x="95411" y="8204"/>
                    <a:pt x="95478" y="7982"/>
                    <a:pt x="95478" y="7735"/>
                  </a:cubicBezTo>
                  <a:cubicBezTo>
                    <a:pt x="95478" y="7529"/>
                    <a:pt x="95406" y="7312"/>
                    <a:pt x="95262" y="7085"/>
                  </a:cubicBezTo>
                  <a:cubicBezTo>
                    <a:pt x="95117" y="6858"/>
                    <a:pt x="94901" y="6642"/>
                    <a:pt x="94612" y="6435"/>
                  </a:cubicBezTo>
                  <a:cubicBezTo>
                    <a:pt x="93870" y="6023"/>
                    <a:pt x="93029" y="5734"/>
                    <a:pt x="92091" y="5569"/>
                  </a:cubicBezTo>
                  <a:cubicBezTo>
                    <a:pt x="91152" y="5404"/>
                    <a:pt x="90250" y="5435"/>
                    <a:pt x="89383" y="5662"/>
                  </a:cubicBezTo>
                  <a:cubicBezTo>
                    <a:pt x="88950" y="5765"/>
                    <a:pt x="88543" y="5956"/>
                    <a:pt x="88161" y="6234"/>
                  </a:cubicBezTo>
                  <a:cubicBezTo>
                    <a:pt x="87780" y="6513"/>
                    <a:pt x="87450" y="6843"/>
                    <a:pt x="87171" y="7224"/>
                  </a:cubicBezTo>
                  <a:cubicBezTo>
                    <a:pt x="86893" y="7606"/>
                    <a:pt x="86671" y="8024"/>
                    <a:pt x="86506" y="8477"/>
                  </a:cubicBezTo>
                  <a:cubicBezTo>
                    <a:pt x="86341" y="8931"/>
                    <a:pt x="86259" y="9375"/>
                    <a:pt x="86259" y="9808"/>
                  </a:cubicBezTo>
                  <a:cubicBezTo>
                    <a:pt x="86259" y="10117"/>
                    <a:pt x="86320" y="10452"/>
                    <a:pt x="86444" y="10813"/>
                  </a:cubicBezTo>
                  <a:cubicBezTo>
                    <a:pt x="86568" y="11174"/>
                    <a:pt x="86743" y="11509"/>
                    <a:pt x="86970" y="11819"/>
                  </a:cubicBezTo>
                  <a:cubicBezTo>
                    <a:pt x="87218" y="12149"/>
                    <a:pt x="87476" y="12422"/>
                    <a:pt x="87744" y="12639"/>
                  </a:cubicBezTo>
                  <a:cubicBezTo>
                    <a:pt x="88012" y="12855"/>
                    <a:pt x="88290" y="13036"/>
                    <a:pt x="88579" y="13180"/>
                  </a:cubicBezTo>
                  <a:cubicBezTo>
                    <a:pt x="88868" y="13324"/>
                    <a:pt x="89167" y="13443"/>
                    <a:pt x="89476" y="13536"/>
                  </a:cubicBezTo>
                  <a:cubicBezTo>
                    <a:pt x="89786" y="13629"/>
                    <a:pt x="90095" y="13716"/>
                    <a:pt x="90404" y="13799"/>
                  </a:cubicBezTo>
                  <a:cubicBezTo>
                    <a:pt x="90590" y="13861"/>
                    <a:pt x="90791" y="13912"/>
                    <a:pt x="91008" y="13954"/>
                  </a:cubicBezTo>
                  <a:cubicBezTo>
                    <a:pt x="91224" y="13995"/>
                    <a:pt x="91451" y="14057"/>
                    <a:pt x="91688" y="14139"/>
                  </a:cubicBezTo>
                  <a:cubicBezTo>
                    <a:pt x="91926" y="14222"/>
                    <a:pt x="92152" y="14345"/>
                    <a:pt x="92369" y="14510"/>
                  </a:cubicBezTo>
                  <a:cubicBezTo>
                    <a:pt x="92586" y="14676"/>
                    <a:pt x="92787" y="14902"/>
                    <a:pt x="92972" y="15191"/>
                  </a:cubicBezTo>
                  <a:cubicBezTo>
                    <a:pt x="93117" y="15418"/>
                    <a:pt x="93189" y="15666"/>
                    <a:pt x="93189" y="15934"/>
                  </a:cubicBezTo>
                  <a:cubicBezTo>
                    <a:pt x="93189" y="16202"/>
                    <a:pt x="93132" y="16449"/>
                    <a:pt x="93019" y="16676"/>
                  </a:cubicBezTo>
                  <a:cubicBezTo>
                    <a:pt x="92905" y="16903"/>
                    <a:pt x="92730" y="17104"/>
                    <a:pt x="92493" y="17280"/>
                  </a:cubicBezTo>
                  <a:cubicBezTo>
                    <a:pt x="92256" y="17455"/>
                    <a:pt x="91982" y="17573"/>
                    <a:pt x="91673" y="17635"/>
                  </a:cubicBezTo>
                  <a:cubicBezTo>
                    <a:pt x="91013" y="17759"/>
                    <a:pt x="90384" y="17625"/>
                    <a:pt x="89786" y="17233"/>
                  </a:cubicBezTo>
                  <a:cubicBezTo>
                    <a:pt x="89187" y="16841"/>
                    <a:pt x="88672" y="16357"/>
                    <a:pt x="88239" y="15779"/>
                  </a:cubicBezTo>
                  <a:cubicBezTo>
                    <a:pt x="87826" y="15511"/>
                    <a:pt x="87445" y="15377"/>
                    <a:pt x="87094" y="15377"/>
                  </a:cubicBezTo>
                  <a:cubicBezTo>
                    <a:pt x="86558" y="15377"/>
                    <a:pt x="86150" y="15578"/>
                    <a:pt x="85872" y="15980"/>
                  </a:cubicBezTo>
                  <a:cubicBezTo>
                    <a:pt x="85593" y="16382"/>
                    <a:pt x="85599" y="16883"/>
                    <a:pt x="85887" y="17481"/>
                  </a:cubicBezTo>
                  <a:close/>
                  <a:moveTo>
                    <a:pt x="102069" y="18564"/>
                  </a:moveTo>
                  <a:lnTo>
                    <a:pt x="102069" y="12964"/>
                  </a:lnTo>
                  <a:cubicBezTo>
                    <a:pt x="102151" y="12922"/>
                    <a:pt x="102213" y="12897"/>
                    <a:pt x="102254" y="12886"/>
                  </a:cubicBezTo>
                  <a:cubicBezTo>
                    <a:pt x="102295" y="12876"/>
                    <a:pt x="102347" y="12850"/>
                    <a:pt x="102409" y="12809"/>
                  </a:cubicBezTo>
                  <a:cubicBezTo>
                    <a:pt x="103110" y="13551"/>
                    <a:pt x="103755" y="14253"/>
                    <a:pt x="104343" y="14913"/>
                  </a:cubicBezTo>
                  <a:cubicBezTo>
                    <a:pt x="104930" y="15573"/>
                    <a:pt x="105534" y="16264"/>
                    <a:pt x="106152" y="16986"/>
                  </a:cubicBezTo>
                  <a:lnTo>
                    <a:pt x="108380" y="19461"/>
                  </a:lnTo>
                  <a:cubicBezTo>
                    <a:pt x="108586" y="19667"/>
                    <a:pt x="108798" y="19811"/>
                    <a:pt x="109014" y="19894"/>
                  </a:cubicBezTo>
                  <a:cubicBezTo>
                    <a:pt x="109231" y="19976"/>
                    <a:pt x="109453" y="20018"/>
                    <a:pt x="109680" y="20018"/>
                  </a:cubicBezTo>
                  <a:cubicBezTo>
                    <a:pt x="110092" y="20018"/>
                    <a:pt x="110427" y="19889"/>
                    <a:pt x="110685" y="19631"/>
                  </a:cubicBezTo>
                  <a:cubicBezTo>
                    <a:pt x="110943" y="19373"/>
                    <a:pt x="111072" y="19069"/>
                    <a:pt x="111072" y="18718"/>
                  </a:cubicBezTo>
                  <a:cubicBezTo>
                    <a:pt x="111072" y="18450"/>
                    <a:pt x="110907" y="18058"/>
                    <a:pt x="110577" y="17543"/>
                  </a:cubicBezTo>
                  <a:lnTo>
                    <a:pt x="104915" y="11231"/>
                  </a:lnTo>
                  <a:cubicBezTo>
                    <a:pt x="105657" y="10674"/>
                    <a:pt x="106348" y="10076"/>
                    <a:pt x="106988" y="9436"/>
                  </a:cubicBezTo>
                  <a:cubicBezTo>
                    <a:pt x="107627" y="8797"/>
                    <a:pt x="108308" y="8055"/>
                    <a:pt x="109030" y="7209"/>
                  </a:cubicBezTo>
                  <a:cubicBezTo>
                    <a:pt x="109319" y="6817"/>
                    <a:pt x="109463" y="6456"/>
                    <a:pt x="109463" y="6126"/>
                  </a:cubicBezTo>
                  <a:cubicBezTo>
                    <a:pt x="109463" y="5775"/>
                    <a:pt x="109329" y="5476"/>
                    <a:pt x="109061" y="5229"/>
                  </a:cubicBezTo>
                  <a:cubicBezTo>
                    <a:pt x="108793" y="4981"/>
                    <a:pt x="108452" y="4857"/>
                    <a:pt x="108040" y="4857"/>
                  </a:cubicBezTo>
                  <a:cubicBezTo>
                    <a:pt x="107834" y="4857"/>
                    <a:pt x="107622" y="4894"/>
                    <a:pt x="107406" y="4966"/>
                  </a:cubicBezTo>
                  <a:cubicBezTo>
                    <a:pt x="107189" y="5038"/>
                    <a:pt x="106967" y="5167"/>
                    <a:pt x="106740" y="5352"/>
                  </a:cubicBezTo>
                  <a:cubicBezTo>
                    <a:pt x="106266" y="5868"/>
                    <a:pt x="105838" y="6343"/>
                    <a:pt x="105456" y="6776"/>
                  </a:cubicBezTo>
                  <a:cubicBezTo>
                    <a:pt x="105075" y="7209"/>
                    <a:pt x="104703" y="7606"/>
                    <a:pt x="104343" y="7967"/>
                  </a:cubicBezTo>
                  <a:cubicBezTo>
                    <a:pt x="103982" y="8328"/>
                    <a:pt x="103621" y="8658"/>
                    <a:pt x="103260" y="8957"/>
                  </a:cubicBezTo>
                  <a:cubicBezTo>
                    <a:pt x="102899" y="9256"/>
                    <a:pt x="102502" y="9540"/>
                    <a:pt x="102069" y="9808"/>
                  </a:cubicBezTo>
                  <a:lnTo>
                    <a:pt x="102069" y="1207"/>
                  </a:lnTo>
                  <a:cubicBezTo>
                    <a:pt x="101945" y="794"/>
                    <a:pt x="101744" y="490"/>
                    <a:pt x="101465" y="294"/>
                  </a:cubicBezTo>
                  <a:cubicBezTo>
                    <a:pt x="101187" y="98"/>
                    <a:pt x="100872" y="0"/>
                    <a:pt x="100522" y="0"/>
                  </a:cubicBezTo>
                  <a:cubicBezTo>
                    <a:pt x="100171" y="0"/>
                    <a:pt x="99862" y="108"/>
                    <a:pt x="99593" y="325"/>
                  </a:cubicBezTo>
                  <a:cubicBezTo>
                    <a:pt x="99325" y="541"/>
                    <a:pt x="99140" y="866"/>
                    <a:pt x="99036" y="1299"/>
                  </a:cubicBezTo>
                  <a:lnTo>
                    <a:pt x="99036" y="18687"/>
                  </a:lnTo>
                  <a:cubicBezTo>
                    <a:pt x="99098" y="19141"/>
                    <a:pt x="99284" y="19481"/>
                    <a:pt x="99593" y="19708"/>
                  </a:cubicBezTo>
                  <a:cubicBezTo>
                    <a:pt x="99903" y="19935"/>
                    <a:pt x="100233" y="20049"/>
                    <a:pt x="100583" y="20049"/>
                  </a:cubicBezTo>
                  <a:cubicBezTo>
                    <a:pt x="100975" y="20049"/>
                    <a:pt x="101316" y="19925"/>
                    <a:pt x="101604" y="19677"/>
                  </a:cubicBezTo>
                  <a:cubicBezTo>
                    <a:pt x="101893" y="19430"/>
                    <a:pt x="102048" y="19059"/>
                    <a:pt x="102069" y="18564"/>
                  </a:cubicBezTo>
                  <a:close/>
                  <a:moveTo>
                    <a:pt x="112743" y="17481"/>
                  </a:moveTo>
                  <a:lnTo>
                    <a:pt x="112773" y="17481"/>
                  </a:lnTo>
                  <a:cubicBezTo>
                    <a:pt x="113434" y="18388"/>
                    <a:pt x="114310" y="19100"/>
                    <a:pt x="115403" y="19615"/>
                  </a:cubicBezTo>
                  <a:cubicBezTo>
                    <a:pt x="116497" y="20131"/>
                    <a:pt x="117621" y="20389"/>
                    <a:pt x="118776" y="20389"/>
                  </a:cubicBezTo>
                  <a:cubicBezTo>
                    <a:pt x="119291" y="20389"/>
                    <a:pt x="119807" y="20265"/>
                    <a:pt x="120323" y="20018"/>
                  </a:cubicBezTo>
                  <a:cubicBezTo>
                    <a:pt x="120838" y="19770"/>
                    <a:pt x="121297" y="19440"/>
                    <a:pt x="121699" y="19028"/>
                  </a:cubicBezTo>
                  <a:cubicBezTo>
                    <a:pt x="122102" y="18615"/>
                    <a:pt x="122427" y="18146"/>
                    <a:pt x="122674" y="17620"/>
                  </a:cubicBezTo>
                  <a:cubicBezTo>
                    <a:pt x="122922" y="17094"/>
                    <a:pt x="123045" y="16552"/>
                    <a:pt x="123045" y="15996"/>
                  </a:cubicBezTo>
                  <a:cubicBezTo>
                    <a:pt x="123045" y="15294"/>
                    <a:pt x="122937" y="14696"/>
                    <a:pt x="122720" y="14201"/>
                  </a:cubicBezTo>
                  <a:cubicBezTo>
                    <a:pt x="122504" y="13706"/>
                    <a:pt x="122200" y="13283"/>
                    <a:pt x="121808" y="12933"/>
                  </a:cubicBezTo>
                  <a:cubicBezTo>
                    <a:pt x="121416" y="12582"/>
                    <a:pt x="120952" y="12288"/>
                    <a:pt x="120415" y="12051"/>
                  </a:cubicBezTo>
                  <a:cubicBezTo>
                    <a:pt x="119879" y="11814"/>
                    <a:pt x="119291" y="11602"/>
                    <a:pt x="118652" y="11417"/>
                  </a:cubicBezTo>
                  <a:cubicBezTo>
                    <a:pt x="118425" y="11355"/>
                    <a:pt x="118188" y="11288"/>
                    <a:pt x="117940" y="11215"/>
                  </a:cubicBezTo>
                  <a:cubicBezTo>
                    <a:pt x="117693" y="11143"/>
                    <a:pt x="117461" y="11056"/>
                    <a:pt x="117244" y="10952"/>
                  </a:cubicBezTo>
                  <a:cubicBezTo>
                    <a:pt x="117028" y="10849"/>
                    <a:pt x="116832" y="10720"/>
                    <a:pt x="116656" y="10566"/>
                  </a:cubicBezTo>
                  <a:cubicBezTo>
                    <a:pt x="116481" y="10411"/>
                    <a:pt x="116331" y="10220"/>
                    <a:pt x="116208" y="9993"/>
                  </a:cubicBezTo>
                  <a:cubicBezTo>
                    <a:pt x="116146" y="9416"/>
                    <a:pt x="116259" y="9003"/>
                    <a:pt x="116548" y="8756"/>
                  </a:cubicBezTo>
                  <a:cubicBezTo>
                    <a:pt x="116837" y="8508"/>
                    <a:pt x="117198" y="8369"/>
                    <a:pt x="117631" y="8338"/>
                  </a:cubicBezTo>
                  <a:cubicBezTo>
                    <a:pt x="118064" y="8307"/>
                    <a:pt x="118502" y="8348"/>
                    <a:pt x="118946" y="8462"/>
                  </a:cubicBezTo>
                  <a:cubicBezTo>
                    <a:pt x="119389" y="8575"/>
                    <a:pt x="119735" y="8694"/>
                    <a:pt x="119982" y="8818"/>
                  </a:cubicBezTo>
                  <a:cubicBezTo>
                    <a:pt x="120292" y="8983"/>
                    <a:pt x="120586" y="9065"/>
                    <a:pt x="120864" y="9065"/>
                  </a:cubicBezTo>
                  <a:cubicBezTo>
                    <a:pt x="121143" y="9065"/>
                    <a:pt x="121390" y="9003"/>
                    <a:pt x="121607" y="8880"/>
                  </a:cubicBezTo>
                  <a:cubicBezTo>
                    <a:pt x="121823" y="8756"/>
                    <a:pt x="121999" y="8596"/>
                    <a:pt x="122133" y="8400"/>
                  </a:cubicBezTo>
                  <a:cubicBezTo>
                    <a:pt x="122267" y="8204"/>
                    <a:pt x="122334" y="7982"/>
                    <a:pt x="122334" y="7735"/>
                  </a:cubicBezTo>
                  <a:cubicBezTo>
                    <a:pt x="122334" y="7529"/>
                    <a:pt x="122262" y="7312"/>
                    <a:pt x="122117" y="7085"/>
                  </a:cubicBezTo>
                  <a:cubicBezTo>
                    <a:pt x="121973" y="6858"/>
                    <a:pt x="121756" y="6642"/>
                    <a:pt x="121467" y="6435"/>
                  </a:cubicBezTo>
                  <a:cubicBezTo>
                    <a:pt x="120725" y="6023"/>
                    <a:pt x="119884" y="5734"/>
                    <a:pt x="118946" y="5569"/>
                  </a:cubicBezTo>
                  <a:cubicBezTo>
                    <a:pt x="118007" y="5404"/>
                    <a:pt x="117105" y="5435"/>
                    <a:pt x="116239" y="5662"/>
                  </a:cubicBezTo>
                  <a:cubicBezTo>
                    <a:pt x="115806" y="5765"/>
                    <a:pt x="115398" y="5956"/>
                    <a:pt x="115017" y="6234"/>
                  </a:cubicBezTo>
                  <a:cubicBezTo>
                    <a:pt x="114635" y="6513"/>
                    <a:pt x="114305" y="6843"/>
                    <a:pt x="114027" y="7224"/>
                  </a:cubicBezTo>
                  <a:cubicBezTo>
                    <a:pt x="113748" y="7606"/>
                    <a:pt x="113526" y="8024"/>
                    <a:pt x="113361" y="8477"/>
                  </a:cubicBezTo>
                  <a:cubicBezTo>
                    <a:pt x="113196" y="8931"/>
                    <a:pt x="113114" y="9375"/>
                    <a:pt x="113114" y="9808"/>
                  </a:cubicBezTo>
                  <a:cubicBezTo>
                    <a:pt x="113114" y="10117"/>
                    <a:pt x="113176" y="10452"/>
                    <a:pt x="113299" y="10813"/>
                  </a:cubicBezTo>
                  <a:cubicBezTo>
                    <a:pt x="113423" y="11174"/>
                    <a:pt x="113599" y="11509"/>
                    <a:pt x="113825" y="11819"/>
                  </a:cubicBezTo>
                  <a:cubicBezTo>
                    <a:pt x="114073" y="12149"/>
                    <a:pt x="114331" y="12422"/>
                    <a:pt x="114599" y="12639"/>
                  </a:cubicBezTo>
                  <a:cubicBezTo>
                    <a:pt x="114867" y="12855"/>
                    <a:pt x="115145" y="13036"/>
                    <a:pt x="115434" y="13180"/>
                  </a:cubicBezTo>
                  <a:cubicBezTo>
                    <a:pt x="115723" y="13324"/>
                    <a:pt x="116022" y="13443"/>
                    <a:pt x="116331" y="13536"/>
                  </a:cubicBezTo>
                  <a:cubicBezTo>
                    <a:pt x="116641" y="13629"/>
                    <a:pt x="116950" y="13716"/>
                    <a:pt x="117260" y="13799"/>
                  </a:cubicBezTo>
                  <a:cubicBezTo>
                    <a:pt x="117445" y="13861"/>
                    <a:pt x="117646" y="13912"/>
                    <a:pt x="117863" y="13954"/>
                  </a:cubicBezTo>
                  <a:cubicBezTo>
                    <a:pt x="118080" y="13995"/>
                    <a:pt x="118306" y="14057"/>
                    <a:pt x="118544" y="14139"/>
                  </a:cubicBezTo>
                  <a:cubicBezTo>
                    <a:pt x="118781" y="14222"/>
                    <a:pt x="119008" y="14345"/>
                    <a:pt x="119224" y="14510"/>
                  </a:cubicBezTo>
                  <a:cubicBezTo>
                    <a:pt x="119441" y="14676"/>
                    <a:pt x="119642" y="14902"/>
                    <a:pt x="119828" y="15191"/>
                  </a:cubicBezTo>
                  <a:cubicBezTo>
                    <a:pt x="119972" y="15418"/>
                    <a:pt x="120044" y="15666"/>
                    <a:pt x="120044" y="15934"/>
                  </a:cubicBezTo>
                  <a:cubicBezTo>
                    <a:pt x="120044" y="16202"/>
                    <a:pt x="119987" y="16449"/>
                    <a:pt x="119874" y="16676"/>
                  </a:cubicBezTo>
                  <a:cubicBezTo>
                    <a:pt x="119761" y="16903"/>
                    <a:pt x="119585" y="17104"/>
                    <a:pt x="119348" y="17280"/>
                  </a:cubicBezTo>
                  <a:cubicBezTo>
                    <a:pt x="119111" y="17455"/>
                    <a:pt x="118838" y="17573"/>
                    <a:pt x="118528" y="17635"/>
                  </a:cubicBezTo>
                  <a:cubicBezTo>
                    <a:pt x="117868" y="17759"/>
                    <a:pt x="117239" y="17625"/>
                    <a:pt x="116641" y="17233"/>
                  </a:cubicBezTo>
                  <a:cubicBezTo>
                    <a:pt x="116043" y="16841"/>
                    <a:pt x="115527" y="16357"/>
                    <a:pt x="115094" y="15779"/>
                  </a:cubicBezTo>
                  <a:cubicBezTo>
                    <a:pt x="114681" y="15511"/>
                    <a:pt x="114300" y="15377"/>
                    <a:pt x="113949" y="15377"/>
                  </a:cubicBezTo>
                  <a:cubicBezTo>
                    <a:pt x="113413" y="15377"/>
                    <a:pt x="113006" y="15578"/>
                    <a:pt x="112727" y="15980"/>
                  </a:cubicBezTo>
                  <a:cubicBezTo>
                    <a:pt x="112449" y="16382"/>
                    <a:pt x="112454" y="16883"/>
                    <a:pt x="112743" y="17481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0" name="task-matrix" descr="task-matrix"/>
            <p:cNvSpPr/>
            <p:nvPr/>
          </p:nvSpPr>
          <p:spPr>
            <a:xfrm>
              <a:off x="138750" y="677100"/>
              <a:ext cx="1143300" cy="804750"/>
            </a:xfrm>
            <a:prstGeom prst="roundRect">
              <a:avLst>
                <a:gd name="adj" fmla="val 6207"/>
              </a:avLst>
            </a:prstGeom>
            <a:solidFill>
              <a:srgbClr val="FFFFFF"/>
            </a:solidFill>
            <a:ln w="6660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11" name="matrix-v-95" descr="matrix-v-95"/>
            <p:cNvSpPr/>
            <p:nvPr/>
          </p:nvSpPr>
          <p:spPr>
            <a:xfrm>
              <a:off x="527250" y="677100"/>
              <a:ext cx="56" cy="804750"/>
            </a:xfrm>
            <a:custGeom>
              <a:avLst/>
              <a:gdLst/>
              <a:ahLst/>
              <a:cxnLst/>
              <a:rect l="0" t="0" r="r" b="b"/>
              <a:pathLst>
                <a:path w="10" h="145000">
                  <a:moveTo>
                    <a:pt x="0" y="0"/>
                  </a:moveTo>
                  <a:lnTo>
                    <a:pt x="0" y="145000"/>
                  </a:lnTo>
                </a:path>
              </a:pathLst>
            </a:custGeom>
            <a:noFill/>
            <a:ln w="6105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12" name="matrix-v-163" descr="matrix-v-163"/>
            <p:cNvSpPr/>
            <p:nvPr/>
          </p:nvSpPr>
          <p:spPr>
            <a:xfrm>
              <a:off x="904650" y="677100"/>
              <a:ext cx="56" cy="804750"/>
            </a:xfrm>
            <a:custGeom>
              <a:avLst/>
              <a:gdLst/>
              <a:ahLst/>
              <a:cxnLst/>
              <a:rect l="0" t="0" r="r" b="b"/>
              <a:pathLst>
                <a:path w="10" h="145000">
                  <a:moveTo>
                    <a:pt x="0" y="0"/>
                  </a:moveTo>
                  <a:lnTo>
                    <a:pt x="0" y="145000"/>
                  </a:lnTo>
                </a:path>
              </a:pathLst>
            </a:custGeom>
            <a:noFill/>
            <a:ln w="6105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13" name="matrix-h-167" descr="matrix-h-167"/>
            <p:cNvSpPr/>
            <p:nvPr/>
          </p:nvSpPr>
          <p:spPr>
            <a:xfrm>
              <a:off x="138750" y="926850"/>
              <a:ext cx="1143300" cy="56"/>
            </a:xfrm>
            <a:custGeom>
              <a:avLst/>
              <a:gdLst/>
              <a:ahLst/>
              <a:cxnLst/>
              <a:rect l="0" t="0" r="r" b="b"/>
              <a:pathLst>
                <a:path w="206000" h="10">
                  <a:moveTo>
                    <a:pt x="0" y="0"/>
                  </a:moveTo>
                  <a:lnTo>
                    <a:pt x="206000" y="0"/>
                  </a:lnTo>
                </a:path>
              </a:pathLst>
            </a:custGeom>
            <a:noFill/>
            <a:ln w="6105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14" name="matrix-h-213" descr="matrix-h-213"/>
            <p:cNvSpPr/>
            <p:nvPr/>
          </p:nvSpPr>
          <p:spPr>
            <a:xfrm>
              <a:off x="138750" y="1182150"/>
              <a:ext cx="1143300" cy="56"/>
            </a:xfrm>
            <a:custGeom>
              <a:avLst/>
              <a:gdLst/>
              <a:ahLst/>
              <a:cxnLst/>
              <a:rect l="0" t="0" r="r" b="b"/>
              <a:pathLst>
                <a:path w="206000" h="10">
                  <a:moveTo>
                    <a:pt x="0" y="0"/>
                  </a:moveTo>
                  <a:lnTo>
                    <a:pt x="206000" y="0"/>
                  </a:lnTo>
                </a:path>
              </a:pathLst>
            </a:custGeom>
            <a:noFill/>
            <a:ln w="6105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15" name="matrix-explicit" descr="Explicit"/>
            <p:cNvSpPr/>
            <p:nvPr/>
          </p:nvSpPr>
          <p:spPr>
            <a:xfrm>
              <a:off x="550977" y="757517"/>
              <a:ext cx="331712" cy="96368"/>
            </a:xfrm>
            <a:custGeom>
              <a:avLst/>
              <a:gdLst/>
              <a:ahLst/>
              <a:cxnLst/>
              <a:rect l="0" t="0" r="r" b="b"/>
              <a:pathLst>
                <a:path w="59768" h="17364">
                  <a:moveTo>
                    <a:pt x="7101" y="10303"/>
                  </a:moveTo>
                  <a:lnTo>
                    <a:pt x="7081" y="10303"/>
                  </a:lnTo>
                  <a:cubicBezTo>
                    <a:pt x="6590" y="10435"/>
                    <a:pt x="6080" y="10538"/>
                    <a:pt x="5549" y="10611"/>
                  </a:cubicBezTo>
                  <a:cubicBezTo>
                    <a:pt x="5019" y="10684"/>
                    <a:pt x="4482" y="10720"/>
                    <a:pt x="3938" y="10720"/>
                  </a:cubicBezTo>
                  <a:cubicBezTo>
                    <a:pt x="3686" y="10720"/>
                    <a:pt x="3444" y="10710"/>
                    <a:pt x="3212" y="10691"/>
                  </a:cubicBezTo>
                  <a:cubicBezTo>
                    <a:pt x="2980" y="10671"/>
                    <a:pt x="2738" y="10648"/>
                    <a:pt x="2486" y="10621"/>
                  </a:cubicBezTo>
                  <a:lnTo>
                    <a:pt x="2486" y="7598"/>
                  </a:lnTo>
                  <a:cubicBezTo>
                    <a:pt x="2632" y="7611"/>
                    <a:pt x="2748" y="7614"/>
                    <a:pt x="2834" y="7608"/>
                  </a:cubicBezTo>
                  <a:cubicBezTo>
                    <a:pt x="2920" y="7601"/>
                    <a:pt x="3036" y="7598"/>
                    <a:pt x="3182" y="7598"/>
                  </a:cubicBezTo>
                  <a:cubicBezTo>
                    <a:pt x="3779" y="7598"/>
                    <a:pt x="4369" y="7581"/>
                    <a:pt x="4952" y="7548"/>
                  </a:cubicBezTo>
                  <a:cubicBezTo>
                    <a:pt x="5536" y="7515"/>
                    <a:pt x="6119" y="7465"/>
                    <a:pt x="6703" y="7399"/>
                  </a:cubicBezTo>
                  <a:cubicBezTo>
                    <a:pt x="7008" y="7333"/>
                    <a:pt x="7233" y="7217"/>
                    <a:pt x="7379" y="7051"/>
                  </a:cubicBezTo>
                  <a:cubicBezTo>
                    <a:pt x="7525" y="6885"/>
                    <a:pt x="7598" y="6703"/>
                    <a:pt x="7598" y="6504"/>
                  </a:cubicBezTo>
                  <a:cubicBezTo>
                    <a:pt x="7598" y="6278"/>
                    <a:pt x="7495" y="6076"/>
                    <a:pt x="7290" y="5897"/>
                  </a:cubicBezTo>
                  <a:cubicBezTo>
                    <a:pt x="7084" y="5718"/>
                    <a:pt x="6796" y="5642"/>
                    <a:pt x="6424" y="5669"/>
                  </a:cubicBezTo>
                  <a:cubicBezTo>
                    <a:pt x="5881" y="5722"/>
                    <a:pt x="5347" y="5761"/>
                    <a:pt x="4823" y="5788"/>
                  </a:cubicBezTo>
                  <a:cubicBezTo>
                    <a:pt x="4299" y="5814"/>
                    <a:pt x="3779" y="5828"/>
                    <a:pt x="3262" y="5828"/>
                  </a:cubicBezTo>
                  <a:cubicBezTo>
                    <a:pt x="3116" y="5828"/>
                    <a:pt x="2983" y="5831"/>
                    <a:pt x="2864" y="5838"/>
                  </a:cubicBezTo>
                  <a:cubicBezTo>
                    <a:pt x="2745" y="5844"/>
                    <a:pt x="2619" y="5841"/>
                    <a:pt x="2486" y="5828"/>
                  </a:cubicBezTo>
                  <a:lnTo>
                    <a:pt x="2486" y="2506"/>
                  </a:lnTo>
                  <a:cubicBezTo>
                    <a:pt x="3017" y="2427"/>
                    <a:pt x="3544" y="2380"/>
                    <a:pt x="4067" y="2367"/>
                  </a:cubicBezTo>
                  <a:cubicBezTo>
                    <a:pt x="4591" y="2354"/>
                    <a:pt x="5125" y="2347"/>
                    <a:pt x="5669" y="2347"/>
                  </a:cubicBezTo>
                  <a:cubicBezTo>
                    <a:pt x="5973" y="2347"/>
                    <a:pt x="6275" y="2344"/>
                    <a:pt x="6573" y="2337"/>
                  </a:cubicBezTo>
                  <a:cubicBezTo>
                    <a:pt x="6872" y="2330"/>
                    <a:pt x="7154" y="2320"/>
                    <a:pt x="7419" y="2307"/>
                  </a:cubicBezTo>
                  <a:cubicBezTo>
                    <a:pt x="7737" y="2241"/>
                    <a:pt x="7972" y="2122"/>
                    <a:pt x="8125" y="1949"/>
                  </a:cubicBezTo>
                  <a:cubicBezTo>
                    <a:pt x="8277" y="1777"/>
                    <a:pt x="8354" y="1591"/>
                    <a:pt x="8354" y="1392"/>
                  </a:cubicBezTo>
                  <a:cubicBezTo>
                    <a:pt x="8354" y="1193"/>
                    <a:pt x="8241" y="1008"/>
                    <a:pt x="8015" y="835"/>
                  </a:cubicBezTo>
                  <a:cubicBezTo>
                    <a:pt x="7790" y="663"/>
                    <a:pt x="7512" y="570"/>
                    <a:pt x="7180" y="557"/>
                  </a:cubicBezTo>
                  <a:cubicBezTo>
                    <a:pt x="6902" y="570"/>
                    <a:pt x="6620" y="580"/>
                    <a:pt x="6335" y="587"/>
                  </a:cubicBezTo>
                  <a:cubicBezTo>
                    <a:pt x="6050" y="593"/>
                    <a:pt x="5761" y="597"/>
                    <a:pt x="5470" y="597"/>
                  </a:cubicBezTo>
                  <a:cubicBezTo>
                    <a:pt x="4661" y="597"/>
                    <a:pt x="3862" y="620"/>
                    <a:pt x="3073" y="666"/>
                  </a:cubicBezTo>
                  <a:cubicBezTo>
                    <a:pt x="2284" y="713"/>
                    <a:pt x="1518" y="849"/>
                    <a:pt x="776" y="1074"/>
                  </a:cubicBezTo>
                  <a:cubicBezTo>
                    <a:pt x="510" y="1180"/>
                    <a:pt x="315" y="1309"/>
                    <a:pt x="189" y="1462"/>
                  </a:cubicBezTo>
                  <a:cubicBezTo>
                    <a:pt x="63" y="1614"/>
                    <a:pt x="0" y="1777"/>
                    <a:pt x="0" y="1949"/>
                  </a:cubicBezTo>
                  <a:cubicBezTo>
                    <a:pt x="0" y="2108"/>
                    <a:pt x="43" y="2257"/>
                    <a:pt x="129" y="2397"/>
                  </a:cubicBezTo>
                  <a:cubicBezTo>
                    <a:pt x="215" y="2536"/>
                    <a:pt x="351" y="2639"/>
                    <a:pt x="537" y="2705"/>
                  </a:cubicBezTo>
                  <a:lnTo>
                    <a:pt x="537" y="11277"/>
                  </a:lnTo>
                  <a:cubicBezTo>
                    <a:pt x="510" y="11635"/>
                    <a:pt x="716" y="11934"/>
                    <a:pt x="1154" y="12172"/>
                  </a:cubicBezTo>
                  <a:cubicBezTo>
                    <a:pt x="2002" y="12385"/>
                    <a:pt x="2917" y="12491"/>
                    <a:pt x="3898" y="12491"/>
                  </a:cubicBezTo>
                  <a:cubicBezTo>
                    <a:pt x="4548" y="12491"/>
                    <a:pt x="5191" y="12448"/>
                    <a:pt x="5828" y="12361"/>
                  </a:cubicBezTo>
                  <a:cubicBezTo>
                    <a:pt x="6464" y="12275"/>
                    <a:pt x="7061" y="12152"/>
                    <a:pt x="7618" y="11993"/>
                  </a:cubicBezTo>
                  <a:cubicBezTo>
                    <a:pt x="7843" y="11874"/>
                    <a:pt x="8009" y="11738"/>
                    <a:pt x="8115" y="11586"/>
                  </a:cubicBezTo>
                  <a:cubicBezTo>
                    <a:pt x="8221" y="11433"/>
                    <a:pt x="8274" y="11284"/>
                    <a:pt x="8274" y="11138"/>
                  </a:cubicBezTo>
                  <a:cubicBezTo>
                    <a:pt x="8274" y="10899"/>
                    <a:pt x="8171" y="10694"/>
                    <a:pt x="7966" y="10522"/>
                  </a:cubicBezTo>
                  <a:cubicBezTo>
                    <a:pt x="7760" y="10349"/>
                    <a:pt x="7472" y="10276"/>
                    <a:pt x="7101" y="10303"/>
                  </a:cubicBezTo>
                  <a:close/>
                  <a:moveTo>
                    <a:pt x="16707" y="3779"/>
                  </a:moveTo>
                  <a:cubicBezTo>
                    <a:pt x="16243" y="4217"/>
                    <a:pt x="15796" y="4651"/>
                    <a:pt x="15365" y="5082"/>
                  </a:cubicBezTo>
                  <a:cubicBezTo>
                    <a:pt x="14934" y="5513"/>
                    <a:pt x="14513" y="5960"/>
                    <a:pt x="14102" y="6424"/>
                  </a:cubicBezTo>
                  <a:lnTo>
                    <a:pt x="12590" y="4893"/>
                  </a:lnTo>
                  <a:lnTo>
                    <a:pt x="11655" y="3938"/>
                  </a:lnTo>
                  <a:cubicBezTo>
                    <a:pt x="11509" y="3832"/>
                    <a:pt x="11370" y="3756"/>
                    <a:pt x="11238" y="3709"/>
                  </a:cubicBezTo>
                  <a:cubicBezTo>
                    <a:pt x="11105" y="3663"/>
                    <a:pt x="10986" y="3640"/>
                    <a:pt x="10880" y="3640"/>
                  </a:cubicBezTo>
                  <a:cubicBezTo>
                    <a:pt x="10614" y="3640"/>
                    <a:pt x="10392" y="3716"/>
                    <a:pt x="10213" y="3869"/>
                  </a:cubicBezTo>
                  <a:cubicBezTo>
                    <a:pt x="10034" y="4021"/>
                    <a:pt x="9945" y="4210"/>
                    <a:pt x="9945" y="4435"/>
                  </a:cubicBezTo>
                  <a:cubicBezTo>
                    <a:pt x="9945" y="4541"/>
                    <a:pt x="9971" y="4661"/>
                    <a:pt x="10024" y="4793"/>
                  </a:cubicBezTo>
                  <a:cubicBezTo>
                    <a:pt x="10077" y="4926"/>
                    <a:pt x="10177" y="5059"/>
                    <a:pt x="10323" y="5191"/>
                  </a:cubicBezTo>
                  <a:lnTo>
                    <a:pt x="10303" y="5191"/>
                  </a:lnTo>
                  <a:lnTo>
                    <a:pt x="11158" y="6106"/>
                  </a:lnTo>
                  <a:cubicBezTo>
                    <a:pt x="11436" y="6398"/>
                    <a:pt x="11722" y="6690"/>
                    <a:pt x="12013" y="6981"/>
                  </a:cubicBezTo>
                  <a:cubicBezTo>
                    <a:pt x="12305" y="7273"/>
                    <a:pt x="12590" y="7565"/>
                    <a:pt x="12869" y="7856"/>
                  </a:cubicBezTo>
                  <a:cubicBezTo>
                    <a:pt x="12391" y="8453"/>
                    <a:pt x="11924" y="9053"/>
                    <a:pt x="11466" y="9656"/>
                  </a:cubicBezTo>
                  <a:cubicBezTo>
                    <a:pt x="11009" y="10260"/>
                    <a:pt x="10588" y="10873"/>
                    <a:pt x="10203" y="11496"/>
                  </a:cubicBezTo>
                  <a:cubicBezTo>
                    <a:pt x="10071" y="11708"/>
                    <a:pt x="10004" y="11901"/>
                    <a:pt x="10004" y="12073"/>
                  </a:cubicBezTo>
                  <a:cubicBezTo>
                    <a:pt x="10004" y="12312"/>
                    <a:pt x="10097" y="12514"/>
                    <a:pt x="10283" y="12680"/>
                  </a:cubicBezTo>
                  <a:cubicBezTo>
                    <a:pt x="10469" y="12845"/>
                    <a:pt x="10694" y="12928"/>
                    <a:pt x="10959" y="12928"/>
                  </a:cubicBezTo>
                  <a:cubicBezTo>
                    <a:pt x="11291" y="12928"/>
                    <a:pt x="11582" y="12782"/>
                    <a:pt x="11834" y="12491"/>
                  </a:cubicBezTo>
                  <a:cubicBezTo>
                    <a:pt x="12219" y="11907"/>
                    <a:pt x="12600" y="11350"/>
                    <a:pt x="12978" y="10820"/>
                  </a:cubicBezTo>
                  <a:cubicBezTo>
                    <a:pt x="13356" y="10290"/>
                    <a:pt x="13737" y="9786"/>
                    <a:pt x="14122" y="9308"/>
                  </a:cubicBezTo>
                  <a:cubicBezTo>
                    <a:pt x="14997" y="10343"/>
                    <a:pt x="15806" y="11450"/>
                    <a:pt x="16548" y="12630"/>
                  </a:cubicBezTo>
                  <a:cubicBezTo>
                    <a:pt x="16681" y="12776"/>
                    <a:pt x="16827" y="12882"/>
                    <a:pt x="16986" y="12948"/>
                  </a:cubicBezTo>
                  <a:cubicBezTo>
                    <a:pt x="17145" y="13014"/>
                    <a:pt x="17297" y="13048"/>
                    <a:pt x="17443" y="13048"/>
                  </a:cubicBezTo>
                  <a:cubicBezTo>
                    <a:pt x="17735" y="13048"/>
                    <a:pt x="17973" y="12935"/>
                    <a:pt x="18159" y="12709"/>
                  </a:cubicBezTo>
                  <a:cubicBezTo>
                    <a:pt x="18345" y="12484"/>
                    <a:pt x="18385" y="12192"/>
                    <a:pt x="18278" y="11834"/>
                  </a:cubicBezTo>
                  <a:cubicBezTo>
                    <a:pt x="17841" y="11118"/>
                    <a:pt x="17383" y="10435"/>
                    <a:pt x="16906" y="9786"/>
                  </a:cubicBezTo>
                  <a:cubicBezTo>
                    <a:pt x="16429" y="9136"/>
                    <a:pt x="15912" y="8493"/>
                    <a:pt x="15355" y="7856"/>
                  </a:cubicBezTo>
                  <a:cubicBezTo>
                    <a:pt x="15792" y="7352"/>
                    <a:pt x="16250" y="6855"/>
                    <a:pt x="16727" y="6365"/>
                  </a:cubicBezTo>
                  <a:cubicBezTo>
                    <a:pt x="17204" y="5874"/>
                    <a:pt x="17682" y="5397"/>
                    <a:pt x="18159" y="4933"/>
                  </a:cubicBezTo>
                  <a:cubicBezTo>
                    <a:pt x="18305" y="4773"/>
                    <a:pt x="18378" y="4568"/>
                    <a:pt x="18378" y="4316"/>
                  </a:cubicBezTo>
                  <a:cubicBezTo>
                    <a:pt x="18378" y="4091"/>
                    <a:pt x="18288" y="3898"/>
                    <a:pt x="18109" y="3739"/>
                  </a:cubicBezTo>
                  <a:cubicBezTo>
                    <a:pt x="17930" y="3580"/>
                    <a:pt x="17715" y="3501"/>
                    <a:pt x="17463" y="3501"/>
                  </a:cubicBezTo>
                  <a:cubicBezTo>
                    <a:pt x="17330" y="3501"/>
                    <a:pt x="17198" y="3520"/>
                    <a:pt x="17065" y="3560"/>
                  </a:cubicBezTo>
                  <a:cubicBezTo>
                    <a:pt x="16933" y="3600"/>
                    <a:pt x="16813" y="3673"/>
                    <a:pt x="16707" y="3779"/>
                  </a:cubicBezTo>
                  <a:close/>
                  <a:moveTo>
                    <a:pt x="20228" y="4515"/>
                  </a:moveTo>
                  <a:lnTo>
                    <a:pt x="20228" y="16469"/>
                  </a:lnTo>
                  <a:cubicBezTo>
                    <a:pt x="20267" y="16773"/>
                    <a:pt x="20383" y="16999"/>
                    <a:pt x="20576" y="17145"/>
                  </a:cubicBezTo>
                  <a:cubicBezTo>
                    <a:pt x="20768" y="17291"/>
                    <a:pt x="20977" y="17364"/>
                    <a:pt x="21202" y="17364"/>
                  </a:cubicBezTo>
                  <a:cubicBezTo>
                    <a:pt x="21441" y="17364"/>
                    <a:pt x="21663" y="17284"/>
                    <a:pt x="21869" y="17125"/>
                  </a:cubicBezTo>
                  <a:cubicBezTo>
                    <a:pt x="22074" y="16966"/>
                    <a:pt x="22183" y="16720"/>
                    <a:pt x="22197" y="16389"/>
                  </a:cubicBezTo>
                  <a:lnTo>
                    <a:pt x="22197" y="12371"/>
                  </a:lnTo>
                  <a:cubicBezTo>
                    <a:pt x="22343" y="12398"/>
                    <a:pt x="22488" y="12411"/>
                    <a:pt x="22634" y="12411"/>
                  </a:cubicBezTo>
                  <a:lnTo>
                    <a:pt x="23092" y="12411"/>
                  </a:lnTo>
                  <a:cubicBezTo>
                    <a:pt x="23887" y="12411"/>
                    <a:pt x="24583" y="12302"/>
                    <a:pt x="25180" y="12083"/>
                  </a:cubicBezTo>
                  <a:cubicBezTo>
                    <a:pt x="25777" y="11864"/>
                    <a:pt x="26281" y="11562"/>
                    <a:pt x="26692" y="11178"/>
                  </a:cubicBezTo>
                  <a:cubicBezTo>
                    <a:pt x="27103" y="10793"/>
                    <a:pt x="27411" y="10336"/>
                    <a:pt x="27617" y="9806"/>
                  </a:cubicBezTo>
                  <a:cubicBezTo>
                    <a:pt x="27822" y="9275"/>
                    <a:pt x="27925" y="8692"/>
                    <a:pt x="27925" y="8055"/>
                  </a:cubicBezTo>
                  <a:cubicBezTo>
                    <a:pt x="27925" y="7485"/>
                    <a:pt x="27829" y="6941"/>
                    <a:pt x="27636" y="6424"/>
                  </a:cubicBezTo>
                  <a:cubicBezTo>
                    <a:pt x="27444" y="5907"/>
                    <a:pt x="27179" y="5456"/>
                    <a:pt x="26841" y="5072"/>
                  </a:cubicBezTo>
                  <a:cubicBezTo>
                    <a:pt x="26503" y="4687"/>
                    <a:pt x="26105" y="4382"/>
                    <a:pt x="25648" y="4157"/>
                  </a:cubicBezTo>
                  <a:cubicBezTo>
                    <a:pt x="25190" y="3931"/>
                    <a:pt x="24696" y="3819"/>
                    <a:pt x="24166" y="3819"/>
                  </a:cubicBezTo>
                  <a:cubicBezTo>
                    <a:pt x="23821" y="3819"/>
                    <a:pt x="23476" y="3865"/>
                    <a:pt x="23131" y="3958"/>
                  </a:cubicBezTo>
                  <a:cubicBezTo>
                    <a:pt x="22787" y="4051"/>
                    <a:pt x="22469" y="4190"/>
                    <a:pt x="22177" y="4376"/>
                  </a:cubicBezTo>
                  <a:cubicBezTo>
                    <a:pt x="22097" y="4150"/>
                    <a:pt x="21965" y="3978"/>
                    <a:pt x="21779" y="3859"/>
                  </a:cubicBezTo>
                  <a:cubicBezTo>
                    <a:pt x="21593" y="3739"/>
                    <a:pt x="21401" y="3680"/>
                    <a:pt x="21202" y="3680"/>
                  </a:cubicBezTo>
                  <a:cubicBezTo>
                    <a:pt x="20977" y="3680"/>
                    <a:pt x="20775" y="3749"/>
                    <a:pt x="20596" y="3888"/>
                  </a:cubicBezTo>
                  <a:cubicBezTo>
                    <a:pt x="20417" y="4028"/>
                    <a:pt x="20294" y="4236"/>
                    <a:pt x="20228" y="4515"/>
                  </a:cubicBezTo>
                  <a:close/>
                  <a:moveTo>
                    <a:pt x="22197" y="6941"/>
                  </a:moveTo>
                  <a:lnTo>
                    <a:pt x="22336" y="6782"/>
                  </a:lnTo>
                  <a:cubicBezTo>
                    <a:pt x="22561" y="6491"/>
                    <a:pt x="22833" y="6209"/>
                    <a:pt x="23151" y="5937"/>
                  </a:cubicBezTo>
                  <a:cubicBezTo>
                    <a:pt x="23470" y="5665"/>
                    <a:pt x="23834" y="5529"/>
                    <a:pt x="24245" y="5529"/>
                  </a:cubicBezTo>
                  <a:cubicBezTo>
                    <a:pt x="24497" y="5529"/>
                    <a:pt x="24733" y="5609"/>
                    <a:pt x="24951" y="5768"/>
                  </a:cubicBezTo>
                  <a:cubicBezTo>
                    <a:pt x="25170" y="5927"/>
                    <a:pt x="25359" y="6133"/>
                    <a:pt x="25518" y="6385"/>
                  </a:cubicBezTo>
                  <a:cubicBezTo>
                    <a:pt x="25677" y="6636"/>
                    <a:pt x="25800" y="6918"/>
                    <a:pt x="25886" y="7230"/>
                  </a:cubicBezTo>
                  <a:cubicBezTo>
                    <a:pt x="25972" y="7541"/>
                    <a:pt x="26015" y="7850"/>
                    <a:pt x="26015" y="8155"/>
                  </a:cubicBezTo>
                  <a:cubicBezTo>
                    <a:pt x="26015" y="8950"/>
                    <a:pt x="25737" y="9573"/>
                    <a:pt x="25180" y="10024"/>
                  </a:cubicBezTo>
                  <a:cubicBezTo>
                    <a:pt x="24623" y="10475"/>
                    <a:pt x="23927" y="10701"/>
                    <a:pt x="23092" y="10701"/>
                  </a:cubicBezTo>
                  <a:cubicBezTo>
                    <a:pt x="22800" y="10701"/>
                    <a:pt x="22502" y="10667"/>
                    <a:pt x="22197" y="10601"/>
                  </a:cubicBezTo>
                  <a:close/>
                  <a:moveTo>
                    <a:pt x="32082" y="11436"/>
                  </a:moveTo>
                  <a:lnTo>
                    <a:pt x="31982" y="11387"/>
                  </a:lnTo>
                  <a:cubicBezTo>
                    <a:pt x="31943" y="11367"/>
                    <a:pt x="31909" y="11344"/>
                    <a:pt x="31883" y="11317"/>
                  </a:cubicBezTo>
                  <a:lnTo>
                    <a:pt x="31883" y="776"/>
                  </a:lnTo>
                  <a:cubicBezTo>
                    <a:pt x="31790" y="524"/>
                    <a:pt x="31657" y="335"/>
                    <a:pt x="31485" y="209"/>
                  </a:cubicBezTo>
                  <a:cubicBezTo>
                    <a:pt x="31313" y="83"/>
                    <a:pt x="31114" y="20"/>
                    <a:pt x="30888" y="20"/>
                  </a:cubicBezTo>
                  <a:cubicBezTo>
                    <a:pt x="30663" y="20"/>
                    <a:pt x="30464" y="90"/>
                    <a:pt x="30292" y="229"/>
                  </a:cubicBezTo>
                  <a:cubicBezTo>
                    <a:pt x="30119" y="368"/>
                    <a:pt x="30000" y="570"/>
                    <a:pt x="29934" y="835"/>
                  </a:cubicBezTo>
                  <a:lnTo>
                    <a:pt x="29934" y="11735"/>
                  </a:lnTo>
                  <a:cubicBezTo>
                    <a:pt x="29960" y="11894"/>
                    <a:pt x="29993" y="12020"/>
                    <a:pt x="30033" y="12113"/>
                  </a:cubicBezTo>
                  <a:cubicBezTo>
                    <a:pt x="30073" y="12206"/>
                    <a:pt x="30152" y="12305"/>
                    <a:pt x="30272" y="12411"/>
                  </a:cubicBezTo>
                  <a:lnTo>
                    <a:pt x="31127" y="12968"/>
                  </a:lnTo>
                  <a:cubicBezTo>
                    <a:pt x="31326" y="13074"/>
                    <a:pt x="31515" y="13124"/>
                    <a:pt x="31694" y="13117"/>
                  </a:cubicBezTo>
                  <a:cubicBezTo>
                    <a:pt x="31873" y="13110"/>
                    <a:pt x="32029" y="13067"/>
                    <a:pt x="32161" y="12988"/>
                  </a:cubicBezTo>
                  <a:cubicBezTo>
                    <a:pt x="32294" y="12908"/>
                    <a:pt x="32400" y="12802"/>
                    <a:pt x="32480" y="12670"/>
                  </a:cubicBezTo>
                  <a:cubicBezTo>
                    <a:pt x="32559" y="12537"/>
                    <a:pt x="32599" y="12391"/>
                    <a:pt x="32599" y="12232"/>
                  </a:cubicBezTo>
                  <a:cubicBezTo>
                    <a:pt x="32599" y="11954"/>
                    <a:pt x="32427" y="11688"/>
                    <a:pt x="32082" y="11436"/>
                  </a:cubicBezTo>
                  <a:close/>
                  <a:moveTo>
                    <a:pt x="37193" y="11814"/>
                  </a:moveTo>
                  <a:lnTo>
                    <a:pt x="37134" y="4276"/>
                  </a:lnTo>
                  <a:cubicBezTo>
                    <a:pt x="37067" y="4011"/>
                    <a:pt x="36941" y="3815"/>
                    <a:pt x="36756" y="3690"/>
                  </a:cubicBezTo>
                  <a:cubicBezTo>
                    <a:pt x="36570" y="3564"/>
                    <a:pt x="36371" y="3501"/>
                    <a:pt x="36159" y="3501"/>
                  </a:cubicBezTo>
                  <a:cubicBezTo>
                    <a:pt x="35920" y="3501"/>
                    <a:pt x="35715" y="3570"/>
                    <a:pt x="35543" y="3709"/>
                  </a:cubicBezTo>
                  <a:cubicBezTo>
                    <a:pt x="35370" y="3849"/>
                    <a:pt x="35251" y="4057"/>
                    <a:pt x="35185" y="4336"/>
                  </a:cubicBezTo>
                  <a:lnTo>
                    <a:pt x="35244" y="11894"/>
                  </a:lnTo>
                  <a:cubicBezTo>
                    <a:pt x="35284" y="12199"/>
                    <a:pt x="35397" y="12424"/>
                    <a:pt x="35582" y="12570"/>
                  </a:cubicBezTo>
                  <a:cubicBezTo>
                    <a:pt x="35768" y="12716"/>
                    <a:pt x="35980" y="12789"/>
                    <a:pt x="36219" y="12789"/>
                  </a:cubicBezTo>
                  <a:cubicBezTo>
                    <a:pt x="36457" y="12789"/>
                    <a:pt x="36676" y="12709"/>
                    <a:pt x="36875" y="12550"/>
                  </a:cubicBezTo>
                  <a:cubicBezTo>
                    <a:pt x="37074" y="12391"/>
                    <a:pt x="37180" y="12146"/>
                    <a:pt x="37193" y="11814"/>
                  </a:cubicBezTo>
                  <a:close/>
                  <a:moveTo>
                    <a:pt x="35045" y="1173"/>
                  </a:moveTo>
                  <a:cubicBezTo>
                    <a:pt x="35045" y="1478"/>
                    <a:pt x="35155" y="1737"/>
                    <a:pt x="35373" y="1949"/>
                  </a:cubicBezTo>
                  <a:cubicBezTo>
                    <a:pt x="35592" y="2161"/>
                    <a:pt x="35854" y="2267"/>
                    <a:pt x="36159" y="2267"/>
                  </a:cubicBezTo>
                  <a:cubicBezTo>
                    <a:pt x="36477" y="2267"/>
                    <a:pt x="36746" y="2161"/>
                    <a:pt x="36965" y="1949"/>
                  </a:cubicBezTo>
                  <a:cubicBezTo>
                    <a:pt x="37183" y="1737"/>
                    <a:pt x="37293" y="1478"/>
                    <a:pt x="37293" y="1173"/>
                  </a:cubicBezTo>
                  <a:cubicBezTo>
                    <a:pt x="37293" y="869"/>
                    <a:pt x="37183" y="607"/>
                    <a:pt x="36965" y="388"/>
                  </a:cubicBezTo>
                  <a:cubicBezTo>
                    <a:pt x="36746" y="169"/>
                    <a:pt x="36477" y="60"/>
                    <a:pt x="36159" y="60"/>
                  </a:cubicBezTo>
                  <a:cubicBezTo>
                    <a:pt x="35854" y="60"/>
                    <a:pt x="35592" y="169"/>
                    <a:pt x="35373" y="388"/>
                  </a:cubicBezTo>
                  <a:cubicBezTo>
                    <a:pt x="35155" y="607"/>
                    <a:pt x="35045" y="869"/>
                    <a:pt x="35045" y="1173"/>
                  </a:cubicBezTo>
                  <a:close/>
                  <a:moveTo>
                    <a:pt x="44672" y="10263"/>
                  </a:moveTo>
                  <a:lnTo>
                    <a:pt x="44652" y="10263"/>
                  </a:lnTo>
                  <a:cubicBezTo>
                    <a:pt x="44427" y="10502"/>
                    <a:pt x="44188" y="10681"/>
                    <a:pt x="43936" y="10800"/>
                  </a:cubicBezTo>
                  <a:cubicBezTo>
                    <a:pt x="43684" y="10919"/>
                    <a:pt x="43445" y="10979"/>
                    <a:pt x="43220" y="10979"/>
                  </a:cubicBezTo>
                  <a:cubicBezTo>
                    <a:pt x="42915" y="10979"/>
                    <a:pt x="42623" y="10886"/>
                    <a:pt x="42345" y="10701"/>
                  </a:cubicBezTo>
                  <a:cubicBezTo>
                    <a:pt x="42066" y="10515"/>
                    <a:pt x="41841" y="10223"/>
                    <a:pt x="41669" y="9825"/>
                  </a:cubicBezTo>
                  <a:cubicBezTo>
                    <a:pt x="41576" y="9627"/>
                    <a:pt x="41513" y="9414"/>
                    <a:pt x="41480" y="9189"/>
                  </a:cubicBezTo>
                  <a:cubicBezTo>
                    <a:pt x="41446" y="8964"/>
                    <a:pt x="41430" y="8738"/>
                    <a:pt x="41430" y="8513"/>
                  </a:cubicBezTo>
                  <a:cubicBezTo>
                    <a:pt x="41430" y="8102"/>
                    <a:pt x="41490" y="7697"/>
                    <a:pt x="41609" y="7299"/>
                  </a:cubicBezTo>
                  <a:cubicBezTo>
                    <a:pt x="41728" y="6902"/>
                    <a:pt x="41887" y="6544"/>
                    <a:pt x="42086" y="6225"/>
                  </a:cubicBezTo>
                  <a:cubicBezTo>
                    <a:pt x="42285" y="5907"/>
                    <a:pt x="42524" y="5652"/>
                    <a:pt x="42802" y="5460"/>
                  </a:cubicBezTo>
                  <a:cubicBezTo>
                    <a:pt x="43081" y="5267"/>
                    <a:pt x="43379" y="5171"/>
                    <a:pt x="43697" y="5171"/>
                  </a:cubicBezTo>
                  <a:cubicBezTo>
                    <a:pt x="43936" y="5171"/>
                    <a:pt x="44185" y="5234"/>
                    <a:pt x="44443" y="5360"/>
                  </a:cubicBezTo>
                  <a:cubicBezTo>
                    <a:pt x="44702" y="5486"/>
                    <a:pt x="44970" y="5695"/>
                    <a:pt x="45249" y="5987"/>
                  </a:cubicBezTo>
                  <a:cubicBezTo>
                    <a:pt x="45461" y="6093"/>
                    <a:pt x="45663" y="6149"/>
                    <a:pt x="45855" y="6156"/>
                  </a:cubicBezTo>
                  <a:cubicBezTo>
                    <a:pt x="46048" y="6162"/>
                    <a:pt x="46213" y="6133"/>
                    <a:pt x="46352" y="6066"/>
                  </a:cubicBezTo>
                  <a:cubicBezTo>
                    <a:pt x="46492" y="6000"/>
                    <a:pt x="46601" y="5901"/>
                    <a:pt x="46681" y="5768"/>
                  </a:cubicBezTo>
                  <a:cubicBezTo>
                    <a:pt x="46760" y="5635"/>
                    <a:pt x="46800" y="5483"/>
                    <a:pt x="46800" y="5310"/>
                  </a:cubicBezTo>
                  <a:cubicBezTo>
                    <a:pt x="46800" y="5151"/>
                    <a:pt x="46734" y="4959"/>
                    <a:pt x="46601" y="4734"/>
                  </a:cubicBezTo>
                  <a:cubicBezTo>
                    <a:pt x="46296" y="4429"/>
                    <a:pt x="45994" y="4190"/>
                    <a:pt x="45696" y="4018"/>
                  </a:cubicBezTo>
                  <a:cubicBezTo>
                    <a:pt x="45398" y="3845"/>
                    <a:pt x="45063" y="3693"/>
                    <a:pt x="44692" y="3560"/>
                  </a:cubicBezTo>
                  <a:cubicBezTo>
                    <a:pt x="44506" y="3494"/>
                    <a:pt x="44327" y="3451"/>
                    <a:pt x="44155" y="3431"/>
                  </a:cubicBezTo>
                  <a:cubicBezTo>
                    <a:pt x="43982" y="3411"/>
                    <a:pt x="43803" y="3401"/>
                    <a:pt x="43618" y="3401"/>
                  </a:cubicBezTo>
                  <a:cubicBezTo>
                    <a:pt x="43021" y="3401"/>
                    <a:pt x="42474" y="3547"/>
                    <a:pt x="41977" y="3839"/>
                  </a:cubicBezTo>
                  <a:cubicBezTo>
                    <a:pt x="41480" y="4130"/>
                    <a:pt x="41052" y="4508"/>
                    <a:pt x="40694" y="4972"/>
                  </a:cubicBezTo>
                  <a:cubicBezTo>
                    <a:pt x="40336" y="5436"/>
                    <a:pt x="40054" y="5950"/>
                    <a:pt x="39849" y="6514"/>
                  </a:cubicBezTo>
                  <a:cubicBezTo>
                    <a:pt x="39643" y="7077"/>
                    <a:pt x="39520" y="7638"/>
                    <a:pt x="39481" y="8194"/>
                  </a:cubicBezTo>
                  <a:cubicBezTo>
                    <a:pt x="39414" y="8977"/>
                    <a:pt x="39547" y="9746"/>
                    <a:pt x="39878" y="10502"/>
                  </a:cubicBezTo>
                  <a:lnTo>
                    <a:pt x="39878" y="10482"/>
                  </a:lnTo>
                  <a:cubicBezTo>
                    <a:pt x="40011" y="10853"/>
                    <a:pt x="40197" y="11178"/>
                    <a:pt x="40435" y="11456"/>
                  </a:cubicBezTo>
                  <a:cubicBezTo>
                    <a:pt x="40674" y="11735"/>
                    <a:pt x="40943" y="11970"/>
                    <a:pt x="41241" y="12162"/>
                  </a:cubicBezTo>
                  <a:cubicBezTo>
                    <a:pt x="41539" y="12355"/>
                    <a:pt x="41857" y="12497"/>
                    <a:pt x="42196" y="12590"/>
                  </a:cubicBezTo>
                  <a:cubicBezTo>
                    <a:pt x="42534" y="12683"/>
                    <a:pt x="42875" y="12729"/>
                    <a:pt x="43220" y="12729"/>
                  </a:cubicBezTo>
                  <a:cubicBezTo>
                    <a:pt x="43750" y="12729"/>
                    <a:pt x="44261" y="12630"/>
                    <a:pt x="44751" y="12431"/>
                  </a:cubicBezTo>
                  <a:cubicBezTo>
                    <a:pt x="45242" y="12232"/>
                    <a:pt x="45673" y="11927"/>
                    <a:pt x="46044" y="11516"/>
                  </a:cubicBezTo>
                  <a:cubicBezTo>
                    <a:pt x="46243" y="11277"/>
                    <a:pt x="46343" y="11045"/>
                    <a:pt x="46343" y="10820"/>
                  </a:cubicBezTo>
                  <a:cubicBezTo>
                    <a:pt x="46343" y="10594"/>
                    <a:pt x="46256" y="10399"/>
                    <a:pt x="46084" y="10233"/>
                  </a:cubicBezTo>
                  <a:cubicBezTo>
                    <a:pt x="45912" y="10067"/>
                    <a:pt x="45693" y="9985"/>
                    <a:pt x="45428" y="9985"/>
                  </a:cubicBezTo>
                  <a:cubicBezTo>
                    <a:pt x="45295" y="9985"/>
                    <a:pt x="45162" y="10004"/>
                    <a:pt x="45030" y="10044"/>
                  </a:cubicBezTo>
                  <a:cubicBezTo>
                    <a:pt x="44897" y="10084"/>
                    <a:pt x="44778" y="10157"/>
                    <a:pt x="44672" y="10263"/>
                  </a:cubicBezTo>
                  <a:close/>
                  <a:moveTo>
                    <a:pt x="50559" y="11814"/>
                  </a:moveTo>
                  <a:lnTo>
                    <a:pt x="50499" y="4276"/>
                  </a:lnTo>
                  <a:cubicBezTo>
                    <a:pt x="50433" y="4011"/>
                    <a:pt x="50307" y="3815"/>
                    <a:pt x="50122" y="3690"/>
                  </a:cubicBezTo>
                  <a:cubicBezTo>
                    <a:pt x="49936" y="3564"/>
                    <a:pt x="49737" y="3501"/>
                    <a:pt x="49525" y="3501"/>
                  </a:cubicBezTo>
                  <a:cubicBezTo>
                    <a:pt x="49286" y="3501"/>
                    <a:pt x="49081" y="3570"/>
                    <a:pt x="48908" y="3709"/>
                  </a:cubicBezTo>
                  <a:cubicBezTo>
                    <a:pt x="48736" y="3849"/>
                    <a:pt x="48617" y="4057"/>
                    <a:pt x="48550" y="4336"/>
                  </a:cubicBezTo>
                  <a:lnTo>
                    <a:pt x="48610" y="11894"/>
                  </a:lnTo>
                  <a:cubicBezTo>
                    <a:pt x="48650" y="12199"/>
                    <a:pt x="48762" y="12424"/>
                    <a:pt x="48948" y="12570"/>
                  </a:cubicBezTo>
                  <a:cubicBezTo>
                    <a:pt x="49134" y="12716"/>
                    <a:pt x="49346" y="12789"/>
                    <a:pt x="49585" y="12789"/>
                  </a:cubicBezTo>
                  <a:cubicBezTo>
                    <a:pt x="49823" y="12789"/>
                    <a:pt x="50042" y="12709"/>
                    <a:pt x="50241" y="12550"/>
                  </a:cubicBezTo>
                  <a:cubicBezTo>
                    <a:pt x="50440" y="12391"/>
                    <a:pt x="50546" y="12146"/>
                    <a:pt x="50559" y="11814"/>
                  </a:cubicBezTo>
                  <a:close/>
                  <a:moveTo>
                    <a:pt x="48411" y="1173"/>
                  </a:moveTo>
                  <a:cubicBezTo>
                    <a:pt x="48411" y="1478"/>
                    <a:pt x="48520" y="1737"/>
                    <a:pt x="48739" y="1949"/>
                  </a:cubicBezTo>
                  <a:cubicBezTo>
                    <a:pt x="48958" y="2161"/>
                    <a:pt x="49220" y="2267"/>
                    <a:pt x="49525" y="2267"/>
                  </a:cubicBezTo>
                  <a:cubicBezTo>
                    <a:pt x="49843" y="2267"/>
                    <a:pt x="50112" y="2161"/>
                    <a:pt x="50330" y="1949"/>
                  </a:cubicBezTo>
                  <a:cubicBezTo>
                    <a:pt x="50549" y="1737"/>
                    <a:pt x="50659" y="1478"/>
                    <a:pt x="50659" y="1173"/>
                  </a:cubicBezTo>
                  <a:cubicBezTo>
                    <a:pt x="50659" y="869"/>
                    <a:pt x="50549" y="607"/>
                    <a:pt x="50330" y="388"/>
                  </a:cubicBezTo>
                  <a:cubicBezTo>
                    <a:pt x="50112" y="169"/>
                    <a:pt x="49843" y="60"/>
                    <a:pt x="49525" y="60"/>
                  </a:cubicBezTo>
                  <a:cubicBezTo>
                    <a:pt x="49220" y="60"/>
                    <a:pt x="48958" y="169"/>
                    <a:pt x="48739" y="388"/>
                  </a:cubicBezTo>
                  <a:cubicBezTo>
                    <a:pt x="48520" y="607"/>
                    <a:pt x="48411" y="869"/>
                    <a:pt x="48411" y="1173"/>
                  </a:cubicBezTo>
                  <a:close/>
                  <a:moveTo>
                    <a:pt x="54219" y="5629"/>
                  </a:moveTo>
                  <a:lnTo>
                    <a:pt x="55213" y="5629"/>
                  </a:lnTo>
                  <a:lnTo>
                    <a:pt x="55213" y="8672"/>
                  </a:lnTo>
                  <a:cubicBezTo>
                    <a:pt x="55213" y="9202"/>
                    <a:pt x="55217" y="9736"/>
                    <a:pt x="55223" y="10273"/>
                  </a:cubicBezTo>
                  <a:cubicBezTo>
                    <a:pt x="55230" y="10810"/>
                    <a:pt x="55233" y="11330"/>
                    <a:pt x="55233" y="11834"/>
                  </a:cubicBezTo>
                  <a:cubicBezTo>
                    <a:pt x="55273" y="12139"/>
                    <a:pt x="55389" y="12365"/>
                    <a:pt x="55581" y="12510"/>
                  </a:cubicBezTo>
                  <a:cubicBezTo>
                    <a:pt x="55773" y="12656"/>
                    <a:pt x="55982" y="12729"/>
                    <a:pt x="56208" y="12729"/>
                  </a:cubicBezTo>
                  <a:cubicBezTo>
                    <a:pt x="56433" y="12729"/>
                    <a:pt x="56652" y="12650"/>
                    <a:pt x="56864" y="12491"/>
                  </a:cubicBezTo>
                  <a:cubicBezTo>
                    <a:pt x="57076" y="12331"/>
                    <a:pt x="57182" y="12086"/>
                    <a:pt x="57182" y="11755"/>
                  </a:cubicBezTo>
                  <a:cubicBezTo>
                    <a:pt x="57182" y="11344"/>
                    <a:pt x="57179" y="10933"/>
                    <a:pt x="57172" y="10522"/>
                  </a:cubicBezTo>
                  <a:cubicBezTo>
                    <a:pt x="57166" y="10110"/>
                    <a:pt x="57162" y="9699"/>
                    <a:pt x="57162" y="9288"/>
                  </a:cubicBezTo>
                  <a:lnTo>
                    <a:pt x="57162" y="5629"/>
                  </a:lnTo>
                  <a:lnTo>
                    <a:pt x="58853" y="5629"/>
                  </a:lnTo>
                  <a:cubicBezTo>
                    <a:pt x="59463" y="5470"/>
                    <a:pt x="59768" y="5178"/>
                    <a:pt x="59768" y="4754"/>
                  </a:cubicBezTo>
                  <a:cubicBezTo>
                    <a:pt x="59768" y="4568"/>
                    <a:pt x="59698" y="4396"/>
                    <a:pt x="59559" y="4236"/>
                  </a:cubicBezTo>
                  <a:cubicBezTo>
                    <a:pt x="59420" y="4077"/>
                    <a:pt x="59204" y="3958"/>
                    <a:pt x="58913" y="3878"/>
                  </a:cubicBezTo>
                  <a:lnTo>
                    <a:pt x="57162" y="3878"/>
                  </a:lnTo>
                  <a:lnTo>
                    <a:pt x="57162" y="776"/>
                  </a:lnTo>
                  <a:cubicBezTo>
                    <a:pt x="57096" y="510"/>
                    <a:pt x="56970" y="315"/>
                    <a:pt x="56785" y="189"/>
                  </a:cubicBezTo>
                  <a:cubicBezTo>
                    <a:pt x="56599" y="63"/>
                    <a:pt x="56400" y="0"/>
                    <a:pt x="56188" y="0"/>
                  </a:cubicBezTo>
                  <a:cubicBezTo>
                    <a:pt x="55962" y="0"/>
                    <a:pt x="55760" y="70"/>
                    <a:pt x="55581" y="209"/>
                  </a:cubicBezTo>
                  <a:cubicBezTo>
                    <a:pt x="55402" y="348"/>
                    <a:pt x="55280" y="557"/>
                    <a:pt x="55213" y="835"/>
                  </a:cubicBezTo>
                  <a:lnTo>
                    <a:pt x="55213" y="3878"/>
                  </a:lnTo>
                  <a:lnTo>
                    <a:pt x="54298" y="3878"/>
                  </a:lnTo>
                  <a:cubicBezTo>
                    <a:pt x="53940" y="3878"/>
                    <a:pt x="53672" y="3971"/>
                    <a:pt x="53493" y="4157"/>
                  </a:cubicBezTo>
                  <a:cubicBezTo>
                    <a:pt x="53314" y="4343"/>
                    <a:pt x="53224" y="4541"/>
                    <a:pt x="53224" y="4754"/>
                  </a:cubicBezTo>
                  <a:cubicBezTo>
                    <a:pt x="53224" y="4966"/>
                    <a:pt x="53307" y="5151"/>
                    <a:pt x="53473" y="5310"/>
                  </a:cubicBezTo>
                  <a:cubicBezTo>
                    <a:pt x="53639" y="5470"/>
                    <a:pt x="53887" y="5576"/>
                    <a:pt x="54219" y="5629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6" name="matrix-implicit" descr="Implicit"/>
            <p:cNvSpPr/>
            <p:nvPr/>
          </p:nvSpPr>
          <p:spPr>
            <a:xfrm>
              <a:off x="925893" y="757517"/>
              <a:ext cx="338004" cy="96368"/>
            </a:xfrm>
            <a:custGeom>
              <a:avLst/>
              <a:gdLst/>
              <a:ahLst/>
              <a:cxnLst/>
              <a:rect l="0" t="0" r="r" b="b"/>
              <a:pathLst>
                <a:path w="60902" h="17364">
                  <a:moveTo>
                    <a:pt x="4018" y="10720"/>
                  </a:moveTo>
                  <a:lnTo>
                    <a:pt x="4018" y="2287"/>
                  </a:lnTo>
                  <a:lnTo>
                    <a:pt x="5072" y="2287"/>
                  </a:lnTo>
                  <a:cubicBezTo>
                    <a:pt x="5377" y="2221"/>
                    <a:pt x="5606" y="2105"/>
                    <a:pt x="5758" y="1939"/>
                  </a:cubicBezTo>
                  <a:cubicBezTo>
                    <a:pt x="5910" y="1773"/>
                    <a:pt x="5987" y="1598"/>
                    <a:pt x="5987" y="1412"/>
                  </a:cubicBezTo>
                  <a:cubicBezTo>
                    <a:pt x="5987" y="1240"/>
                    <a:pt x="5917" y="1071"/>
                    <a:pt x="5778" y="905"/>
                  </a:cubicBezTo>
                  <a:cubicBezTo>
                    <a:pt x="5639" y="739"/>
                    <a:pt x="5430" y="610"/>
                    <a:pt x="5151" y="517"/>
                  </a:cubicBezTo>
                  <a:lnTo>
                    <a:pt x="1034" y="517"/>
                  </a:lnTo>
                  <a:cubicBezTo>
                    <a:pt x="690" y="544"/>
                    <a:pt x="431" y="640"/>
                    <a:pt x="259" y="806"/>
                  </a:cubicBezTo>
                  <a:cubicBezTo>
                    <a:pt x="86" y="971"/>
                    <a:pt x="0" y="1160"/>
                    <a:pt x="0" y="1372"/>
                  </a:cubicBezTo>
                  <a:cubicBezTo>
                    <a:pt x="0" y="1585"/>
                    <a:pt x="80" y="1777"/>
                    <a:pt x="239" y="1949"/>
                  </a:cubicBezTo>
                  <a:cubicBezTo>
                    <a:pt x="398" y="2122"/>
                    <a:pt x="643" y="2234"/>
                    <a:pt x="975" y="2287"/>
                  </a:cubicBezTo>
                  <a:lnTo>
                    <a:pt x="2049" y="2287"/>
                  </a:lnTo>
                  <a:lnTo>
                    <a:pt x="2049" y="10681"/>
                  </a:lnTo>
                  <a:cubicBezTo>
                    <a:pt x="1863" y="10667"/>
                    <a:pt x="1701" y="10664"/>
                    <a:pt x="1561" y="10671"/>
                  </a:cubicBezTo>
                  <a:cubicBezTo>
                    <a:pt x="1422" y="10677"/>
                    <a:pt x="1253" y="10681"/>
                    <a:pt x="1054" y="10681"/>
                  </a:cubicBezTo>
                  <a:cubicBezTo>
                    <a:pt x="709" y="10707"/>
                    <a:pt x="451" y="10803"/>
                    <a:pt x="278" y="10969"/>
                  </a:cubicBezTo>
                  <a:cubicBezTo>
                    <a:pt x="106" y="11135"/>
                    <a:pt x="20" y="11330"/>
                    <a:pt x="20" y="11556"/>
                  </a:cubicBezTo>
                  <a:cubicBezTo>
                    <a:pt x="20" y="11755"/>
                    <a:pt x="99" y="11940"/>
                    <a:pt x="259" y="12113"/>
                  </a:cubicBezTo>
                  <a:cubicBezTo>
                    <a:pt x="418" y="12285"/>
                    <a:pt x="663" y="12398"/>
                    <a:pt x="994" y="12451"/>
                  </a:cubicBezTo>
                  <a:lnTo>
                    <a:pt x="4376" y="12451"/>
                  </a:lnTo>
                  <a:cubicBezTo>
                    <a:pt x="4628" y="12451"/>
                    <a:pt x="4873" y="12444"/>
                    <a:pt x="5112" y="12431"/>
                  </a:cubicBezTo>
                  <a:cubicBezTo>
                    <a:pt x="5430" y="12365"/>
                    <a:pt x="5665" y="12245"/>
                    <a:pt x="5818" y="12073"/>
                  </a:cubicBezTo>
                  <a:cubicBezTo>
                    <a:pt x="5970" y="11901"/>
                    <a:pt x="6046" y="11722"/>
                    <a:pt x="6046" y="11536"/>
                  </a:cubicBezTo>
                  <a:cubicBezTo>
                    <a:pt x="6046" y="11310"/>
                    <a:pt x="5944" y="11105"/>
                    <a:pt x="5738" y="10919"/>
                  </a:cubicBezTo>
                  <a:cubicBezTo>
                    <a:pt x="5533" y="10734"/>
                    <a:pt x="5238" y="10654"/>
                    <a:pt x="4853" y="10681"/>
                  </a:cubicBezTo>
                  <a:lnTo>
                    <a:pt x="4773" y="10681"/>
                  </a:lnTo>
                  <a:cubicBezTo>
                    <a:pt x="4628" y="10694"/>
                    <a:pt x="4502" y="10704"/>
                    <a:pt x="4396" y="10710"/>
                  </a:cubicBezTo>
                  <a:cubicBezTo>
                    <a:pt x="4290" y="10717"/>
                    <a:pt x="4164" y="10720"/>
                    <a:pt x="4018" y="10720"/>
                  </a:cubicBezTo>
                  <a:close/>
                  <a:moveTo>
                    <a:pt x="12729" y="11834"/>
                  </a:moveTo>
                  <a:cubicBezTo>
                    <a:pt x="12769" y="12139"/>
                    <a:pt x="12882" y="12365"/>
                    <a:pt x="13067" y="12510"/>
                  </a:cubicBezTo>
                  <a:cubicBezTo>
                    <a:pt x="13253" y="12656"/>
                    <a:pt x="13465" y="12729"/>
                    <a:pt x="13704" y="12729"/>
                  </a:cubicBezTo>
                  <a:cubicBezTo>
                    <a:pt x="13943" y="12729"/>
                    <a:pt x="14161" y="12650"/>
                    <a:pt x="14360" y="12491"/>
                  </a:cubicBezTo>
                  <a:cubicBezTo>
                    <a:pt x="14559" y="12331"/>
                    <a:pt x="14665" y="12086"/>
                    <a:pt x="14678" y="11755"/>
                  </a:cubicBezTo>
                  <a:lnTo>
                    <a:pt x="14659" y="6504"/>
                  </a:lnTo>
                  <a:cubicBezTo>
                    <a:pt x="14844" y="6066"/>
                    <a:pt x="15056" y="5768"/>
                    <a:pt x="15295" y="5609"/>
                  </a:cubicBezTo>
                  <a:cubicBezTo>
                    <a:pt x="15534" y="5450"/>
                    <a:pt x="15806" y="5370"/>
                    <a:pt x="16110" y="5370"/>
                  </a:cubicBezTo>
                  <a:cubicBezTo>
                    <a:pt x="16362" y="5370"/>
                    <a:pt x="16621" y="5453"/>
                    <a:pt x="16886" y="5619"/>
                  </a:cubicBezTo>
                  <a:cubicBezTo>
                    <a:pt x="17151" y="5785"/>
                    <a:pt x="17357" y="6073"/>
                    <a:pt x="17503" y="6484"/>
                  </a:cubicBezTo>
                  <a:lnTo>
                    <a:pt x="17503" y="11854"/>
                  </a:lnTo>
                  <a:cubicBezTo>
                    <a:pt x="17543" y="12159"/>
                    <a:pt x="17655" y="12385"/>
                    <a:pt x="17841" y="12530"/>
                  </a:cubicBezTo>
                  <a:cubicBezTo>
                    <a:pt x="18027" y="12676"/>
                    <a:pt x="18239" y="12749"/>
                    <a:pt x="18477" y="12749"/>
                  </a:cubicBezTo>
                  <a:cubicBezTo>
                    <a:pt x="18703" y="12749"/>
                    <a:pt x="18918" y="12670"/>
                    <a:pt x="19124" y="12510"/>
                  </a:cubicBezTo>
                  <a:cubicBezTo>
                    <a:pt x="19329" y="12351"/>
                    <a:pt x="19439" y="12106"/>
                    <a:pt x="19452" y="11775"/>
                  </a:cubicBezTo>
                  <a:lnTo>
                    <a:pt x="19452" y="6285"/>
                  </a:lnTo>
                  <a:cubicBezTo>
                    <a:pt x="19452" y="5914"/>
                    <a:pt x="19352" y="5566"/>
                    <a:pt x="19154" y="5241"/>
                  </a:cubicBezTo>
                  <a:cubicBezTo>
                    <a:pt x="18955" y="4916"/>
                    <a:pt x="18690" y="4631"/>
                    <a:pt x="18358" y="4386"/>
                  </a:cubicBezTo>
                  <a:cubicBezTo>
                    <a:pt x="18027" y="4140"/>
                    <a:pt x="17655" y="3945"/>
                    <a:pt x="17244" y="3799"/>
                  </a:cubicBezTo>
                  <a:cubicBezTo>
                    <a:pt x="16833" y="3653"/>
                    <a:pt x="16415" y="3580"/>
                    <a:pt x="15991" y="3580"/>
                  </a:cubicBezTo>
                  <a:cubicBezTo>
                    <a:pt x="15792" y="3580"/>
                    <a:pt x="15597" y="3617"/>
                    <a:pt x="15404" y="3690"/>
                  </a:cubicBezTo>
                  <a:cubicBezTo>
                    <a:pt x="15212" y="3762"/>
                    <a:pt x="15027" y="3855"/>
                    <a:pt x="14848" y="3968"/>
                  </a:cubicBezTo>
                  <a:cubicBezTo>
                    <a:pt x="14669" y="4081"/>
                    <a:pt x="14496" y="4207"/>
                    <a:pt x="14330" y="4346"/>
                  </a:cubicBezTo>
                  <a:cubicBezTo>
                    <a:pt x="14165" y="4485"/>
                    <a:pt x="14015" y="4621"/>
                    <a:pt x="13883" y="4754"/>
                  </a:cubicBezTo>
                  <a:cubicBezTo>
                    <a:pt x="13565" y="4409"/>
                    <a:pt x="13164" y="4130"/>
                    <a:pt x="12680" y="3918"/>
                  </a:cubicBezTo>
                  <a:cubicBezTo>
                    <a:pt x="12196" y="3706"/>
                    <a:pt x="11715" y="3600"/>
                    <a:pt x="11238" y="3600"/>
                  </a:cubicBezTo>
                  <a:cubicBezTo>
                    <a:pt x="10933" y="3600"/>
                    <a:pt x="10644" y="3646"/>
                    <a:pt x="10372" y="3739"/>
                  </a:cubicBezTo>
                  <a:cubicBezTo>
                    <a:pt x="10101" y="3832"/>
                    <a:pt x="9865" y="3938"/>
                    <a:pt x="9666" y="4057"/>
                  </a:cubicBezTo>
                  <a:cubicBezTo>
                    <a:pt x="9573" y="3859"/>
                    <a:pt x="9448" y="3716"/>
                    <a:pt x="9288" y="3630"/>
                  </a:cubicBezTo>
                  <a:cubicBezTo>
                    <a:pt x="9129" y="3544"/>
                    <a:pt x="8957" y="3501"/>
                    <a:pt x="8771" y="3501"/>
                  </a:cubicBezTo>
                  <a:cubicBezTo>
                    <a:pt x="8281" y="3501"/>
                    <a:pt x="7956" y="3772"/>
                    <a:pt x="7797" y="4316"/>
                  </a:cubicBezTo>
                  <a:lnTo>
                    <a:pt x="7797" y="11934"/>
                  </a:lnTo>
                  <a:cubicBezTo>
                    <a:pt x="7836" y="12239"/>
                    <a:pt x="7952" y="12464"/>
                    <a:pt x="8145" y="12610"/>
                  </a:cubicBezTo>
                  <a:cubicBezTo>
                    <a:pt x="8337" y="12756"/>
                    <a:pt x="8546" y="12829"/>
                    <a:pt x="8771" y="12829"/>
                  </a:cubicBezTo>
                  <a:cubicBezTo>
                    <a:pt x="9010" y="12829"/>
                    <a:pt x="9232" y="12749"/>
                    <a:pt x="9438" y="12590"/>
                  </a:cubicBezTo>
                  <a:cubicBezTo>
                    <a:pt x="9643" y="12431"/>
                    <a:pt x="9752" y="12186"/>
                    <a:pt x="9766" y="11854"/>
                  </a:cubicBezTo>
                  <a:lnTo>
                    <a:pt x="9766" y="6464"/>
                  </a:lnTo>
                  <a:cubicBezTo>
                    <a:pt x="9925" y="6265"/>
                    <a:pt x="10061" y="6099"/>
                    <a:pt x="10173" y="5967"/>
                  </a:cubicBezTo>
                  <a:cubicBezTo>
                    <a:pt x="10286" y="5834"/>
                    <a:pt x="10389" y="5728"/>
                    <a:pt x="10482" y="5649"/>
                  </a:cubicBezTo>
                  <a:cubicBezTo>
                    <a:pt x="10575" y="5569"/>
                    <a:pt x="10667" y="5509"/>
                    <a:pt x="10760" y="5470"/>
                  </a:cubicBezTo>
                  <a:cubicBezTo>
                    <a:pt x="10853" y="5430"/>
                    <a:pt x="10966" y="5403"/>
                    <a:pt x="11098" y="5390"/>
                  </a:cubicBezTo>
                  <a:cubicBezTo>
                    <a:pt x="11456" y="5350"/>
                    <a:pt x="11781" y="5433"/>
                    <a:pt x="12073" y="5639"/>
                  </a:cubicBezTo>
                  <a:cubicBezTo>
                    <a:pt x="12365" y="5844"/>
                    <a:pt x="12583" y="6126"/>
                    <a:pt x="12729" y="6484"/>
                  </a:cubicBezTo>
                  <a:close/>
                  <a:moveTo>
                    <a:pt x="21361" y="4515"/>
                  </a:moveTo>
                  <a:lnTo>
                    <a:pt x="21361" y="16469"/>
                  </a:lnTo>
                  <a:cubicBezTo>
                    <a:pt x="21401" y="16773"/>
                    <a:pt x="21517" y="16999"/>
                    <a:pt x="21709" y="17145"/>
                  </a:cubicBezTo>
                  <a:cubicBezTo>
                    <a:pt x="21902" y="17291"/>
                    <a:pt x="22110" y="17364"/>
                    <a:pt x="22336" y="17364"/>
                  </a:cubicBezTo>
                  <a:cubicBezTo>
                    <a:pt x="22575" y="17364"/>
                    <a:pt x="22797" y="17284"/>
                    <a:pt x="23002" y="17125"/>
                  </a:cubicBezTo>
                  <a:cubicBezTo>
                    <a:pt x="23208" y="16966"/>
                    <a:pt x="23317" y="16720"/>
                    <a:pt x="23330" y="16389"/>
                  </a:cubicBezTo>
                  <a:lnTo>
                    <a:pt x="23330" y="12371"/>
                  </a:lnTo>
                  <a:cubicBezTo>
                    <a:pt x="23476" y="12398"/>
                    <a:pt x="23622" y="12411"/>
                    <a:pt x="23768" y="12411"/>
                  </a:cubicBezTo>
                  <a:lnTo>
                    <a:pt x="24225" y="12411"/>
                  </a:lnTo>
                  <a:cubicBezTo>
                    <a:pt x="25021" y="12411"/>
                    <a:pt x="25717" y="12302"/>
                    <a:pt x="26314" y="12083"/>
                  </a:cubicBezTo>
                  <a:cubicBezTo>
                    <a:pt x="26910" y="11864"/>
                    <a:pt x="27414" y="11562"/>
                    <a:pt x="27825" y="11178"/>
                  </a:cubicBezTo>
                  <a:cubicBezTo>
                    <a:pt x="28236" y="10793"/>
                    <a:pt x="28545" y="10336"/>
                    <a:pt x="28750" y="9806"/>
                  </a:cubicBezTo>
                  <a:cubicBezTo>
                    <a:pt x="28956" y="9275"/>
                    <a:pt x="29059" y="8692"/>
                    <a:pt x="29059" y="8055"/>
                  </a:cubicBezTo>
                  <a:cubicBezTo>
                    <a:pt x="29059" y="7485"/>
                    <a:pt x="28962" y="6941"/>
                    <a:pt x="28770" y="6424"/>
                  </a:cubicBezTo>
                  <a:cubicBezTo>
                    <a:pt x="28578" y="5907"/>
                    <a:pt x="28313" y="5456"/>
                    <a:pt x="27975" y="5072"/>
                  </a:cubicBezTo>
                  <a:cubicBezTo>
                    <a:pt x="27636" y="4687"/>
                    <a:pt x="27239" y="4382"/>
                    <a:pt x="26781" y="4157"/>
                  </a:cubicBezTo>
                  <a:cubicBezTo>
                    <a:pt x="26324" y="3931"/>
                    <a:pt x="25830" y="3819"/>
                    <a:pt x="25299" y="3819"/>
                  </a:cubicBezTo>
                  <a:cubicBezTo>
                    <a:pt x="24955" y="3819"/>
                    <a:pt x="24610" y="3865"/>
                    <a:pt x="24265" y="3958"/>
                  </a:cubicBezTo>
                  <a:cubicBezTo>
                    <a:pt x="23920" y="4051"/>
                    <a:pt x="23602" y="4190"/>
                    <a:pt x="23310" y="4376"/>
                  </a:cubicBezTo>
                  <a:cubicBezTo>
                    <a:pt x="23231" y="4150"/>
                    <a:pt x="23098" y="3978"/>
                    <a:pt x="22913" y="3859"/>
                  </a:cubicBezTo>
                  <a:cubicBezTo>
                    <a:pt x="22727" y="3739"/>
                    <a:pt x="22535" y="3680"/>
                    <a:pt x="22336" y="3680"/>
                  </a:cubicBezTo>
                  <a:cubicBezTo>
                    <a:pt x="22110" y="3680"/>
                    <a:pt x="21908" y="3749"/>
                    <a:pt x="21729" y="3888"/>
                  </a:cubicBezTo>
                  <a:cubicBezTo>
                    <a:pt x="21550" y="4028"/>
                    <a:pt x="21428" y="4236"/>
                    <a:pt x="21361" y="4515"/>
                  </a:cubicBezTo>
                  <a:close/>
                  <a:moveTo>
                    <a:pt x="23330" y="6941"/>
                  </a:moveTo>
                  <a:lnTo>
                    <a:pt x="23470" y="6782"/>
                  </a:lnTo>
                  <a:cubicBezTo>
                    <a:pt x="23695" y="6491"/>
                    <a:pt x="23967" y="6209"/>
                    <a:pt x="24285" y="5937"/>
                  </a:cubicBezTo>
                  <a:cubicBezTo>
                    <a:pt x="24603" y="5665"/>
                    <a:pt x="24968" y="5529"/>
                    <a:pt x="25379" y="5529"/>
                  </a:cubicBezTo>
                  <a:cubicBezTo>
                    <a:pt x="25631" y="5529"/>
                    <a:pt x="25866" y="5609"/>
                    <a:pt x="26085" y="5768"/>
                  </a:cubicBezTo>
                  <a:cubicBezTo>
                    <a:pt x="26304" y="5927"/>
                    <a:pt x="26493" y="6133"/>
                    <a:pt x="26652" y="6385"/>
                  </a:cubicBezTo>
                  <a:cubicBezTo>
                    <a:pt x="26811" y="6636"/>
                    <a:pt x="26934" y="6918"/>
                    <a:pt x="27020" y="7230"/>
                  </a:cubicBezTo>
                  <a:cubicBezTo>
                    <a:pt x="27106" y="7541"/>
                    <a:pt x="27149" y="7850"/>
                    <a:pt x="27149" y="8155"/>
                  </a:cubicBezTo>
                  <a:cubicBezTo>
                    <a:pt x="27149" y="8950"/>
                    <a:pt x="26871" y="9573"/>
                    <a:pt x="26314" y="10024"/>
                  </a:cubicBezTo>
                  <a:cubicBezTo>
                    <a:pt x="25757" y="10475"/>
                    <a:pt x="25061" y="10701"/>
                    <a:pt x="24225" y="10701"/>
                  </a:cubicBezTo>
                  <a:cubicBezTo>
                    <a:pt x="23934" y="10701"/>
                    <a:pt x="23635" y="10667"/>
                    <a:pt x="23330" y="10601"/>
                  </a:cubicBezTo>
                  <a:close/>
                  <a:moveTo>
                    <a:pt x="33215" y="11436"/>
                  </a:moveTo>
                  <a:lnTo>
                    <a:pt x="33116" y="11387"/>
                  </a:lnTo>
                  <a:cubicBezTo>
                    <a:pt x="33076" y="11367"/>
                    <a:pt x="33043" y="11344"/>
                    <a:pt x="33017" y="11317"/>
                  </a:cubicBezTo>
                  <a:lnTo>
                    <a:pt x="33017" y="776"/>
                  </a:lnTo>
                  <a:cubicBezTo>
                    <a:pt x="32924" y="524"/>
                    <a:pt x="32791" y="335"/>
                    <a:pt x="32619" y="209"/>
                  </a:cubicBezTo>
                  <a:cubicBezTo>
                    <a:pt x="32446" y="83"/>
                    <a:pt x="32248" y="20"/>
                    <a:pt x="32022" y="20"/>
                  </a:cubicBezTo>
                  <a:cubicBezTo>
                    <a:pt x="31797" y="20"/>
                    <a:pt x="31598" y="90"/>
                    <a:pt x="31425" y="229"/>
                  </a:cubicBezTo>
                  <a:cubicBezTo>
                    <a:pt x="31253" y="368"/>
                    <a:pt x="31134" y="570"/>
                    <a:pt x="31067" y="835"/>
                  </a:cubicBezTo>
                  <a:lnTo>
                    <a:pt x="31067" y="11735"/>
                  </a:lnTo>
                  <a:cubicBezTo>
                    <a:pt x="31094" y="11894"/>
                    <a:pt x="31127" y="12020"/>
                    <a:pt x="31167" y="12113"/>
                  </a:cubicBezTo>
                  <a:cubicBezTo>
                    <a:pt x="31207" y="12206"/>
                    <a:pt x="31286" y="12305"/>
                    <a:pt x="31406" y="12411"/>
                  </a:cubicBezTo>
                  <a:lnTo>
                    <a:pt x="32261" y="12968"/>
                  </a:lnTo>
                  <a:cubicBezTo>
                    <a:pt x="32460" y="13074"/>
                    <a:pt x="32649" y="13124"/>
                    <a:pt x="32828" y="13117"/>
                  </a:cubicBezTo>
                  <a:cubicBezTo>
                    <a:pt x="33007" y="13110"/>
                    <a:pt x="33162" y="13067"/>
                    <a:pt x="33295" y="12988"/>
                  </a:cubicBezTo>
                  <a:cubicBezTo>
                    <a:pt x="33428" y="12908"/>
                    <a:pt x="33534" y="12802"/>
                    <a:pt x="33613" y="12670"/>
                  </a:cubicBezTo>
                  <a:cubicBezTo>
                    <a:pt x="33693" y="12537"/>
                    <a:pt x="33733" y="12391"/>
                    <a:pt x="33733" y="12232"/>
                  </a:cubicBezTo>
                  <a:cubicBezTo>
                    <a:pt x="33733" y="11954"/>
                    <a:pt x="33560" y="11688"/>
                    <a:pt x="33215" y="11436"/>
                  </a:cubicBezTo>
                  <a:close/>
                  <a:moveTo>
                    <a:pt x="38327" y="11814"/>
                  </a:moveTo>
                  <a:lnTo>
                    <a:pt x="38267" y="4276"/>
                  </a:lnTo>
                  <a:cubicBezTo>
                    <a:pt x="38201" y="4011"/>
                    <a:pt x="38075" y="3815"/>
                    <a:pt x="37890" y="3690"/>
                  </a:cubicBezTo>
                  <a:cubicBezTo>
                    <a:pt x="37704" y="3564"/>
                    <a:pt x="37505" y="3501"/>
                    <a:pt x="37293" y="3501"/>
                  </a:cubicBezTo>
                  <a:cubicBezTo>
                    <a:pt x="37054" y="3501"/>
                    <a:pt x="36849" y="3570"/>
                    <a:pt x="36676" y="3709"/>
                  </a:cubicBezTo>
                  <a:cubicBezTo>
                    <a:pt x="36504" y="3849"/>
                    <a:pt x="36385" y="4057"/>
                    <a:pt x="36318" y="4336"/>
                  </a:cubicBezTo>
                  <a:lnTo>
                    <a:pt x="36378" y="11894"/>
                  </a:lnTo>
                  <a:cubicBezTo>
                    <a:pt x="36418" y="12199"/>
                    <a:pt x="36530" y="12424"/>
                    <a:pt x="36716" y="12570"/>
                  </a:cubicBezTo>
                  <a:cubicBezTo>
                    <a:pt x="36902" y="12716"/>
                    <a:pt x="37114" y="12789"/>
                    <a:pt x="37352" y="12789"/>
                  </a:cubicBezTo>
                  <a:cubicBezTo>
                    <a:pt x="37591" y="12789"/>
                    <a:pt x="37810" y="12709"/>
                    <a:pt x="38009" y="12550"/>
                  </a:cubicBezTo>
                  <a:cubicBezTo>
                    <a:pt x="38208" y="12391"/>
                    <a:pt x="38314" y="12146"/>
                    <a:pt x="38327" y="11814"/>
                  </a:cubicBezTo>
                  <a:close/>
                  <a:moveTo>
                    <a:pt x="36179" y="1173"/>
                  </a:moveTo>
                  <a:cubicBezTo>
                    <a:pt x="36179" y="1478"/>
                    <a:pt x="36288" y="1737"/>
                    <a:pt x="36507" y="1949"/>
                  </a:cubicBezTo>
                  <a:cubicBezTo>
                    <a:pt x="36726" y="2161"/>
                    <a:pt x="36988" y="2267"/>
                    <a:pt x="37293" y="2267"/>
                  </a:cubicBezTo>
                  <a:cubicBezTo>
                    <a:pt x="37611" y="2267"/>
                    <a:pt x="37880" y="2161"/>
                    <a:pt x="38098" y="1949"/>
                  </a:cubicBezTo>
                  <a:cubicBezTo>
                    <a:pt x="38317" y="1737"/>
                    <a:pt x="38427" y="1478"/>
                    <a:pt x="38427" y="1173"/>
                  </a:cubicBezTo>
                  <a:cubicBezTo>
                    <a:pt x="38427" y="869"/>
                    <a:pt x="38317" y="607"/>
                    <a:pt x="38098" y="388"/>
                  </a:cubicBezTo>
                  <a:cubicBezTo>
                    <a:pt x="37880" y="169"/>
                    <a:pt x="37611" y="60"/>
                    <a:pt x="37293" y="60"/>
                  </a:cubicBezTo>
                  <a:cubicBezTo>
                    <a:pt x="36988" y="60"/>
                    <a:pt x="36726" y="169"/>
                    <a:pt x="36507" y="388"/>
                  </a:cubicBezTo>
                  <a:cubicBezTo>
                    <a:pt x="36288" y="607"/>
                    <a:pt x="36179" y="869"/>
                    <a:pt x="36179" y="1173"/>
                  </a:cubicBezTo>
                  <a:close/>
                  <a:moveTo>
                    <a:pt x="45806" y="10263"/>
                  </a:moveTo>
                  <a:lnTo>
                    <a:pt x="45786" y="10263"/>
                  </a:lnTo>
                  <a:cubicBezTo>
                    <a:pt x="45560" y="10502"/>
                    <a:pt x="45322" y="10681"/>
                    <a:pt x="45070" y="10800"/>
                  </a:cubicBezTo>
                  <a:cubicBezTo>
                    <a:pt x="44818" y="10919"/>
                    <a:pt x="44579" y="10979"/>
                    <a:pt x="44354" y="10979"/>
                  </a:cubicBezTo>
                  <a:cubicBezTo>
                    <a:pt x="44049" y="10979"/>
                    <a:pt x="43757" y="10886"/>
                    <a:pt x="43478" y="10701"/>
                  </a:cubicBezTo>
                  <a:cubicBezTo>
                    <a:pt x="43200" y="10515"/>
                    <a:pt x="42975" y="10223"/>
                    <a:pt x="42802" y="9825"/>
                  </a:cubicBezTo>
                  <a:cubicBezTo>
                    <a:pt x="42709" y="9627"/>
                    <a:pt x="42646" y="9414"/>
                    <a:pt x="42613" y="9189"/>
                  </a:cubicBezTo>
                  <a:cubicBezTo>
                    <a:pt x="42580" y="8964"/>
                    <a:pt x="42564" y="8738"/>
                    <a:pt x="42564" y="8513"/>
                  </a:cubicBezTo>
                  <a:cubicBezTo>
                    <a:pt x="42564" y="8102"/>
                    <a:pt x="42623" y="7697"/>
                    <a:pt x="42743" y="7299"/>
                  </a:cubicBezTo>
                  <a:cubicBezTo>
                    <a:pt x="42862" y="6902"/>
                    <a:pt x="43021" y="6544"/>
                    <a:pt x="43220" y="6225"/>
                  </a:cubicBezTo>
                  <a:cubicBezTo>
                    <a:pt x="43419" y="5907"/>
                    <a:pt x="43657" y="5652"/>
                    <a:pt x="43936" y="5460"/>
                  </a:cubicBezTo>
                  <a:cubicBezTo>
                    <a:pt x="44214" y="5267"/>
                    <a:pt x="44513" y="5171"/>
                    <a:pt x="44831" y="5171"/>
                  </a:cubicBezTo>
                  <a:cubicBezTo>
                    <a:pt x="45070" y="5171"/>
                    <a:pt x="45318" y="5234"/>
                    <a:pt x="45577" y="5360"/>
                  </a:cubicBezTo>
                  <a:cubicBezTo>
                    <a:pt x="45835" y="5486"/>
                    <a:pt x="46104" y="5695"/>
                    <a:pt x="46382" y="5987"/>
                  </a:cubicBezTo>
                  <a:cubicBezTo>
                    <a:pt x="46594" y="6093"/>
                    <a:pt x="46797" y="6149"/>
                    <a:pt x="46989" y="6156"/>
                  </a:cubicBezTo>
                  <a:cubicBezTo>
                    <a:pt x="47181" y="6162"/>
                    <a:pt x="47347" y="6133"/>
                    <a:pt x="47486" y="6066"/>
                  </a:cubicBezTo>
                  <a:cubicBezTo>
                    <a:pt x="47625" y="6000"/>
                    <a:pt x="47735" y="5901"/>
                    <a:pt x="47814" y="5768"/>
                  </a:cubicBezTo>
                  <a:cubicBezTo>
                    <a:pt x="47894" y="5635"/>
                    <a:pt x="47934" y="5483"/>
                    <a:pt x="47934" y="5310"/>
                  </a:cubicBezTo>
                  <a:cubicBezTo>
                    <a:pt x="47934" y="5151"/>
                    <a:pt x="47867" y="4959"/>
                    <a:pt x="47735" y="4734"/>
                  </a:cubicBezTo>
                  <a:cubicBezTo>
                    <a:pt x="47430" y="4429"/>
                    <a:pt x="47128" y="4190"/>
                    <a:pt x="46830" y="4018"/>
                  </a:cubicBezTo>
                  <a:cubicBezTo>
                    <a:pt x="46531" y="3845"/>
                    <a:pt x="46197" y="3693"/>
                    <a:pt x="45825" y="3560"/>
                  </a:cubicBezTo>
                  <a:cubicBezTo>
                    <a:pt x="45640" y="3494"/>
                    <a:pt x="45461" y="3451"/>
                    <a:pt x="45288" y="3431"/>
                  </a:cubicBezTo>
                  <a:cubicBezTo>
                    <a:pt x="45116" y="3411"/>
                    <a:pt x="44937" y="3401"/>
                    <a:pt x="44751" y="3401"/>
                  </a:cubicBezTo>
                  <a:cubicBezTo>
                    <a:pt x="44155" y="3401"/>
                    <a:pt x="43608" y="3547"/>
                    <a:pt x="43110" y="3839"/>
                  </a:cubicBezTo>
                  <a:cubicBezTo>
                    <a:pt x="42613" y="4130"/>
                    <a:pt x="42186" y="4508"/>
                    <a:pt x="41828" y="4972"/>
                  </a:cubicBezTo>
                  <a:cubicBezTo>
                    <a:pt x="41470" y="5436"/>
                    <a:pt x="41188" y="5950"/>
                    <a:pt x="40982" y="6514"/>
                  </a:cubicBezTo>
                  <a:cubicBezTo>
                    <a:pt x="40777" y="7077"/>
                    <a:pt x="40654" y="7638"/>
                    <a:pt x="40614" y="8194"/>
                  </a:cubicBezTo>
                  <a:cubicBezTo>
                    <a:pt x="40548" y="8977"/>
                    <a:pt x="40681" y="9746"/>
                    <a:pt x="41012" y="10502"/>
                  </a:cubicBezTo>
                  <a:lnTo>
                    <a:pt x="41012" y="10482"/>
                  </a:lnTo>
                  <a:cubicBezTo>
                    <a:pt x="41145" y="10853"/>
                    <a:pt x="41330" y="11178"/>
                    <a:pt x="41569" y="11456"/>
                  </a:cubicBezTo>
                  <a:cubicBezTo>
                    <a:pt x="41808" y="11735"/>
                    <a:pt x="42076" y="11970"/>
                    <a:pt x="42375" y="12162"/>
                  </a:cubicBezTo>
                  <a:cubicBezTo>
                    <a:pt x="42673" y="12355"/>
                    <a:pt x="42991" y="12497"/>
                    <a:pt x="43329" y="12590"/>
                  </a:cubicBezTo>
                  <a:cubicBezTo>
                    <a:pt x="43667" y="12683"/>
                    <a:pt x="44009" y="12729"/>
                    <a:pt x="44354" y="12729"/>
                  </a:cubicBezTo>
                  <a:cubicBezTo>
                    <a:pt x="44884" y="12729"/>
                    <a:pt x="45394" y="12630"/>
                    <a:pt x="45885" y="12431"/>
                  </a:cubicBezTo>
                  <a:cubicBezTo>
                    <a:pt x="46376" y="12232"/>
                    <a:pt x="46807" y="11927"/>
                    <a:pt x="47178" y="11516"/>
                  </a:cubicBezTo>
                  <a:cubicBezTo>
                    <a:pt x="47377" y="11277"/>
                    <a:pt x="47476" y="11045"/>
                    <a:pt x="47476" y="10820"/>
                  </a:cubicBezTo>
                  <a:cubicBezTo>
                    <a:pt x="47476" y="10594"/>
                    <a:pt x="47390" y="10399"/>
                    <a:pt x="47218" y="10233"/>
                  </a:cubicBezTo>
                  <a:cubicBezTo>
                    <a:pt x="47045" y="10067"/>
                    <a:pt x="46827" y="9985"/>
                    <a:pt x="46561" y="9985"/>
                  </a:cubicBezTo>
                  <a:cubicBezTo>
                    <a:pt x="46429" y="9985"/>
                    <a:pt x="46296" y="10004"/>
                    <a:pt x="46164" y="10044"/>
                  </a:cubicBezTo>
                  <a:cubicBezTo>
                    <a:pt x="46031" y="10084"/>
                    <a:pt x="45912" y="10157"/>
                    <a:pt x="45806" y="10263"/>
                  </a:cubicBezTo>
                  <a:close/>
                  <a:moveTo>
                    <a:pt x="51693" y="11814"/>
                  </a:moveTo>
                  <a:lnTo>
                    <a:pt x="51633" y="4276"/>
                  </a:lnTo>
                  <a:cubicBezTo>
                    <a:pt x="51567" y="4011"/>
                    <a:pt x="51441" y="3815"/>
                    <a:pt x="51255" y="3690"/>
                  </a:cubicBezTo>
                  <a:cubicBezTo>
                    <a:pt x="51070" y="3564"/>
                    <a:pt x="50871" y="3501"/>
                    <a:pt x="50659" y="3501"/>
                  </a:cubicBezTo>
                  <a:cubicBezTo>
                    <a:pt x="50420" y="3501"/>
                    <a:pt x="50214" y="3570"/>
                    <a:pt x="50042" y="3709"/>
                  </a:cubicBezTo>
                  <a:cubicBezTo>
                    <a:pt x="49870" y="3849"/>
                    <a:pt x="49750" y="4057"/>
                    <a:pt x="49684" y="4336"/>
                  </a:cubicBezTo>
                  <a:lnTo>
                    <a:pt x="49744" y="11894"/>
                  </a:lnTo>
                  <a:cubicBezTo>
                    <a:pt x="49783" y="12199"/>
                    <a:pt x="49896" y="12424"/>
                    <a:pt x="50082" y="12570"/>
                  </a:cubicBezTo>
                  <a:cubicBezTo>
                    <a:pt x="50267" y="12716"/>
                    <a:pt x="50480" y="12789"/>
                    <a:pt x="50718" y="12789"/>
                  </a:cubicBezTo>
                  <a:cubicBezTo>
                    <a:pt x="50957" y="12789"/>
                    <a:pt x="51176" y="12709"/>
                    <a:pt x="51375" y="12550"/>
                  </a:cubicBezTo>
                  <a:cubicBezTo>
                    <a:pt x="51573" y="12391"/>
                    <a:pt x="51680" y="12146"/>
                    <a:pt x="51693" y="11814"/>
                  </a:cubicBezTo>
                  <a:close/>
                  <a:moveTo>
                    <a:pt x="49545" y="1173"/>
                  </a:moveTo>
                  <a:cubicBezTo>
                    <a:pt x="49545" y="1478"/>
                    <a:pt x="49654" y="1737"/>
                    <a:pt x="49873" y="1949"/>
                  </a:cubicBezTo>
                  <a:cubicBezTo>
                    <a:pt x="50092" y="2161"/>
                    <a:pt x="50354" y="2267"/>
                    <a:pt x="50659" y="2267"/>
                  </a:cubicBezTo>
                  <a:cubicBezTo>
                    <a:pt x="50977" y="2267"/>
                    <a:pt x="51245" y="2161"/>
                    <a:pt x="51464" y="1949"/>
                  </a:cubicBezTo>
                  <a:cubicBezTo>
                    <a:pt x="51683" y="1737"/>
                    <a:pt x="51792" y="1478"/>
                    <a:pt x="51792" y="1173"/>
                  </a:cubicBezTo>
                  <a:cubicBezTo>
                    <a:pt x="51792" y="869"/>
                    <a:pt x="51683" y="607"/>
                    <a:pt x="51464" y="388"/>
                  </a:cubicBezTo>
                  <a:cubicBezTo>
                    <a:pt x="51245" y="169"/>
                    <a:pt x="50977" y="60"/>
                    <a:pt x="50659" y="60"/>
                  </a:cubicBezTo>
                  <a:cubicBezTo>
                    <a:pt x="50354" y="60"/>
                    <a:pt x="50092" y="169"/>
                    <a:pt x="49873" y="388"/>
                  </a:cubicBezTo>
                  <a:cubicBezTo>
                    <a:pt x="49654" y="607"/>
                    <a:pt x="49545" y="869"/>
                    <a:pt x="49545" y="1173"/>
                  </a:cubicBezTo>
                  <a:close/>
                  <a:moveTo>
                    <a:pt x="55352" y="5629"/>
                  </a:moveTo>
                  <a:lnTo>
                    <a:pt x="56347" y="5629"/>
                  </a:lnTo>
                  <a:lnTo>
                    <a:pt x="56347" y="8672"/>
                  </a:lnTo>
                  <a:cubicBezTo>
                    <a:pt x="56347" y="9202"/>
                    <a:pt x="56350" y="9736"/>
                    <a:pt x="56357" y="10273"/>
                  </a:cubicBezTo>
                  <a:cubicBezTo>
                    <a:pt x="56364" y="10810"/>
                    <a:pt x="56367" y="11330"/>
                    <a:pt x="56367" y="11834"/>
                  </a:cubicBezTo>
                  <a:cubicBezTo>
                    <a:pt x="56407" y="12139"/>
                    <a:pt x="56523" y="12365"/>
                    <a:pt x="56715" y="12510"/>
                  </a:cubicBezTo>
                  <a:cubicBezTo>
                    <a:pt x="56907" y="12656"/>
                    <a:pt x="57116" y="12729"/>
                    <a:pt x="57341" y="12729"/>
                  </a:cubicBezTo>
                  <a:cubicBezTo>
                    <a:pt x="57567" y="12729"/>
                    <a:pt x="57786" y="12650"/>
                    <a:pt x="57998" y="12491"/>
                  </a:cubicBezTo>
                  <a:cubicBezTo>
                    <a:pt x="58210" y="12331"/>
                    <a:pt x="58316" y="12086"/>
                    <a:pt x="58316" y="11755"/>
                  </a:cubicBezTo>
                  <a:cubicBezTo>
                    <a:pt x="58316" y="11344"/>
                    <a:pt x="58313" y="10933"/>
                    <a:pt x="58306" y="10522"/>
                  </a:cubicBezTo>
                  <a:cubicBezTo>
                    <a:pt x="58299" y="10110"/>
                    <a:pt x="58296" y="9699"/>
                    <a:pt x="58296" y="9288"/>
                  </a:cubicBezTo>
                  <a:lnTo>
                    <a:pt x="58296" y="5629"/>
                  </a:lnTo>
                  <a:lnTo>
                    <a:pt x="59987" y="5629"/>
                  </a:lnTo>
                  <a:cubicBezTo>
                    <a:pt x="60597" y="5470"/>
                    <a:pt x="60902" y="5178"/>
                    <a:pt x="60902" y="4754"/>
                  </a:cubicBezTo>
                  <a:cubicBezTo>
                    <a:pt x="60902" y="4568"/>
                    <a:pt x="60832" y="4396"/>
                    <a:pt x="60693" y="4236"/>
                  </a:cubicBezTo>
                  <a:cubicBezTo>
                    <a:pt x="60554" y="4077"/>
                    <a:pt x="60338" y="3958"/>
                    <a:pt x="60046" y="3878"/>
                  </a:cubicBezTo>
                  <a:lnTo>
                    <a:pt x="58296" y="3878"/>
                  </a:lnTo>
                  <a:lnTo>
                    <a:pt x="58296" y="776"/>
                  </a:lnTo>
                  <a:cubicBezTo>
                    <a:pt x="58230" y="510"/>
                    <a:pt x="58104" y="315"/>
                    <a:pt x="57918" y="189"/>
                  </a:cubicBezTo>
                  <a:cubicBezTo>
                    <a:pt x="57733" y="63"/>
                    <a:pt x="57534" y="0"/>
                    <a:pt x="57322" y="0"/>
                  </a:cubicBezTo>
                  <a:cubicBezTo>
                    <a:pt x="57096" y="0"/>
                    <a:pt x="56894" y="70"/>
                    <a:pt x="56715" y="209"/>
                  </a:cubicBezTo>
                  <a:cubicBezTo>
                    <a:pt x="56536" y="348"/>
                    <a:pt x="56413" y="557"/>
                    <a:pt x="56347" y="835"/>
                  </a:cubicBezTo>
                  <a:lnTo>
                    <a:pt x="56347" y="3878"/>
                  </a:lnTo>
                  <a:lnTo>
                    <a:pt x="55432" y="3878"/>
                  </a:lnTo>
                  <a:cubicBezTo>
                    <a:pt x="55074" y="3878"/>
                    <a:pt x="54806" y="3971"/>
                    <a:pt x="54627" y="4157"/>
                  </a:cubicBezTo>
                  <a:cubicBezTo>
                    <a:pt x="54448" y="4343"/>
                    <a:pt x="54358" y="4541"/>
                    <a:pt x="54358" y="4754"/>
                  </a:cubicBezTo>
                  <a:cubicBezTo>
                    <a:pt x="54358" y="4966"/>
                    <a:pt x="54441" y="5151"/>
                    <a:pt x="54607" y="5310"/>
                  </a:cubicBezTo>
                  <a:cubicBezTo>
                    <a:pt x="54772" y="5470"/>
                    <a:pt x="55021" y="5576"/>
                    <a:pt x="55352" y="5629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7" name="matrix-general" descr="General"/>
            <p:cNvSpPr/>
            <p:nvPr/>
          </p:nvSpPr>
          <p:spPr>
            <a:xfrm>
              <a:off x="161222" y="1005618"/>
              <a:ext cx="339241" cy="80036"/>
            </a:xfrm>
            <a:custGeom>
              <a:avLst/>
              <a:gdLst/>
              <a:ahLst/>
              <a:cxnLst/>
              <a:rect l="0" t="0" r="r" b="b"/>
              <a:pathLst>
                <a:path w="61125" h="14421">
                  <a:moveTo>
                    <a:pt x="10731" y="8490"/>
                  </a:moveTo>
                  <a:cubicBezTo>
                    <a:pt x="11054" y="8326"/>
                    <a:pt x="11215" y="8054"/>
                    <a:pt x="11215" y="7673"/>
                  </a:cubicBezTo>
                  <a:cubicBezTo>
                    <a:pt x="11215" y="7415"/>
                    <a:pt x="11130" y="7201"/>
                    <a:pt x="10960" y="7031"/>
                  </a:cubicBezTo>
                  <a:cubicBezTo>
                    <a:pt x="10790" y="6861"/>
                    <a:pt x="10579" y="6776"/>
                    <a:pt x="10327" y="6776"/>
                  </a:cubicBezTo>
                  <a:cubicBezTo>
                    <a:pt x="7228" y="6776"/>
                    <a:pt x="5045" y="7163"/>
                    <a:pt x="3779" y="7937"/>
                  </a:cubicBezTo>
                  <a:cubicBezTo>
                    <a:pt x="3469" y="8130"/>
                    <a:pt x="3313" y="8388"/>
                    <a:pt x="3313" y="8710"/>
                  </a:cubicBezTo>
                  <a:cubicBezTo>
                    <a:pt x="3313" y="8950"/>
                    <a:pt x="3393" y="9161"/>
                    <a:pt x="3551" y="9343"/>
                  </a:cubicBezTo>
                  <a:cubicBezTo>
                    <a:pt x="3721" y="9542"/>
                    <a:pt x="3935" y="9642"/>
                    <a:pt x="4192" y="9642"/>
                  </a:cubicBezTo>
                  <a:cubicBezTo>
                    <a:pt x="4321" y="9642"/>
                    <a:pt x="4453" y="9609"/>
                    <a:pt x="4588" y="9545"/>
                  </a:cubicBezTo>
                  <a:cubicBezTo>
                    <a:pt x="5748" y="9000"/>
                    <a:pt x="7140" y="8687"/>
                    <a:pt x="8763" y="8604"/>
                  </a:cubicBezTo>
                  <a:cubicBezTo>
                    <a:pt x="8440" y="9911"/>
                    <a:pt x="7872" y="10916"/>
                    <a:pt x="7058" y="11619"/>
                  </a:cubicBezTo>
                  <a:cubicBezTo>
                    <a:pt x="6284" y="12281"/>
                    <a:pt x="5373" y="12612"/>
                    <a:pt x="4324" y="12612"/>
                  </a:cubicBezTo>
                  <a:cubicBezTo>
                    <a:pt x="3334" y="12612"/>
                    <a:pt x="2654" y="12372"/>
                    <a:pt x="2285" y="11892"/>
                  </a:cubicBezTo>
                  <a:cubicBezTo>
                    <a:pt x="1945" y="11452"/>
                    <a:pt x="1775" y="10682"/>
                    <a:pt x="1775" y="9580"/>
                  </a:cubicBezTo>
                  <a:cubicBezTo>
                    <a:pt x="1775" y="7482"/>
                    <a:pt x="2452" y="5537"/>
                    <a:pt x="3806" y="3744"/>
                  </a:cubicBezTo>
                  <a:cubicBezTo>
                    <a:pt x="4257" y="3141"/>
                    <a:pt x="4603" y="2725"/>
                    <a:pt x="4843" y="2496"/>
                  </a:cubicBezTo>
                  <a:cubicBezTo>
                    <a:pt x="5323" y="2039"/>
                    <a:pt x="5783" y="1811"/>
                    <a:pt x="6223" y="1811"/>
                  </a:cubicBezTo>
                  <a:cubicBezTo>
                    <a:pt x="6838" y="1811"/>
                    <a:pt x="7594" y="2083"/>
                    <a:pt x="8490" y="2628"/>
                  </a:cubicBezTo>
                  <a:cubicBezTo>
                    <a:pt x="8725" y="2774"/>
                    <a:pt x="8906" y="2848"/>
                    <a:pt x="9035" y="2848"/>
                  </a:cubicBezTo>
                  <a:cubicBezTo>
                    <a:pt x="9281" y="2848"/>
                    <a:pt x="9492" y="2754"/>
                    <a:pt x="9668" y="2566"/>
                  </a:cubicBezTo>
                  <a:cubicBezTo>
                    <a:pt x="9844" y="2379"/>
                    <a:pt x="9932" y="2165"/>
                    <a:pt x="9932" y="1925"/>
                  </a:cubicBezTo>
                  <a:cubicBezTo>
                    <a:pt x="9932" y="1415"/>
                    <a:pt x="9398" y="949"/>
                    <a:pt x="8332" y="527"/>
                  </a:cubicBezTo>
                  <a:cubicBezTo>
                    <a:pt x="7459" y="176"/>
                    <a:pt x="6756" y="0"/>
                    <a:pt x="6223" y="0"/>
                  </a:cubicBezTo>
                  <a:cubicBezTo>
                    <a:pt x="5385" y="0"/>
                    <a:pt x="4591" y="331"/>
                    <a:pt x="3841" y="993"/>
                  </a:cubicBezTo>
                  <a:cubicBezTo>
                    <a:pt x="2716" y="1983"/>
                    <a:pt x="1794" y="3283"/>
                    <a:pt x="1077" y="4891"/>
                  </a:cubicBezTo>
                  <a:cubicBezTo>
                    <a:pt x="359" y="6500"/>
                    <a:pt x="0" y="8062"/>
                    <a:pt x="0" y="9580"/>
                  </a:cubicBezTo>
                  <a:cubicBezTo>
                    <a:pt x="0" y="11191"/>
                    <a:pt x="360" y="12400"/>
                    <a:pt x="1081" y="13206"/>
                  </a:cubicBezTo>
                  <a:cubicBezTo>
                    <a:pt x="1802" y="14011"/>
                    <a:pt x="2883" y="14414"/>
                    <a:pt x="4324" y="14414"/>
                  </a:cubicBezTo>
                  <a:cubicBezTo>
                    <a:pt x="5906" y="14414"/>
                    <a:pt x="7279" y="13876"/>
                    <a:pt x="8442" y="12801"/>
                  </a:cubicBezTo>
                  <a:cubicBezTo>
                    <a:pt x="9605" y="11726"/>
                    <a:pt x="10368" y="10289"/>
                    <a:pt x="10731" y="8490"/>
                  </a:cubicBezTo>
                  <a:close/>
                  <a:moveTo>
                    <a:pt x="19197" y="11361"/>
                  </a:moveTo>
                  <a:cubicBezTo>
                    <a:pt x="18813" y="11600"/>
                    <a:pt x="18392" y="11829"/>
                    <a:pt x="17935" y="12047"/>
                  </a:cubicBezTo>
                  <a:cubicBezTo>
                    <a:pt x="17477" y="12266"/>
                    <a:pt x="17036" y="12389"/>
                    <a:pt x="16612" y="12415"/>
                  </a:cubicBezTo>
                  <a:cubicBezTo>
                    <a:pt x="16108" y="12455"/>
                    <a:pt x="15684" y="12362"/>
                    <a:pt x="15339" y="12137"/>
                  </a:cubicBezTo>
                  <a:cubicBezTo>
                    <a:pt x="14994" y="11911"/>
                    <a:pt x="14729" y="11607"/>
                    <a:pt x="14543" y="11222"/>
                  </a:cubicBezTo>
                  <a:cubicBezTo>
                    <a:pt x="14570" y="11222"/>
                    <a:pt x="14639" y="11209"/>
                    <a:pt x="14752" y="11182"/>
                  </a:cubicBezTo>
                  <a:cubicBezTo>
                    <a:pt x="14865" y="11156"/>
                    <a:pt x="15127" y="11089"/>
                    <a:pt x="15538" y="10983"/>
                  </a:cubicBezTo>
                  <a:cubicBezTo>
                    <a:pt x="15922" y="10890"/>
                    <a:pt x="16333" y="10784"/>
                    <a:pt x="16771" y="10665"/>
                  </a:cubicBezTo>
                  <a:cubicBezTo>
                    <a:pt x="17209" y="10546"/>
                    <a:pt x="17633" y="10400"/>
                    <a:pt x="18044" y="10228"/>
                  </a:cubicBezTo>
                  <a:cubicBezTo>
                    <a:pt x="18455" y="10055"/>
                    <a:pt x="18833" y="9853"/>
                    <a:pt x="19178" y="9621"/>
                  </a:cubicBezTo>
                  <a:cubicBezTo>
                    <a:pt x="19522" y="9389"/>
                    <a:pt x="19794" y="9114"/>
                    <a:pt x="19993" y="8795"/>
                  </a:cubicBezTo>
                  <a:cubicBezTo>
                    <a:pt x="20099" y="8636"/>
                    <a:pt x="20172" y="8471"/>
                    <a:pt x="20212" y="8298"/>
                  </a:cubicBezTo>
                  <a:cubicBezTo>
                    <a:pt x="20252" y="8126"/>
                    <a:pt x="20272" y="7947"/>
                    <a:pt x="20272" y="7761"/>
                  </a:cubicBezTo>
                  <a:cubicBezTo>
                    <a:pt x="20272" y="7483"/>
                    <a:pt x="20218" y="7204"/>
                    <a:pt x="20112" y="6926"/>
                  </a:cubicBezTo>
                  <a:cubicBezTo>
                    <a:pt x="20006" y="6647"/>
                    <a:pt x="19860" y="6392"/>
                    <a:pt x="19675" y="6160"/>
                  </a:cubicBezTo>
                  <a:cubicBezTo>
                    <a:pt x="19489" y="5928"/>
                    <a:pt x="19270" y="5729"/>
                    <a:pt x="19018" y="5563"/>
                  </a:cubicBezTo>
                  <a:cubicBezTo>
                    <a:pt x="18767" y="5398"/>
                    <a:pt x="18495" y="5282"/>
                    <a:pt x="18203" y="5215"/>
                  </a:cubicBezTo>
                  <a:cubicBezTo>
                    <a:pt x="17898" y="5149"/>
                    <a:pt x="17586" y="5116"/>
                    <a:pt x="17268" y="5116"/>
                  </a:cubicBezTo>
                  <a:cubicBezTo>
                    <a:pt x="16672" y="5116"/>
                    <a:pt x="16095" y="5215"/>
                    <a:pt x="15538" y="5414"/>
                  </a:cubicBezTo>
                  <a:cubicBezTo>
                    <a:pt x="14981" y="5613"/>
                    <a:pt x="14464" y="5878"/>
                    <a:pt x="13986" y="6210"/>
                  </a:cubicBezTo>
                  <a:cubicBezTo>
                    <a:pt x="13390" y="6608"/>
                    <a:pt x="12956" y="7125"/>
                    <a:pt x="12684" y="7761"/>
                  </a:cubicBezTo>
                  <a:cubicBezTo>
                    <a:pt x="12412" y="8398"/>
                    <a:pt x="12276" y="9061"/>
                    <a:pt x="12276" y="9750"/>
                  </a:cubicBezTo>
                  <a:cubicBezTo>
                    <a:pt x="12276" y="10453"/>
                    <a:pt x="12432" y="11139"/>
                    <a:pt x="12743" y="11809"/>
                  </a:cubicBezTo>
                  <a:cubicBezTo>
                    <a:pt x="13055" y="12478"/>
                    <a:pt x="13489" y="13019"/>
                    <a:pt x="14046" y="13430"/>
                  </a:cubicBezTo>
                  <a:cubicBezTo>
                    <a:pt x="14391" y="13668"/>
                    <a:pt x="14762" y="13844"/>
                    <a:pt x="15160" y="13957"/>
                  </a:cubicBezTo>
                  <a:cubicBezTo>
                    <a:pt x="15558" y="14069"/>
                    <a:pt x="15949" y="14126"/>
                    <a:pt x="16333" y="14126"/>
                  </a:cubicBezTo>
                  <a:cubicBezTo>
                    <a:pt x="16983" y="14126"/>
                    <a:pt x="17630" y="14010"/>
                    <a:pt x="18273" y="13778"/>
                  </a:cubicBezTo>
                  <a:cubicBezTo>
                    <a:pt x="18916" y="13546"/>
                    <a:pt x="19516" y="13264"/>
                    <a:pt x="20073" y="12932"/>
                  </a:cubicBezTo>
                  <a:cubicBezTo>
                    <a:pt x="20272" y="12813"/>
                    <a:pt x="20417" y="12684"/>
                    <a:pt x="20510" y="12545"/>
                  </a:cubicBezTo>
                  <a:cubicBezTo>
                    <a:pt x="20603" y="12405"/>
                    <a:pt x="20649" y="12263"/>
                    <a:pt x="20649" y="12117"/>
                  </a:cubicBezTo>
                  <a:cubicBezTo>
                    <a:pt x="20649" y="11971"/>
                    <a:pt x="20613" y="11835"/>
                    <a:pt x="20540" y="11709"/>
                  </a:cubicBezTo>
                  <a:cubicBezTo>
                    <a:pt x="20467" y="11583"/>
                    <a:pt x="20368" y="11481"/>
                    <a:pt x="20242" y="11401"/>
                  </a:cubicBezTo>
                  <a:cubicBezTo>
                    <a:pt x="20116" y="11321"/>
                    <a:pt x="19963" y="11275"/>
                    <a:pt x="19784" y="11262"/>
                  </a:cubicBezTo>
                  <a:cubicBezTo>
                    <a:pt x="19605" y="11249"/>
                    <a:pt x="19410" y="11282"/>
                    <a:pt x="19197" y="11361"/>
                  </a:cubicBezTo>
                  <a:close/>
                  <a:moveTo>
                    <a:pt x="15538" y="7363"/>
                  </a:moveTo>
                  <a:cubicBezTo>
                    <a:pt x="15763" y="7257"/>
                    <a:pt x="16048" y="7148"/>
                    <a:pt x="16393" y="7035"/>
                  </a:cubicBezTo>
                  <a:cubicBezTo>
                    <a:pt x="16738" y="6923"/>
                    <a:pt x="17063" y="6866"/>
                    <a:pt x="17368" y="6866"/>
                  </a:cubicBezTo>
                  <a:cubicBezTo>
                    <a:pt x="17646" y="6866"/>
                    <a:pt x="17885" y="6939"/>
                    <a:pt x="18084" y="7085"/>
                  </a:cubicBezTo>
                  <a:cubicBezTo>
                    <a:pt x="18283" y="7231"/>
                    <a:pt x="18369" y="7496"/>
                    <a:pt x="18342" y="7881"/>
                  </a:cubicBezTo>
                  <a:cubicBezTo>
                    <a:pt x="18263" y="8040"/>
                    <a:pt x="18107" y="8186"/>
                    <a:pt x="17875" y="8318"/>
                  </a:cubicBezTo>
                  <a:cubicBezTo>
                    <a:pt x="17643" y="8451"/>
                    <a:pt x="17391" y="8567"/>
                    <a:pt x="17119" y="8666"/>
                  </a:cubicBezTo>
                  <a:cubicBezTo>
                    <a:pt x="16847" y="8766"/>
                    <a:pt x="16579" y="8852"/>
                    <a:pt x="16314" y="8925"/>
                  </a:cubicBezTo>
                  <a:cubicBezTo>
                    <a:pt x="16048" y="8998"/>
                    <a:pt x="15849" y="9054"/>
                    <a:pt x="15717" y="9094"/>
                  </a:cubicBezTo>
                  <a:cubicBezTo>
                    <a:pt x="15346" y="9200"/>
                    <a:pt x="15060" y="9283"/>
                    <a:pt x="14862" y="9342"/>
                  </a:cubicBezTo>
                  <a:cubicBezTo>
                    <a:pt x="14663" y="9402"/>
                    <a:pt x="14514" y="9445"/>
                    <a:pt x="14414" y="9472"/>
                  </a:cubicBezTo>
                  <a:cubicBezTo>
                    <a:pt x="14315" y="9498"/>
                    <a:pt x="14255" y="9515"/>
                    <a:pt x="14235" y="9521"/>
                  </a:cubicBezTo>
                  <a:lnTo>
                    <a:pt x="14205" y="9531"/>
                  </a:lnTo>
                  <a:cubicBezTo>
                    <a:pt x="14232" y="9067"/>
                    <a:pt x="14351" y="8646"/>
                    <a:pt x="14563" y="8268"/>
                  </a:cubicBezTo>
                  <a:cubicBezTo>
                    <a:pt x="14775" y="7890"/>
                    <a:pt x="15100" y="7589"/>
                    <a:pt x="15538" y="7363"/>
                  </a:cubicBezTo>
                  <a:close/>
                  <a:moveTo>
                    <a:pt x="29321" y="13151"/>
                  </a:moveTo>
                  <a:lnTo>
                    <a:pt x="29321" y="9531"/>
                  </a:lnTo>
                  <a:cubicBezTo>
                    <a:pt x="29321" y="9293"/>
                    <a:pt x="29335" y="9037"/>
                    <a:pt x="29361" y="8766"/>
                  </a:cubicBezTo>
                  <a:cubicBezTo>
                    <a:pt x="29388" y="8494"/>
                    <a:pt x="29401" y="8219"/>
                    <a:pt x="29401" y="7940"/>
                  </a:cubicBezTo>
                  <a:cubicBezTo>
                    <a:pt x="29401" y="7662"/>
                    <a:pt x="29381" y="7390"/>
                    <a:pt x="29341" y="7125"/>
                  </a:cubicBezTo>
                  <a:cubicBezTo>
                    <a:pt x="29301" y="6860"/>
                    <a:pt x="29215" y="6608"/>
                    <a:pt x="29083" y="6369"/>
                  </a:cubicBezTo>
                  <a:cubicBezTo>
                    <a:pt x="28804" y="5878"/>
                    <a:pt x="28436" y="5514"/>
                    <a:pt x="27979" y="5275"/>
                  </a:cubicBezTo>
                  <a:cubicBezTo>
                    <a:pt x="27521" y="5036"/>
                    <a:pt x="27041" y="4917"/>
                    <a:pt x="26537" y="4917"/>
                  </a:cubicBezTo>
                  <a:cubicBezTo>
                    <a:pt x="26073" y="4917"/>
                    <a:pt x="25622" y="4993"/>
                    <a:pt x="25184" y="5146"/>
                  </a:cubicBezTo>
                  <a:cubicBezTo>
                    <a:pt x="24747" y="5298"/>
                    <a:pt x="24336" y="5507"/>
                    <a:pt x="23951" y="5772"/>
                  </a:cubicBezTo>
                  <a:cubicBezTo>
                    <a:pt x="23885" y="5547"/>
                    <a:pt x="23759" y="5378"/>
                    <a:pt x="23573" y="5265"/>
                  </a:cubicBezTo>
                  <a:cubicBezTo>
                    <a:pt x="23388" y="5152"/>
                    <a:pt x="23202" y="5096"/>
                    <a:pt x="23016" y="5096"/>
                  </a:cubicBezTo>
                  <a:cubicBezTo>
                    <a:pt x="22791" y="5096"/>
                    <a:pt x="22589" y="5162"/>
                    <a:pt x="22410" y="5295"/>
                  </a:cubicBezTo>
                  <a:cubicBezTo>
                    <a:pt x="22231" y="5428"/>
                    <a:pt x="22108" y="5640"/>
                    <a:pt x="22042" y="5931"/>
                  </a:cubicBezTo>
                  <a:cubicBezTo>
                    <a:pt x="22042" y="6568"/>
                    <a:pt x="22045" y="7181"/>
                    <a:pt x="22052" y="7771"/>
                  </a:cubicBezTo>
                  <a:cubicBezTo>
                    <a:pt x="22058" y="8361"/>
                    <a:pt x="22062" y="8948"/>
                    <a:pt x="22062" y="9531"/>
                  </a:cubicBezTo>
                  <a:lnTo>
                    <a:pt x="22062" y="13111"/>
                  </a:lnTo>
                  <a:cubicBezTo>
                    <a:pt x="22101" y="13416"/>
                    <a:pt x="22217" y="13642"/>
                    <a:pt x="22410" y="13788"/>
                  </a:cubicBezTo>
                  <a:cubicBezTo>
                    <a:pt x="22602" y="13934"/>
                    <a:pt x="22811" y="14007"/>
                    <a:pt x="23036" y="14007"/>
                  </a:cubicBezTo>
                  <a:cubicBezTo>
                    <a:pt x="23275" y="14007"/>
                    <a:pt x="23494" y="13927"/>
                    <a:pt x="23693" y="13768"/>
                  </a:cubicBezTo>
                  <a:cubicBezTo>
                    <a:pt x="23891" y="13609"/>
                    <a:pt x="23997" y="13363"/>
                    <a:pt x="24011" y="13032"/>
                  </a:cubicBezTo>
                  <a:cubicBezTo>
                    <a:pt x="23997" y="12356"/>
                    <a:pt x="23991" y="11689"/>
                    <a:pt x="23991" y="11033"/>
                  </a:cubicBezTo>
                  <a:lnTo>
                    <a:pt x="23991" y="9034"/>
                  </a:lnTo>
                  <a:cubicBezTo>
                    <a:pt x="24017" y="8769"/>
                    <a:pt x="24060" y="8567"/>
                    <a:pt x="24120" y="8428"/>
                  </a:cubicBezTo>
                  <a:cubicBezTo>
                    <a:pt x="24180" y="8288"/>
                    <a:pt x="24263" y="8139"/>
                    <a:pt x="24369" y="7980"/>
                  </a:cubicBezTo>
                  <a:cubicBezTo>
                    <a:pt x="24674" y="7542"/>
                    <a:pt x="25015" y="7211"/>
                    <a:pt x="25393" y="6986"/>
                  </a:cubicBezTo>
                  <a:cubicBezTo>
                    <a:pt x="25771" y="6760"/>
                    <a:pt x="26159" y="6647"/>
                    <a:pt x="26557" y="6647"/>
                  </a:cubicBezTo>
                  <a:cubicBezTo>
                    <a:pt x="26795" y="6647"/>
                    <a:pt x="26971" y="6740"/>
                    <a:pt x="27084" y="6926"/>
                  </a:cubicBezTo>
                  <a:cubicBezTo>
                    <a:pt x="27196" y="7111"/>
                    <a:pt x="27273" y="7334"/>
                    <a:pt x="27312" y="7592"/>
                  </a:cubicBezTo>
                  <a:cubicBezTo>
                    <a:pt x="27352" y="7851"/>
                    <a:pt x="27365" y="8113"/>
                    <a:pt x="27352" y="8378"/>
                  </a:cubicBezTo>
                  <a:cubicBezTo>
                    <a:pt x="27339" y="8643"/>
                    <a:pt x="27332" y="8862"/>
                    <a:pt x="27332" y="9034"/>
                  </a:cubicBezTo>
                  <a:lnTo>
                    <a:pt x="27332" y="10874"/>
                  </a:lnTo>
                  <a:cubicBezTo>
                    <a:pt x="27332" y="11345"/>
                    <a:pt x="27336" y="11729"/>
                    <a:pt x="27342" y="12028"/>
                  </a:cubicBezTo>
                  <a:cubicBezTo>
                    <a:pt x="27349" y="12326"/>
                    <a:pt x="27352" y="12565"/>
                    <a:pt x="27352" y="12744"/>
                  </a:cubicBezTo>
                  <a:lnTo>
                    <a:pt x="27352" y="13231"/>
                  </a:lnTo>
                  <a:cubicBezTo>
                    <a:pt x="27392" y="13536"/>
                    <a:pt x="27508" y="13761"/>
                    <a:pt x="27700" y="13907"/>
                  </a:cubicBezTo>
                  <a:cubicBezTo>
                    <a:pt x="27893" y="14053"/>
                    <a:pt x="28108" y="14126"/>
                    <a:pt x="28347" y="14126"/>
                  </a:cubicBezTo>
                  <a:cubicBezTo>
                    <a:pt x="28572" y="14126"/>
                    <a:pt x="28788" y="14046"/>
                    <a:pt x="28993" y="13887"/>
                  </a:cubicBezTo>
                  <a:cubicBezTo>
                    <a:pt x="29199" y="13728"/>
                    <a:pt x="29308" y="13483"/>
                    <a:pt x="29321" y="13151"/>
                  </a:cubicBezTo>
                  <a:close/>
                  <a:moveTo>
                    <a:pt x="37854" y="11361"/>
                  </a:moveTo>
                  <a:cubicBezTo>
                    <a:pt x="37469" y="11600"/>
                    <a:pt x="37048" y="11829"/>
                    <a:pt x="36591" y="12047"/>
                  </a:cubicBezTo>
                  <a:cubicBezTo>
                    <a:pt x="36133" y="12266"/>
                    <a:pt x="35693" y="12389"/>
                    <a:pt x="35268" y="12415"/>
                  </a:cubicBezTo>
                  <a:cubicBezTo>
                    <a:pt x="34764" y="12455"/>
                    <a:pt x="34340" y="12362"/>
                    <a:pt x="33995" y="12137"/>
                  </a:cubicBezTo>
                  <a:cubicBezTo>
                    <a:pt x="33651" y="11911"/>
                    <a:pt x="33385" y="11607"/>
                    <a:pt x="33200" y="11222"/>
                  </a:cubicBezTo>
                  <a:cubicBezTo>
                    <a:pt x="33226" y="11222"/>
                    <a:pt x="33296" y="11209"/>
                    <a:pt x="33409" y="11182"/>
                  </a:cubicBezTo>
                  <a:cubicBezTo>
                    <a:pt x="33521" y="11156"/>
                    <a:pt x="33783" y="11089"/>
                    <a:pt x="34194" y="10983"/>
                  </a:cubicBezTo>
                  <a:cubicBezTo>
                    <a:pt x="34579" y="10890"/>
                    <a:pt x="34990" y="10784"/>
                    <a:pt x="35427" y="10665"/>
                  </a:cubicBezTo>
                  <a:cubicBezTo>
                    <a:pt x="35865" y="10546"/>
                    <a:pt x="36289" y="10400"/>
                    <a:pt x="36700" y="10228"/>
                  </a:cubicBezTo>
                  <a:cubicBezTo>
                    <a:pt x="37111" y="10055"/>
                    <a:pt x="37489" y="9853"/>
                    <a:pt x="37834" y="9621"/>
                  </a:cubicBezTo>
                  <a:cubicBezTo>
                    <a:pt x="38179" y="9389"/>
                    <a:pt x="38451" y="9114"/>
                    <a:pt x="38649" y="8795"/>
                  </a:cubicBezTo>
                  <a:cubicBezTo>
                    <a:pt x="38756" y="8636"/>
                    <a:pt x="38828" y="8471"/>
                    <a:pt x="38868" y="8298"/>
                  </a:cubicBezTo>
                  <a:cubicBezTo>
                    <a:pt x="38908" y="8126"/>
                    <a:pt x="38928" y="7947"/>
                    <a:pt x="38928" y="7761"/>
                  </a:cubicBezTo>
                  <a:cubicBezTo>
                    <a:pt x="38928" y="7483"/>
                    <a:pt x="38875" y="7204"/>
                    <a:pt x="38769" y="6926"/>
                  </a:cubicBezTo>
                  <a:cubicBezTo>
                    <a:pt x="38663" y="6647"/>
                    <a:pt x="38517" y="6392"/>
                    <a:pt x="38331" y="6160"/>
                  </a:cubicBezTo>
                  <a:cubicBezTo>
                    <a:pt x="38146" y="5928"/>
                    <a:pt x="37927" y="5729"/>
                    <a:pt x="37675" y="5563"/>
                  </a:cubicBezTo>
                  <a:cubicBezTo>
                    <a:pt x="37423" y="5398"/>
                    <a:pt x="37151" y="5282"/>
                    <a:pt x="36859" y="5215"/>
                  </a:cubicBezTo>
                  <a:cubicBezTo>
                    <a:pt x="36554" y="5149"/>
                    <a:pt x="36243" y="5116"/>
                    <a:pt x="35925" y="5116"/>
                  </a:cubicBezTo>
                  <a:cubicBezTo>
                    <a:pt x="35328" y="5116"/>
                    <a:pt x="34751" y="5215"/>
                    <a:pt x="34194" y="5414"/>
                  </a:cubicBezTo>
                  <a:cubicBezTo>
                    <a:pt x="33637" y="5613"/>
                    <a:pt x="33120" y="5878"/>
                    <a:pt x="32643" y="6210"/>
                  </a:cubicBezTo>
                  <a:cubicBezTo>
                    <a:pt x="32046" y="6608"/>
                    <a:pt x="31612" y="7125"/>
                    <a:pt x="31340" y="7761"/>
                  </a:cubicBezTo>
                  <a:cubicBezTo>
                    <a:pt x="31068" y="8398"/>
                    <a:pt x="30932" y="9061"/>
                    <a:pt x="30932" y="9750"/>
                  </a:cubicBezTo>
                  <a:cubicBezTo>
                    <a:pt x="30932" y="10453"/>
                    <a:pt x="31088" y="11139"/>
                    <a:pt x="31400" y="11809"/>
                  </a:cubicBezTo>
                  <a:cubicBezTo>
                    <a:pt x="31711" y="12478"/>
                    <a:pt x="32146" y="13019"/>
                    <a:pt x="32702" y="13430"/>
                  </a:cubicBezTo>
                  <a:cubicBezTo>
                    <a:pt x="33047" y="13668"/>
                    <a:pt x="33418" y="13844"/>
                    <a:pt x="33816" y="13957"/>
                  </a:cubicBezTo>
                  <a:cubicBezTo>
                    <a:pt x="34214" y="14069"/>
                    <a:pt x="34605" y="14126"/>
                    <a:pt x="34990" y="14126"/>
                  </a:cubicBezTo>
                  <a:cubicBezTo>
                    <a:pt x="35639" y="14126"/>
                    <a:pt x="36286" y="14010"/>
                    <a:pt x="36929" y="13778"/>
                  </a:cubicBezTo>
                  <a:cubicBezTo>
                    <a:pt x="37572" y="13546"/>
                    <a:pt x="38172" y="13264"/>
                    <a:pt x="38729" y="12932"/>
                  </a:cubicBezTo>
                  <a:cubicBezTo>
                    <a:pt x="38928" y="12813"/>
                    <a:pt x="39074" y="12684"/>
                    <a:pt x="39167" y="12545"/>
                  </a:cubicBezTo>
                  <a:cubicBezTo>
                    <a:pt x="39259" y="12405"/>
                    <a:pt x="39306" y="12263"/>
                    <a:pt x="39306" y="12117"/>
                  </a:cubicBezTo>
                  <a:cubicBezTo>
                    <a:pt x="39306" y="11971"/>
                    <a:pt x="39269" y="11835"/>
                    <a:pt x="39196" y="11709"/>
                  </a:cubicBezTo>
                  <a:cubicBezTo>
                    <a:pt x="39123" y="11583"/>
                    <a:pt x="39024" y="11481"/>
                    <a:pt x="38898" y="11401"/>
                  </a:cubicBezTo>
                  <a:cubicBezTo>
                    <a:pt x="38772" y="11321"/>
                    <a:pt x="38620" y="11275"/>
                    <a:pt x="38441" y="11262"/>
                  </a:cubicBezTo>
                  <a:cubicBezTo>
                    <a:pt x="38262" y="11249"/>
                    <a:pt x="38066" y="11282"/>
                    <a:pt x="37854" y="11361"/>
                  </a:cubicBezTo>
                  <a:close/>
                  <a:moveTo>
                    <a:pt x="34194" y="7363"/>
                  </a:moveTo>
                  <a:cubicBezTo>
                    <a:pt x="34420" y="7257"/>
                    <a:pt x="34705" y="7148"/>
                    <a:pt x="35049" y="7035"/>
                  </a:cubicBezTo>
                  <a:cubicBezTo>
                    <a:pt x="35394" y="6923"/>
                    <a:pt x="35719" y="6866"/>
                    <a:pt x="36024" y="6866"/>
                  </a:cubicBezTo>
                  <a:cubicBezTo>
                    <a:pt x="36302" y="6866"/>
                    <a:pt x="36541" y="6939"/>
                    <a:pt x="36740" y="7085"/>
                  </a:cubicBezTo>
                  <a:cubicBezTo>
                    <a:pt x="36939" y="7231"/>
                    <a:pt x="37025" y="7496"/>
                    <a:pt x="36999" y="7881"/>
                  </a:cubicBezTo>
                  <a:cubicBezTo>
                    <a:pt x="36919" y="8040"/>
                    <a:pt x="36763" y="8186"/>
                    <a:pt x="36531" y="8318"/>
                  </a:cubicBezTo>
                  <a:cubicBezTo>
                    <a:pt x="36299" y="8451"/>
                    <a:pt x="36047" y="8567"/>
                    <a:pt x="35775" y="8666"/>
                  </a:cubicBezTo>
                  <a:cubicBezTo>
                    <a:pt x="35504" y="8766"/>
                    <a:pt x="35235" y="8852"/>
                    <a:pt x="34970" y="8925"/>
                  </a:cubicBezTo>
                  <a:cubicBezTo>
                    <a:pt x="34705" y="8998"/>
                    <a:pt x="34506" y="9054"/>
                    <a:pt x="34373" y="9094"/>
                  </a:cubicBezTo>
                  <a:cubicBezTo>
                    <a:pt x="34002" y="9200"/>
                    <a:pt x="33717" y="9283"/>
                    <a:pt x="33518" y="9342"/>
                  </a:cubicBezTo>
                  <a:cubicBezTo>
                    <a:pt x="33319" y="9402"/>
                    <a:pt x="33170" y="9445"/>
                    <a:pt x="33070" y="9472"/>
                  </a:cubicBezTo>
                  <a:cubicBezTo>
                    <a:pt x="32971" y="9498"/>
                    <a:pt x="32911" y="9515"/>
                    <a:pt x="32891" y="9521"/>
                  </a:cubicBezTo>
                  <a:lnTo>
                    <a:pt x="32862" y="9531"/>
                  </a:lnTo>
                  <a:cubicBezTo>
                    <a:pt x="32888" y="9067"/>
                    <a:pt x="33007" y="8646"/>
                    <a:pt x="33220" y="8268"/>
                  </a:cubicBezTo>
                  <a:cubicBezTo>
                    <a:pt x="33432" y="7890"/>
                    <a:pt x="33757" y="7589"/>
                    <a:pt x="34194" y="7363"/>
                  </a:cubicBezTo>
                  <a:close/>
                  <a:moveTo>
                    <a:pt x="41096" y="7005"/>
                  </a:moveTo>
                  <a:lnTo>
                    <a:pt x="41136" y="7025"/>
                  </a:lnTo>
                  <a:lnTo>
                    <a:pt x="41136" y="13251"/>
                  </a:lnTo>
                  <a:cubicBezTo>
                    <a:pt x="41175" y="13556"/>
                    <a:pt x="41288" y="13784"/>
                    <a:pt x="41474" y="13937"/>
                  </a:cubicBezTo>
                  <a:cubicBezTo>
                    <a:pt x="41659" y="14089"/>
                    <a:pt x="41872" y="14166"/>
                    <a:pt x="42110" y="14166"/>
                  </a:cubicBezTo>
                  <a:cubicBezTo>
                    <a:pt x="42336" y="14166"/>
                    <a:pt x="42551" y="14086"/>
                    <a:pt x="42757" y="13927"/>
                  </a:cubicBezTo>
                  <a:cubicBezTo>
                    <a:pt x="42962" y="13768"/>
                    <a:pt x="43072" y="13523"/>
                    <a:pt x="43085" y="13191"/>
                  </a:cubicBezTo>
                  <a:lnTo>
                    <a:pt x="43085" y="7980"/>
                  </a:lnTo>
                  <a:cubicBezTo>
                    <a:pt x="43217" y="7847"/>
                    <a:pt x="43380" y="7692"/>
                    <a:pt x="43572" y="7513"/>
                  </a:cubicBezTo>
                  <a:cubicBezTo>
                    <a:pt x="43764" y="7334"/>
                    <a:pt x="43960" y="7171"/>
                    <a:pt x="44159" y="7025"/>
                  </a:cubicBezTo>
                  <a:cubicBezTo>
                    <a:pt x="44358" y="6879"/>
                    <a:pt x="44557" y="6753"/>
                    <a:pt x="44756" y="6647"/>
                  </a:cubicBezTo>
                  <a:cubicBezTo>
                    <a:pt x="44954" y="6541"/>
                    <a:pt x="45127" y="6488"/>
                    <a:pt x="45273" y="6488"/>
                  </a:cubicBezTo>
                  <a:cubicBezTo>
                    <a:pt x="45379" y="6488"/>
                    <a:pt x="45495" y="6531"/>
                    <a:pt x="45621" y="6618"/>
                  </a:cubicBezTo>
                  <a:cubicBezTo>
                    <a:pt x="45747" y="6704"/>
                    <a:pt x="45856" y="6793"/>
                    <a:pt x="45949" y="6886"/>
                  </a:cubicBezTo>
                  <a:cubicBezTo>
                    <a:pt x="46068" y="6992"/>
                    <a:pt x="46188" y="7085"/>
                    <a:pt x="46307" y="7165"/>
                  </a:cubicBezTo>
                  <a:cubicBezTo>
                    <a:pt x="46426" y="7244"/>
                    <a:pt x="46579" y="7284"/>
                    <a:pt x="46764" y="7284"/>
                  </a:cubicBezTo>
                  <a:cubicBezTo>
                    <a:pt x="47016" y="7284"/>
                    <a:pt x="47232" y="7208"/>
                    <a:pt x="47411" y="7055"/>
                  </a:cubicBezTo>
                  <a:cubicBezTo>
                    <a:pt x="47590" y="6903"/>
                    <a:pt x="47679" y="6707"/>
                    <a:pt x="47679" y="6468"/>
                  </a:cubicBezTo>
                  <a:cubicBezTo>
                    <a:pt x="47679" y="6177"/>
                    <a:pt x="47580" y="5921"/>
                    <a:pt x="47381" y="5703"/>
                  </a:cubicBezTo>
                  <a:cubicBezTo>
                    <a:pt x="47182" y="5484"/>
                    <a:pt x="46953" y="5305"/>
                    <a:pt x="46695" y="5166"/>
                  </a:cubicBezTo>
                  <a:cubicBezTo>
                    <a:pt x="46436" y="5026"/>
                    <a:pt x="46171" y="4924"/>
                    <a:pt x="45899" y="4857"/>
                  </a:cubicBezTo>
                  <a:cubicBezTo>
                    <a:pt x="45627" y="4791"/>
                    <a:pt x="45425" y="4758"/>
                    <a:pt x="45293" y="4758"/>
                  </a:cubicBezTo>
                  <a:cubicBezTo>
                    <a:pt x="44828" y="4758"/>
                    <a:pt x="44388" y="4857"/>
                    <a:pt x="43970" y="5056"/>
                  </a:cubicBezTo>
                  <a:cubicBezTo>
                    <a:pt x="43552" y="5255"/>
                    <a:pt x="43138" y="5520"/>
                    <a:pt x="42727" y="5852"/>
                  </a:cubicBezTo>
                  <a:cubicBezTo>
                    <a:pt x="42554" y="5706"/>
                    <a:pt x="42339" y="5580"/>
                    <a:pt x="42080" y="5474"/>
                  </a:cubicBezTo>
                  <a:cubicBezTo>
                    <a:pt x="41822" y="5368"/>
                    <a:pt x="41593" y="5315"/>
                    <a:pt x="41394" y="5315"/>
                  </a:cubicBezTo>
                  <a:cubicBezTo>
                    <a:pt x="41102" y="5315"/>
                    <a:pt x="40867" y="5394"/>
                    <a:pt x="40688" y="5553"/>
                  </a:cubicBezTo>
                  <a:cubicBezTo>
                    <a:pt x="40509" y="5713"/>
                    <a:pt x="40420" y="5905"/>
                    <a:pt x="40420" y="6130"/>
                  </a:cubicBezTo>
                  <a:cubicBezTo>
                    <a:pt x="40420" y="6289"/>
                    <a:pt x="40469" y="6439"/>
                    <a:pt x="40569" y="6578"/>
                  </a:cubicBezTo>
                  <a:cubicBezTo>
                    <a:pt x="40668" y="6717"/>
                    <a:pt x="40844" y="6860"/>
                    <a:pt x="41096" y="7005"/>
                  </a:cubicBezTo>
                  <a:close/>
                  <a:moveTo>
                    <a:pt x="56530" y="12873"/>
                  </a:moveTo>
                  <a:cubicBezTo>
                    <a:pt x="56557" y="12846"/>
                    <a:pt x="56540" y="12787"/>
                    <a:pt x="56480" y="12694"/>
                  </a:cubicBezTo>
                  <a:cubicBezTo>
                    <a:pt x="56421" y="12601"/>
                    <a:pt x="56344" y="12482"/>
                    <a:pt x="56252" y="12336"/>
                  </a:cubicBezTo>
                  <a:lnTo>
                    <a:pt x="56272" y="12336"/>
                  </a:lnTo>
                  <a:cubicBezTo>
                    <a:pt x="56165" y="12177"/>
                    <a:pt x="56063" y="11998"/>
                    <a:pt x="55963" y="11799"/>
                  </a:cubicBezTo>
                  <a:cubicBezTo>
                    <a:pt x="55864" y="11600"/>
                    <a:pt x="55801" y="11428"/>
                    <a:pt x="55774" y="11282"/>
                  </a:cubicBezTo>
                  <a:cubicBezTo>
                    <a:pt x="55708" y="10804"/>
                    <a:pt x="55662" y="10317"/>
                    <a:pt x="55635" y="9820"/>
                  </a:cubicBezTo>
                  <a:cubicBezTo>
                    <a:pt x="55609" y="9323"/>
                    <a:pt x="55595" y="8842"/>
                    <a:pt x="55595" y="8378"/>
                  </a:cubicBezTo>
                  <a:lnTo>
                    <a:pt x="55595" y="8040"/>
                  </a:lnTo>
                  <a:cubicBezTo>
                    <a:pt x="55595" y="7920"/>
                    <a:pt x="55599" y="7771"/>
                    <a:pt x="55605" y="7592"/>
                  </a:cubicBezTo>
                  <a:cubicBezTo>
                    <a:pt x="55612" y="7413"/>
                    <a:pt x="55615" y="7191"/>
                    <a:pt x="55615" y="6926"/>
                  </a:cubicBezTo>
                  <a:lnTo>
                    <a:pt x="55615" y="5931"/>
                  </a:lnTo>
                  <a:cubicBezTo>
                    <a:pt x="55469" y="5547"/>
                    <a:pt x="55234" y="5305"/>
                    <a:pt x="54909" y="5205"/>
                  </a:cubicBezTo>
                  <a:cubicBezTo>
                    <a:pt x="54584" y="5106"/>
                    <a:pt x="54216" y="5056"/>
                    <a:pt x="53805" y="5056"/>
                  </a:cubicBezTo>
                  <a:cubicBezTo>
                    <a:pt x="53593" y="5056"/>
                    <a:pt x="53374" y="5073"/>
                    <a:pt x="53149" y="5106"/>
                  </a:cubicBezTo>
                  <a:cubicBezTo>
                    <a:pt x="52923" y="5139"/>
                    <a:pt x="52705" y="5186"/>
                    <a:pt x="52493" y="5245"/>
                  </a:cubicBezTo>
                  <a:cubicBezTo>
                    <a:pt x="52280" y="5305"/>
                    <a:pt x="52091" y="5368"/>
                    <a:pt x="51926" y="5434"/>
                  </a:cubicBezTo>
                  <a:cubicBezTo>
                    <a:pt x="51760" y="5500"/>
                    <a:pt x="51631" y="5560"/>
                    <a:pt x="51538" y="5613"/>
                  </a:cubicBezTo>
                  <a:cubicBezTo>
                    <a:pt x="51100" y="5892"/>
                    <a:pt x="50693" y="6210"/>
                    <a:pt x="50315" y="6568"/>
                  </a:cubicBezTo>
                  <a:cubicBezTo>
                    <a:pt x="49937" y="6926"/>
                    <a:pt x="49602" y="7320"/>
                    <a:pt x="49310" y="7751"/>
                  </a:cubicBezTo>
                  <a:cubicBezTo>
                    <a:pt x="49018" y="8182"/>
                    <a:pt x="48790" y="8646"/>
                    <a:pt x="48624" y="9144"/>
                  </a:cubicBezTo>
                  <a:cubicBezTo>
                    <a:pt x="48458" y="9641"/>
                    <a:pt x="48375" y="10168"/>
                    <a:pt x="48375" y="10725"/>
                  </a:cubicBezTo>
                  <a:cubicBezTo>
                    <a:pt x="48375" y="11268"/>
                    <a:pt x="48481" y="11786"/>
                    <a:pt x="48694" y="12276"/>
                  </a:cubicBezTo>
                  <a:cubicBezTo>
                    <a:pt x="48906" y="12767"/>
                    <a:pt x="49264" y="13191"/>
                    <a:pt x="49768" y="13549"/>
                  </a:cubicBezTo>
                  <a:cubicBezTo>
                    <a:pt x="50112" y="13774"/>
                    <a:pt x="50454" y="13924"/>
                    <a:pt x="50792" y="13997"/>
                  </a:cubicBezTo>
                  <a:cubicBezTo>
                    <a:pt x="51130" y="14069"/>
                    <a:pt x="51478" y="14106"/>
                    <a:pt x="51836" y="14106"/>
                  </a:cubicBezTo>
                  <a:cubicBezTo>
                    <a:pt x="52327" y="14106"/>
                    <a:pt x="52781" y="14056"/>
                    <a:pt x="53199" y="13957"/>
                  </a:cubicBezTo>
                  <a:cubicBezTo>
                    <a:pt x="53616" y="13857"/>
                    <a:pt x="54064" y="13629"/>
                    <a:pt x="54541" y="13271"/>
                  </a:cubicBezTo>
                  <a:cubicBezTo>
                    <a:pt x="54607" y="13377"/>
                    <a:pt x="54690" y="13486"/>
                    <a:pt x="54790" y="13599"/>
                  </a:cubicBezTo>
                  <a:cubicBezTo>
                    <a:pt x="54889" y="13711"/>
                    <a:pt x="54992" y="13821"/>
                    <a:pt x="55098" y="13927"/>
                  </a:cubicBezTo>
                  <a:cubicBezTo>
                    <a:pt x="55337" y="14046"/>
                    <a:pt x="55562" y="14096"/>
                    <a:pt x="55774" y="14076"/>
                  </a:cubicBezTo>
                  <a:cubicBezTo>
                    <a:pt x="55986" y="14056"/>
                    <a:pt x="56162" y="13990"/>
                    <a:pt x="56301" y="13877"/>
                  </a:cubicBezTo>
                  <a:cubicBezTo>
                    <a:pt x="56441" y="13765"/>
                    <a:pt x="56533" y="13619"/>
                    <a:pt x="56580" y="13440"/>
                  </a:cubicBezTo>
                  <a:cubicBezTo>
                    <a:pt x="56626" y="13261"/>
                    <a:pt x="56610" y="13072"/>
                    <a:pt x="56530" y="12873"/>
                  </a:cubicBezTo>
                  <a:close/>
                  <a:moveTo>
                    <a:pt x="53845" y="11461"/>
                  </a:moveTo>
                  <a:cubicBezTo>
                    <a:pt x="53394" y="11832"/>
                    <a:pt x="53023" y="12104"/>
                    <a:pt x="52731" y="12276"/>
                  </a:cubicBezTo>
                  <a:cubicBezTo>
                    <a:pt x="52493" y="12356"/>
                    <a:pt x="52244" y="12395"/>
                    <a:pt x="51985" y="12395"/>
                  </a:cubicBezTo>
                  <a:cubicBezTo>
                    <a:pt x="51727" y="12395"/>
                    <a:pt x="51485" y="12346"/>
                    <a:pt x="51259" y="12246"/>
                  </a:cubicBezTo>
                  <a:cubicBezTo>
                    <a:pt x="51034" y="12147"/>
                    <a:pt x="50838" y="12001"/>
                    <a:pt x="50673" y="11809"/>
                  </a:cubicBezTo>
                  <a:cubicBezTo>
                    <a:pt x="50507" y="11616"/>
                    <a:pt x="50404" y="11374"/>
                    <a:pt x="50364" y="11083"/>
                  </a:cubicBezTo>
                  <a:cubicBezTo>
                    <a:pt x="50298" y="10711"/>
                    <a:pt x="50308" y="10330"/>
                    <a:pt x="50394" y="9939"/>
                  </a:cubicBezTo>
                  <a:cubicBezTo>
                    <a:pt x="50480" y="9548"/>
                    <a:pt x="50616" y="9173"/>
                    <a:pt x="50802" y="8815"/>
                  </a:cubicBezTo>
                  <a:cubicBezTo>
                    <a:pt x="50988" y="8457"/>
                    <a:pt x="51223" y="8132"/>
                    <a:pt x="51508" y="7841"/>
                  </a:cubicBezTo>
                  <a:cubicBezTo>
                    <a:pt x="51793" y="7549"/>
                    <a:pt x="52115" y="7324"/>
                    <a:pt x="52473" y="7165"/>
                  </a:cubicBezTo>
                  <a:cubicBezTo>
                    <a:pt x="52565" y="7125"/>
                    <a:pt x="52728" y="7058"/>
                    <a:pt x="52960" y="6966"/>
                  </a:cubicBezTo>
                  <a:cubicBezTo>
                    <a:pt x="53192" y="6873"/>
                    <a:pt x="53421" y="6813"/>
                    <a:pt x="53646" y="6787"/>
                  </a:cubicBezTo>
                  <a:cubicBezTo>
                    <a:pt x="53646" y="7052"/>
                    <a:pt x="53639" y="7324"/>
                    <a:pt x="53626" y="7602"/>
                  </a:cubicBezTo>
                  <a:cubicBezTo>
                    <a:pt x="53613" y="7881"/>
                    <a:pt x="53606" y="8192"/>
                    <a:pt x="53606" y="8537"/>
                  </a:cubicBezTo>
                  <a:cubicBezTo>
                    <a:pt x="53606" y="9028"/>
                    <a:pt x="53620" y="9521"/>
                    <a:pt x="53646" y="10019"/>
                  </a:cubicBezTo>
                  <a:cubicBezTo>
                    <a:pt x="53673" y="10516"/>
                    <a:pt x="53739" y="10997"/>
                    <a:pt x="53845" y="11461"/>
                  </a:cubicBezTo>
                  <a:close/>
                  <a:moveTo>
                    <a:pt x="60607" y="12734"/>
                  </a:moveTo>
                  <a:lnTo>
                    <a:pt x="60508" y="12684"/>
                  </a:lnTo>
                  <a:cubicBezTo>
                    <a:pt x="60468" y="12664"/>
                    <a:pt x="60435" y="12641"/>
                    <a:pt x="60409" y="12614"/>
                  </a:cubicBezTo>
                  <a:lnTo>
                    <a:pt x="60409" y="2073"/>
                  </a:lnTo>
                  <a:cubicBezTo>
                    <a:pt x="60316" y="1821"/>
                    <a:pt x="60183" y="1632"/>
                    <a:pt x="60011" y="1506"/>
                  </a:cubicBezTo>
                  <a:cubicBezTo>
                    <a:pt x="59838" y="1380"/>
                    <a:pt x="59639" y="1317"/>
                    <a:pt x="59414" y="1317"/>
                  </a:cubicBezTo>
                  <a:cubicBezTo>
                    <a:pt x="59189" y="1317"/>
                    <a:pt x="58990" y="1387"/>
                    <a:pt x="58817" y="1526"/>
                  </a:cubicBezTo>
                  <a:cubicBezTo>
                    <a:pt x="58645" y="1665"/>
                    <a:pt x="58526" y="1867"/>
                    <a:pt x="58459" y="2132"/>
                  </a:cubicBezTo>
                  <a:lnTo>
                    <a:pt x="58459" y="13032"/>
                  </a:lnTo>
                  <a:cubicBezTo>
                    <a:pt x="58486" y="13191"/>
                    <a:pt x="58519" y="13317"/>
                    <a:pt x="58559" y="13410"/>
                  </a:cubicBezTo>
                  <a:cubicBezTo>
                    <a:pt x="58599" y="13503"/>
                    <a:pt x="58678" y="13602"/>
                    <a:pt x="58797" y="13708"/>
                  </a:cubicBezTo>
                  <a:lnTo>
                    <a:pt x="59653" y="14265"/>
                  </a:lnTo>
                  <a:cubicBezTo>
                    <a:pt x="59852" y="14371"/>
                    <a:pt x="60041" y="14421"/>
                    <a:pt x="60220" y="14414"/>
                  </a:cubicBezTo>
                  <a:cubicBezTo>
                    <a:pt x="60399" y="14408"/>
                    <a:pt x="60554" y="14365"/>
                    <a:pt x="60687" y="14285"/>
                  </a:cubicBezTo>
                  <a:cubicBezTo>
                    <a:pt x="60820" y="14205"/>
                    <a:pt x="60926" y="14099"/>
                    <a:pt x="61005" y="13967"/>
                  </a:cubicBezTo>
                  <a:cubicBezTo>
                    <a:pt x="61085" y="13834"/>
                    <a:pt x="61125" y="13688"/>
                    <a:pt x="61125" y="13529"/>
                  </a:cubicBezTo>
                  <a:cubicBezTo>
                    <a:pt x="61125" y="13251"/>
                    <a:pt x="60952" y="12986"/>
                    <a:pt x="60607" y="12734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8" name="matrix-safety line 1" descr="Safety-"/>
            <p:cNvSpPr/>
            <p:nvPr/>
          </p:nvSpPr>
          <p:spPr>
            <a:xfrm>
              <a:off x="161569" y="1242164"/>
              <a:ext cx="345069" cy="95926"/>
            </a:xfrm>
            <a:custGeom>
              <a:avLst/>
              <a:gdLst/>
              <a:ahLst/>
              <a:cxnLst/>
              <a:rect l="0" t="0" r="r" b="b"/>
              <a:pathLst>
                <a:path w="62175" h="17284">
                  <a:moveTo>
                    <a:pt x="139" y="11655"/>
                  </a:moveTo>
                  <a:lnTo>
                    <a:pt x="159" y="11675"/>
                  </a:lnTo>
                  <a:cubicBezTo>
                    <a:pt x="398" y="11954"/>
                    <a:pt x="690" y="12212"/>
                    <a:pt x="1034" y="12451"/>
                  </a:cubicBezTo>
                  <a:cubicBezTo>
                    <a:pt x="1379" y="12690"/>
                    <a:pt x="1757" y="12895"/>
                    <a:pt x="2168" y="13067"/>
                  </a:cubicBezTo>
                  <a:cubicBezTo>
                    <a:pt x="2579" y="13240"/>
                    <a:pt x="3013" y="13372"/>
                    <a:pt x="3471" y="13465"/>
                  </a:cubicBezTo>
                  <a:cubicBezTo>
                    <a:pt x="3928" y="13558"/>
                    <a:pt x="4382" y="13598"/>
                    <a:pt x="4833" y="13585"/>
                  </a:cubicBezTo>
                  <a:cubicBezTo>
                    <a:pt x="5350" y="13571"/>
                    <a:pt x="5848" y="13488"/>
                    <a:pt x="6325" y="13336"/>
                  </a:cubicBezTo>
                  <a:cubicBezTo>
                    <a:pt x="6802" y="13183"/>
                    <a:pt x="7227" y="12961"/>
                    <a:pt x="7598" y="12670"/>
                  </a:cubicBezTo>
                  <a:cubicBezTo>
                    <a:pt x="7969" y="12378"/>
                    <a:pt x="8264" y="12010"/>
                    <a:pt x="8483" y="11566"/>
                  </a:cubicBezTo>
                  <a:cubicBezTo>
                    <a:pt x="8702" y="11122"/>
                    <a:pt x="8811" y="10601"/>
                    <a:pt x="8811" y="10004"/>
                  </a:cubicBezTo>
                  <a:cubicBezTo>
                    <a:pt x="8811" y="9421"/>
                    <a:pt x="8678" y="8887"/>
                    <a:pt x="8413" y="8403"/>
                  </a:cubicBezTo>
                  <a:cubicBezTo>
                    <a:pt x="8148" y="7919"/>
                    <a:pt x="7764" y="7538"/>
                    <a:pt x="7260" y="7260"/>
                  </a:cubicBezTo>
                  <a:cubicBezTo>
                    <a:pt x="6690" y="6941"/>
                    <a:pt x="6169" y="6719"/>
                    <a:pt x="5698" y="6593"/>
                  </a:cubicBezTo>
                  <a:cubicBezTo>
                    <a:pt x="5228" y="6467"/>
                    <a:pt x="4720" y="6345"/>
                    <a:pt x="4177" y="6225"/>
                  </a:cubicBezTo>
                  <a:cubicBezTo>
                    <a:pt x="4190" y="6225"/>
                    <a:pt x="4091" y="6202"/>
                    <a:pt x="3878" y="6156"/>
                  </a:cubicBezTo>
                  <a:cubicBezTo>
                    <a:pt x="3666" y="6109"/>
                    <a:pt x="3434" y="6030"/>
                    <a:pt x="3182" y="5917"/>
                  </a:cubicBezTo>
                  <a:cubicBezTo>
                    <a:pt x="2930" y="5804"/>
                    <a:pt x="2698" y="5655"/>
                    <a:pt x="2486" y="5470"/>
                  </a:cubicBezTo>
                  <a:cubicBezTo>
                    <a:pt x="2274" y="5284"/>
                    <a:pt x="2181" y="5059"/>
                    <a:pt x="2208" y="4793"/>
                  </a:cubicBezTo>
                  <a:cubicBezTo>
                    <a:pt x="2234" y="4475"/>
                    <a:pt x="2334" y="4213"/>
                    <a:pt x="2506" y="4008"/>
                  </a:cubicBezTo>
                  <a:cubicBezTo>
                    <a:pt x="2678" y="3802"/>
                    <a:pt x="2887" y="3633"/>
                    <a:pt x="3133" y="3501"/>
                  </a:cubicBezTo>
                  <a:cubicBezTo>
                    <a:pt x="3378" y="3368"/>
                    <a:pt x="3650" y="3275"/>
                    <a:pt x="3948" y="3222"/>
                  </a:cubicBezTo>
                  <a:cubicBezTo>
                    <a:pt x="4246" y="3169"/>
                    <a:pt x="4535" y="3143"/>
                    <a:pt x="4813" y="3143"/>
                  </a:cubicBezTo>
                  <a:cubicBezTo>
                    <a:pt x="5185" y="3143"/>
                    <a:pt x="5543" y="3186"/>
                    <a:pt x="5887" y="3272"/>
                  </a:cubicBezTo>
                  <a:cubicBezTo>
                    <a:pt x="6232" y="3358"/>
                    <a:pt x="6577" y="3454"/>
                    <a:pt x="6922" y="3560"/>
                  </a:cubicBezTo>
                  <a:cubicBezTo>
                    <a:pt x="7094" y="3627"/>
                    <a:pt x="7253" y="3640"/>
                    <a:pt x="7399" y="3600"/>
                  </a:cubicBezTo>
                  <a:cubicBezTo>
                    <a:pt x="7545" y="3560"/>
                    <a:pt x="7667" y="3497"/>
                    <a:pt x="7767" y="3411"/>
                  </a:cubicBezTo>
                  <a:cubicBezTo>
                    <a:pt x="7866" y="3325"/>
                    <a:pt x="7943" y="3219"/>
                    <a:pt x="7996" y="3093"/>
                  </a:cubicBezTo>
                  <a:cubicBezTo>
                    <a:pt x="8049" y="2967"/>
                    <a:pt x="8075" y="2851"/>
                    <a:pt x="8075" y="2745"/>
                  </a:cubicBezTo>
                  <a:cubicBezTo>
                    <a:pt x="8075" y="2599"/>
                    <a:pt x="8032" y="2453"/>
                    <a:pt x="7946" y="2307"/>
                  </a:cubicBezTo>
                  <a:cubicBezTo>
                    <a:pt x="7860" y="2161"/>
                    <a:pt x="7724" y="2035"/>
                    <a:pt x="7538" y="1929"/>
                  </a:cubicBezTo>
                  <a:cubicBezTo>
                    <a:pt x="7193" y="1744"/>
                    <a:pt x="6835" y="1604"/>
                    <a:pt x="6464" y="1512"/>
                  </a:cubicBezTo>
                  <a:cubicBezTo>
                    <a:pt x="6093" y="1419"/>
                    <a:pt x="5675" y="1372"/>
                    <a:pt x="5211" y="1372"/>
                  </a:cubicBezTo>
                  <a:cubicBezTo>
                    <a:pt x="4654" y="1372"/>
                    <a:pt x="4091" y="1439"/>
                    <a:pt x="3520" y="1571"/>
                  </a:cubicBezTo>
                  <a:cubicBezTo>
                    <a:pt x="2950" y="1704"/>
                    <a:pt x="2427" y="1909"/>
                    <a:pt x="1949" y="2188"/>
                  </a:cubicBezTo>
                  <a:cubicBezTo>
                    <a:pt x="1472" y="2466"/>
                    <a:pt x="1077" y="2828"/>
                    <a:pt x="766" y="3272"/>
                  </a:cubicBezTo>
                  <a:cubicBezTo>
                    <a:pt x="454" y="3716"/>
                    <a:pt x="292" y="4250"/>
                    <a:pt x="278" y="4873"/>
                  </a:cubicBezTo>
                  <a:cubicBezTo>
                    <a:pt x="265" y="5364"/>
                    <a:pt x="358" y="5785"/>
                    <a:pt x="557" y="6136"/>
                  </a:cubicBezTo>
                  <a:cubicBezTo>
                    <a:pt x="756" y="6487"/>
                    <a:pt x="1021" y="6782"/>
                    <a:pt x="1352" y="7021"/>
                  </a:cubicBezTo>
                  <a:cubicBezTo>
                    <a:pt x="1684" y="7260"/>
                    <a:pt x="2065" y="7452"/>
                    <a:pt x="2496" y="7598"/>
                  </a:cubicBezTo>
                  <a:cubicBezTo>
                    <a:pt x="2927" y="7744"/>
                    <a:pt x="3368" y="7856"/>
                    <a:pt x="3819" y="7936"/>
                  </a:cubicBezTo>
                  <a:cubicBezTo>
                    <a:pt x="4097" y="7976"/>
                    <a:pt x="4415" y="8035"/>
                    <a:pt x="4773" y="8115"/>
                  </a:cubicBezTo>
                  <a:cubicBezTo>
                    <a:pt x="5131" y="8194"/>
                    <a:pt x="5466" y="8314"/>
                    <a:pt x="5778" y="8473"/>
                  </a:cubicBezTo>
                  <a:cubicBezTo>
                    <a:pt x="6090" y="8632"/>
                    <a:pt x="6348" y="8854"/>
                    <a:pt x="6554" y="9139"/>
                  </a:cubicBezTo>
                  <a:cubicBezTo>
                    <a:pt x="6759" y="9424"/>
                    <a:pt x="6855" y="9792"/>
                    <a:pt x="6842" y="10243"/>
                  </a:cubicBezTo>
                  <a:cubicBezTo>
                    <a:pt x="6815" y="10707"/>
                    <a:pt x="6646" y="11088"/>
                    <a:pt x="6335" y="11387"/>
                  </a:cubicBezTo>
                  <a:cubicBezTo>
                    <a:pt x="6023" y="11685"/>
                    <a:pt x="5509" y="11834"/>
                    <a:pt x="4793" y="11834"/>
                  </a:cubicBezTo>
                  <a:cubicBezTo>
                    <a:pt x="4157" y="11834"/>
                    <a:pt x="3607" y="11731"/>
                    <a:pt x="3143" y="11526"/>
                  </a:cubicBezTo>
                  <a:cubicBezTo>
                    <a:pt x="2678" y="11320"/>
                    <a:pt x="2201" y="11006"/>
                    <a:pt x="1710" y="10581"/>
                  </a:cubicBezTo>
                  <a:cubicBezTo>
                    <a:pt x="1578" y="10488"/>
                    <a:pt x="1449" y="10415"/>
                    <a:pt x="1323" y="10362"/>
                  </a:cubicBezTo>
                  <a:cubicBezTo>
                    <a:pt x="1197" y="10309"/>
                    <a:pt x="1061" y="10283"/>
                    <a:pt x="915" y="10283"/>
                  </a:cubicBezTo>
                  <a:cubicBezTo>
                    <a:pt x="650" y="10283"/>
                    <a:pt x="431" y="10359"/>
                    <a:pt x="259" y="10512"/>
                  </a:cubicBezTo>
                  <a:cubicBezTo>
                    <a:pt x="86" y="10664"/>
                    <a:pt x="0" y="10860"/>
                    <a:pt x="0" y="11098"/>
                  </a:cubicBezTo>
                  <a:cubicBezTo>
                    <a:pt x="0" y="11271"/>
                    <a:pt x="46" y="11456"/>
                    <a:pt x="139" y="11655"/>
                  </a:cubicBezTo>
                  <a:close/>
                  <a:moveTo>
                    <a:pt x="18497" y="12252"/>
                  </a:moveTo>
                  <a:cubicBezTo>
                    <a:pt x="18524" y="12225"/>
                    <a:pt x="18507" y="12166"/>
                    <a:pt x="18448" y="12073"/>
                  </a:cubicBezTo>
                  <a:cubicBezTo>
                    <a:pt x="18388" y="11980"/>
                    <a:pt x="18312" y="11861"/>
                    <a:pt x="18219" y="11715"/>
                  </a:cubicBezTo>
                  <a:lnTo>
                    <a:pt x="18239" y="11715"/>
                  </a:lnTo>
                  <a:cubicBezTo>
                    <a:pt x="18133" y="11556"/>
                    <a:pt x="18030" y="11377"/>
                    <a:pt x="17930" y="11178"/>
                  </a:cubicBezTo>
                  <a:cubicBezTo>
                    <a:pt x="17831" y="10979"/>
                    <a:pt x="17768" y="10807"/>
                    <a:pt x="17741" y="10661"/>
                  </a:cubicBezTo>
                  <a:cubicBezTo>
                    <a:pt x="17675" y="10183"/>
                    <a:pt x="17629" y="9696"/>
                    <a:pt x="17602" y="9199"/>
                  </a:cubicBezTo>
                  <a:cubicBezTo>
                    <a:pt x="17576" y="8702"/>
                    <a:pt x="17562" y="8221"/>
                    <a:pt x="17562" y="7757"/>
                  </a:cubicBezTo>
                  <a:lnTo>
                    <a:pt x="17562" y="7419"/>
                  </a:lnTo>
                  <a:cubicBezTo>
                    <a:pt x="17562" y="7299"/>
                    <a:pt x="17566" y="7150"/>
                    <a:pt x="17572" y="6971"/>
                  </a:cubicBezTo>
                  <a:cubicBezTo>
                    <a:pt x="17579" y="6792"/>
                    <a:pt x="17582" y="6570"/>
                    <a:pt x="17582" y="6305"/>
                  </a:cubicBezTo>
                  <a:lnTo>
                    <a:pt x="17582" y="5310"/>
                  </a:lnTo>
                  <a:cubicBezTo>
                    <a:pt x="17436" y="4926"/>
                    <a:pt x="17201" y="4684"/>
                    <a:pt x="16876" y="4585"/>
                  </a:cubicBezTo>
                  <a:cubicBezTo>
                    <a:pt x="16551" y="4485"/>
                    <a:pt x="16183" y="4435"/>
                    <a:pt x="15772" y="4435"/>
                  </a:cubicBezTo>
                  <a:cubicBezTo>
                    <a:pt x="15560" y="4435"/>
                    <a:pt x="15341" y="4452"/>
                    <a:pt x="15116" y="4485"/>
                  </a:cubicBezTo>
                  <a:cubicBezTo>
                    <a:pt x="14891" y="4518"/>
                    <a:pt x="14672" y="4565"/>
                    <a:pt x="14460" y="4624"/>
                  </a:cubicBezTo>
                  <a:cubicBezTo>
                    <a:pt x="14248" y="4684"/>
                    <a:pt x="14059" y="4747"/>
                    <a:pt x="13893" y="4813"/>
                  </a:cubicBezTo>
                  <a:cubicBezTo>
                    <a:pt x="13727" y="4880"/>
                    <a:pt x="13598" y="4939"/>
                    <a:pt x="13505" y="4992"/>
                  </a:cubicBezTo>
                  <a:cubicBezTo>
                    <a:pt x="13067" y="5271"/>
                    <a:pt x="12660" y="5589"/>
                    <a:pt x="12282" y="5947"/>
                  </a:cubicBezTo>
                  <a:cubicBezTo>
                    <a:pt x="11904" y="6305"/>
                    <a:pt x="11569" y="6699"/>
                    <a:pt x="11277" y="7130"/>
                  </a:cubicBezTo>
                  <a:cubicBezTo>
                    <a:pt x="10986" y="7561"/>
                    <a:pt x="10757" y="8025"/>
                    <a:pt x="10591" y="8523"/>
                  </a:cubicBezTo>
                  <a:cubicBezTo>
                    <a:pt x="10425" y="9020"/>
                    <a:pt x="10343" y="9547"/>
                    <a:pt x="10343" y="10104"/>
                  </a:cubicBezTo>
                  <a:cubicBezTo>
                    <a:pt x="10343" y="10648"/>
                    <a:pt x="10449" y="11165"/>
                    <a:pt x="10661" y="11655"/>
                  </a:cubicBezTo>
                  <a:cubicBezTo>
                    <a:pt x="10873" y="12146"/>
                    <a:pt x="11231" y="12570"/>
                    <a:pt x="11735" y="12928"/>
                  </a:cubicBezTo>
                  <a:cubicBezTo>
                    <a:pt x="12080" y="13154"/>
                    <a:pt x="12421" y="13303"/>
                    <a:pt x="12759" y="13376"/>
                  </a:cubicBezTo>
                  <a:cubicBezTo>
                    <a:pt x="13097" y="13449"/>
                    <a:pt x="13445" y="13485"/>
                    <a:pt x="13803" y="13485"/>
                  </a:cubicBezTo>
                  <a:cubicBezTo>
                    <a:pt x="14294" y="13485"/>
                    <a:pt x="14748" y="13435"/>
                    <a:pt x="15166" y="13336"/>
                  </a:cubicBezTo>
                  <a:cubicBezTo>
                    <a:pt x="15583" y="13236"/>
                    <a:pt x="16031" y="13008"/>
                    <a:pt x="16508" y="12650"/>
                  </a:cubicBezTo>
                  <a:cubicBezTo>
                    <a:pt x="16575" y="12756"/>
                    <a:pt x="16657" y="12865"/>
                    <a:pt x="16757" y="12978"/>
                  </a:cubicBezTo>
                  <a:cubicBezTo>
                    <a:pt x="16856" y="13091"/>
                    <a:pt x="16959" y="13200"/>
                    <a:pt x="17065" y="13306"/>
                  </a:cubicBezTo>
                  <a:cubicBezTo>
                    <a:pt x="17304" y="13425"/>
                    <a:pt x="17529" y="13475"/>
                    <a:pt x="17741" y="13455"/>
                  </a:cubicBezTo>
                  <a:cubicBezTo>
                    <a:pt x="17954" y="13435"/>
                    <a:pt x="18129" y="13369"/>
                    <a:pt x="18269" y="13256"/>
                  </a:cubicBezTo>
                  <a:cubicBezTo>
                    <a:pt x="18408" y="13144"/>
                    <a:pt x="18501" y="12998"/>
                    <a:pt x="18547" y="12819"/>
                  </a:cubicBezTo>
                  <a:cubicBezTo>
                    <a:pt x="18593" y="12640"/>
                    <a:pt x="18577" y="12451"/>
                    <a:pt x="18497" y="12252"/>
                  </a:cubicBezTo>
                  <a:close/>
                  <a:moveTo>
                    <a:pt x="15812" y="10840"/>
                  </a:moveTo>
                  <a:cubicBezTo>
                    <a:pt x="15361" y="11211"/>
                    <a:pt x="14990" y="11483"/>
                    <a:pt x="14698" y="11655"/>
                  </a:cubicBezTo>
                  <a:cubicBezTo>
                    <a:pt x="14460" y="11735"/>
                    <a:pt x="14211" y="11775"/>
                    <a:pt x="13952" y="11775"/>
                  </a:cubicBezTo>
                  <a:cubicBezTo>
                    <a:pt x="13694" y="11775"/>
                    <a:pt x="13452" y="11725"/>
                    <a:pt x="13227" y="11625"/>
                  </a:cubicBezTo>
                  <a:cubicBezTo>
                    <a:pt x="13001" y="11526"/>
                    <a:pt x="12806" y="11380"/>
                    <a:pt x="12640" y="11188"/>
                  </a:cubicBezTo>
                  <a:cubicBezTo>
                    <a:pt x="12474" y="10996"/>
                    <a:pt x="12371" y="10754"/>
                    <a:pt x="12331" y="10462"/>
                  </a:cubicBezTo>
                  <a:cubicBezTo>
                    <a:pt x="12265" y="10091"/>
                    <a:pt x="12275" y="9709"/>
                    <a:pt x="12361" y="9318"/>
                  </a:cubicBezTo>
                  <a:cubicBezTo>
                    <a:pt x="12448" y="8927"/>
                    <a:pt x="12583" y="8552"/>
                    <a:pt x="12769" y="8194"/>
                  </a:cubicBezTo>
                  <a:cubicBezTo>
                    <a:pt x="12955" y="7836"/>
                    <a:pt x="13190" y="7512"/>
                    <a:pt x="13475" y="7220"/>
                  </a:cubicBezTo>
                  <a:cubicBezTo>
                    <a:pt x="13760" y="6928"/>
                    <a:pt x="14082" y="6703"/>
                    <a:pt x="14440" y="6544"/>
                  </a:cubicBezTo>
                  <a:cubicBezTo>
                    <a:pt x="14533" y="6504"/>
                    <a:pt x="14695" y="6438"/>
                    <a:pt x="14927" y="6345"/>
                  </a:cubicBezTo>
                  <a:cubicBezTo>
                    <a:pt x="15159" y="6252"/>
                    <a:pt x="15388" y="6192"/>
                    <a:pt x="15613" y="6166"/>
                  </a:cubicBezTo>
                  <a:cubicBezTo>
                    <a:pt x="15613" y="6431"/>
                    <a:pt x="15607" y="6703"/>
                    <a:pt x="15593" y="6981"/>
                  </a:cubicBezTo>
                  <a:cubicBezTo>
                    <a:pt x="15580" y="7260"/>
                    <a:pt x="15573" y="7571"/>
                    <a:pt x="15573" y="7916"/>
                  </a:cubicBezTo>
                  <a:cubicBezTo>
                    <a:pt x="15573" y="8407"/>
                    <a:pt x="15587" y="8901"/>
                    <a:pt x="15613" y="9398"/>
                  </a:cubicBezTo>
                  <a:cubicBezTo>
                    <a:pt x="15640" y="9895"/>
                    <a:pt x="15706" y="10376"/>
                    <a:pt x="15812" y="10840"/>
                  </a:cubicBezTo>
                  <a:close/>
                  <a:moveTo>
                    <a:pt x="23490" y="12530"/>
                  </a:moveTo>
                  <a:lnTo>
                    <a:pt x="23490" y="7041"/>
                  </a:lnTo>
                  <a:lnTo>
                    <a:pt x="24007" y="7041"/>
                  </a:lnTo>
                  <a:cubicBezTo>
                    <a:pt x="24298" y="7041"/>
                    <a:pt x="24597" y="7038"/>
                    <a:pt x="24902" y="7031"/>
                  </a:cubicBezTo>
                  <a:cubicBezTo>
                    <a:pt x="25207" y="7024"/>
                    <a:pt x="25485" y="6991"/>
                    <a:pt x="25737" y="6931"/>
                  </a:cubicBezTo>
                  <a:cubicBezTo>
                    <a:pt x="25989" y="6872"/>
                    <a:pt x="26194" y="6779"/>
                    <a:pt x="26354" y="6653"/>
                  </a:cubicBezTo>
                  <a:cubicBezTo>
                    <a:pt x="26513" y="6527"/>
                    <a:pt x="26592" y="6351"/>
                    <a:pt x="26592" y="6126"/>
                  </a:cubicBezTo>
                  <a:cubicBezTo>
                    <a:pt x="26592" y="5954"/>
                    <a:pt x="26526" y="5785"/>
                    <a:pt x="26393" y="5619"/>
                  </a:cubicBezTo>
                  <a:cubicBezTo>
                    <a:pt x="26261" y="5453"/>
                    <a:pt x="26042" y="5330"/>
                    <a:pt x="25737" y="5251"/>
                  </a:cubicBezTo>
                  <a:lnTo>
                    <a:pt x="23490" y="5310"/>
                  </a:lnTo>
                  <a:lnTo>
                    <a:pt x="23490" y="3123"/>
                  </a:lnTo>
                  <a:cubicBezTo>
                    <a:pt x="23649" y="2208"/>
                    <a:pt x="24013" y="1750"/>
                    <a:pt x="24583" y="1750"/>
                  </a:cubicBezTo>
                  <a:cubicBezTo>
                    <a:pt x="24729" y="1750"/>
                    <a:pt x="24885" y="1783"/>
                    <a:pt x="25051" y="1850"/>
                  </a:cubicBezTo>
                  <a:cubicBezTo>
                    <a:pt x="25217" y="1916"/>
                    <a:pt x="25379" y="1982"/>
                    <a:pt x="25538" y="2049"/>
                  </a:cubicBezTo>
                  <a:lnTo>
                    <a:pt x="25518" y="2049"/>
                  </a:lnTo>
                  <a:cubicBezTo>
                    <a:pt x="25664" y="2115"/>
                    <a:pt x="25817" y="2175"/>
                    <a:pt x="25976" y="2228"/>
                  </a:cubicBezTo>
                  <a:cubicBezTo>
                    <a:pt x="26135" y="2281"/>
                    <a:pt x="26287" y="2307"/>
                    <a:pt x="26433" y="2307"/>
                  </a:cubicBezTo>
                  <a:cubicBezTo>
                    <a:pt x="26698" y="2307"/>
                    <a:pt x="26920" y="2224"/>
                    <a:pt x="27099" y="2059"/>
                  </a:cubicBezTo>
                  <a:cubicBezTo>
                    <a:pt x="27278" y="1893"/>
                    <a:pt x="27368" y="1697"/>
                    <a:pt x="27368" y="1472"/>
                  </a:cubicBezTo>
                  <a:cubicBezTo>
                    <a:pt x="27368" y="1220"/>
                    <a:pt x="27262" y="1001"/>
                    <a:pt x="27050" y="815"/>
                  </a:cubicBezTo>
                  <a:cubicBezTo>
                    <a:pt x="26838" y="630"/>
                    <a:pt x="26582" y="477"/>
                    <a:pt x="26284" y="358"/>
                  </a:cubicBezTo>
                  <a:cubicBezTo>
                    <a:pt x="25986" y="239"/>
                    <a:pt x="25681" y="149"/>
                    <a:pt x="25369" y="90"/>
                  </a:cubicBezTo>
                  <a:cubicBezTo>
                    <a:pt x="25057" y="30"/>
                    <a:pt x="24802" y="0"/>
                    <a:pt x="24603" y="0"/>
                  </a:cubicBezTo>
                  <a:cubicBezTo>
                    <a:pt x="24152" y="0"/>
                    <a:pt x="23741" y="80"/>
                    <a:pt x="23370" y="239"/>
                  </a:cubicBezTo>
                  <a:cubicBezTo>
                    <a:pt x="22999" y="398"/>
                    <a:pt x="22677" y="623"/>
                    <a:pt x="22406" y="915"/>
                  </a:cubicBezTo>
                  <a:cubicBezTo>
                    <a:pt x="22134" y="1207"/>
                    <a:pt x="21922" y="1548"/>
                    <a:pt x="21769" y="1939"/>
                  </a:cubicBezTo>
                  <a:cubicBezTo>
                    <a:pt x="21617" y="2330"/>
                    <a:pt x="21540" y="2765"/>
                    <a:pt x="21540" y="3242"/>
                  </a:cubicBezTo>
                  <a:lnTo>
                    <a:pt x="21540" y="5350"/>
                  </a:lnTo>
                  <a:lnTo>
                    <a:pt x="21361" y="5350"/>
                  </a:lnTo>
                  <a:cubicBezTo>
                    <a:pt x="21003" y="5350"/>
                    <a:pt x="20735" y="5446"/>
                    <a:pt x="20556" y="5639"/>
                  </a:cubicBezTo>
                  <a:cubicBezTo>
                    <a:pt x="20377" y="5831"/>
                    <a:pt x="20287" y="6027"/>
                    <a:pt x="20287" y="6225"/>
                  </a:cubicBezTo>
                  <a:cubicBezTo>
                    <a:pt x="20287" y="6438"/>
                    <a:pt x="20370" y="6623"/>
                    <a:pt x="20536" y="6782"/>
                  </a:cubicBezTo>
                  <a:cubicBezTo>
                    <a:pt x="20702" y="6941"/>
                    <a:pt x="20950" y="7048"/>
                    <a:pt x="21282" y="7101"/>
                  </a:cubicBezTo>
                  <a:lnTo>
                    <a:pt x="21540" y="7101"/>
                  </a:lnTo>
                  <a:lnTo>
                    <a:pt x="21540" y="12610"/>
                  </a:lnTo>
                  <a:cubicBezTo>
                    <a:pt x="21580" y="12915"/>
                    <a:pt x="21696" y="13140"/>
                    <a:pt x="21888" y="13286"/>
                  </a:cubicBezTo>
                  <a:cubicBezTo>
                    <a:pt x="22081" y="13432"/>
                    <a:pt x="22290" y="13505"/>
                    <a:pt x="22515" y="13505"/>
                  </a:cubicBezTo>
                  <a:cubicBezTo>
                    <a:pt x="22754" y="13505"/>
                    <a:pt x="22972" y="13425"/>
                    <a:pt x="23171" y="13266"/>
                  </a:cubicBezTo>
                  <a:cubicBezTo>
                    <a:pt x="23370" y="13107"/>
                    <a:pt x="23476" y="12862"/>
                    <a:pt x="23490" y="12530"/>
                  </a:cubicBezTo>
                  <a:close/>
                  <a:moveTo>
                    <a:pt x="34588" y="10740"/>
                  </a:moveTo>
                  <a:cubicBezTo>
                    <a:pt x="34203" y="10979"/>
                    <a:pt x="33782" y="11208"/>
                    <a:pt x="33325" y="11427"/>
                  </a:cubicBezTo>
                  <a:cubicBezTo>
                    <a:pt x="32867" y="11645"/>
                    <a:pt x="32427" y="11768"/>
                    <a:pt x="32002" y="11794"/>
                  </a:cubicBezTo>
                  <a:cubicBezTo>
                    <a:pt x="31498" y="11834"/>
                    <a:pt x="31074" y="11741"/>
                    <a:pt x="30729" y="11516"/>
                  </a:cubicBezTo>
                  <a:cubicBezTo>
                    <a:pt x="30385" y="11291"/>
                    <a:pt x="30119" y="10986"/>
                    <a:pt x="29934" y="10601"/>
                  </a:cubicBezTo>
                  <a:cubicBezTo>
                    <a:pt x="29960" y="10601"/>
                    <a:pt x="30030" y="10588"/>
                    <a:pt x="30143" y="10561"/>
                  </a:cubicBezTo>
                  <a:cubicBezTo>
                    <a:pt x="30255" y="10535"/>
                    <a:pt x="30517" y="10469"/>
                    <a:pt x="30928" y="10362"/>
                  </a:cubicBezTo>
                  <a:cubicBezTo>
                    <a:pt x="31313" y="10270"/>
                    <a:pt x="31724" y="10164"/>
                    <a:pt x="32161" y="10044"/>
                  </a:cubicBezTo>
                  <a:cubicBezTo>
                    <a:pt x="32599" y="9925"/>
                    <a:pt x="33023" y="9779"/>
                    <a:pt x="33434" y="9607"/>
                  </a:cubicBezTo>
                  <a:cubicBezTo>
                    <a:pt x="33845" y="9434"/>
                    <a:pt x="34223" y="9232"/>
                    <a:pt x="34568" y="9000"/>
                  </a:cubicBezTo>
                  <a:cubicBezTo>
                    <a:pt x="34913" y="8768"/>
                    <a:pt x="35185" y="8493"/>
                    <a:pt x="35383" y="8175"/>
                  </a:cubicBezTo>
                  <a:cubicBezTo>
                    <a:pt x="35490" y="8015"/>
                    <a:pt x="35562" y="7850"/>
                    <a:pt x="35602" y="7677"/>
                  </a:cubicBezTo>
                  <a:cubicBezTo>
                    <a:pt x="35642" y="7505"/>
                    <a:pt x="35662" y="7326"/>
                    <a:pt x="35662" y="7140"/>
                  </a:cubicBezTo>
                  <a:cubicBezTo>
                    <a:pt x="35662" y="6862"/>
                    <a:pt x="35609" y="6583"/>
                    <a:pt x="35503" y="6305"/>
                  </a:cubicBezTo>
                  <a:cubicBezTo>
                    <a:pt x="35397" y="6027"/>
                    <a:pt x="35251" y="5771"/>
                    <a:pt x="35065" y="5539"/>
                  </a:cubicBezTo>
                  <a:cubicBezTo>
                    <a:pt x="34880" y="5307"/>
                    <a:pt x="34661" y="5108"/>
                    <a:pt x="34409" y="4943"/>
                  </a:cubicBezTo>
                  <a:cubicBezTo>
                    <a:pt x="34157" y="4777"/>
                    <a:pt x="33885" y="4661"/>
                    <a:pt x="33593" y="4594"/>
                  </a:cubicBezTo>
                  <a:cubicBezTo>
                    <a:pt x="33288" y="4528"/>
                    <a:pt x="32977" y="4495"/>
                    <a:pt x="32659" y="4495"/>
                  </a:cubicBezTo>
                  <a:cubicBezTo>
                    <a:pt x="32062" y="4495"/>
                    <a:pt x="31485" y="4594"/>
                    <a:pt x="30928" y="4793"/>
                  </a:cubicBezTo>
                  <a:cubicBezTo>
                    <a:pt x="30371" y="4992"/>
                    <a:pt x="29854" y="5257"/>
                    <a:pt x="29377" y="5589"/>
                  </a:cubicBezTo>
                  <a:cubicBezTo>
                    <a:pt x="28780" y="5987"/>
                    <a:pt x="28346" y="6504"/>
                    <a:pt x="28074" y="7140"/>
                  </a:cubicBezTo>
                  <a:cubicBezTo>
                    <a:pt x="27802" y="7777"/>
                    <a:pt x="27666" y="8440"/>
                    <a:pt x="27666" y="9129"/>
                  </a:cubicBezTo>
                  <a:cubicBezTo>
                    <a:pt x="27666" y="9832"/>
                    <a:pt x="27822" y="10518"/>
                    <a:pt x="28134" y="11188"/>
                  </a:cubicBezTo>
                  <a:cubicBezTo>
                    <a:pt x="28445" y="11857"/>
                    <a:pt x="28880" y="12398"/>
                    <a:pt x="29436" y="12809"/>
                  </a:cubicBezTo>
                  <a:cubicBezTo>
                    <a:pt x="29781" y="13048"/>
                    <a:pt x="30152" y="13223"/>
                    <a:pt x="30550" y="13336"/>
                  </a:cubicBezTo>
                  <a:cubicBezTo>
                    <a:pt x="30948" y="13449"/>
                    <a:pt x="31339" y="13505"/>
                    <a:pt x="31724" y="13505"/>
                  </a:cubicBezTo>
                  <a:cubicBezTo>
                    <a:pt x="32373" y="13505"/>
                    <a:pt x="33020" y="13389"/>
                    <a:pt x="33663" y="13157"/>
                  </a:cubicBezTo>
                  <a:cubicBezTo>
                    <a:pt x="34306" y="12925"/>
                    <a:pt x="34906" y="12643"/>
                    <a:pt x="35463" y="12312"/>
                  </a:cubicBezTo>
                  <a:cubicBezTo>
                    <a:pt x="35662" y="12192"/>
                    <a:pt x="35808" y="12063"/>
                    <a:pt x="35901" y="11924"/>
                  </a:cubicBezTo>
                  <a:cubicBezTo>
                    <a:pt x="35993" y="11785"/>
                    <a:pt x="36040" y="11642"/>
                    <a:pt x="36040" y="11496"/>
                  </a:cubicBezTo>
                  <a:cubicBezTo>
                    <a:pt x="36040" y="11350"/>
                    <a:pt x="36003" y="11214"/>
                    <a:pt x="35930" y="11088"/>
                  </a:cubicBezTo>
                  <a:cubicBezTo>
                    <a:pt x="35857" y="10962"/>
                    <a:pt x="35758" y="10860"/>
                    <a:pt x="35632" y="10780"/>
                  </a:cubicBezTo>
                  <a:cubicBezTo>
                    <a:pt x="35506" y="10701"/>
                    <a:pt x="35354" y="10654"/>
                    <a:pt x="35175" y="10641"/>
                  </a:cubicBezTo>
                  <a:cubicBezTo>
                    <a:pt x="34996" y="10628"/>
                    <a:pt x="34800" y="10661"/>
                    <a:pt x="34588" y="10740"/>
                  </a:cubicBezTo>
                  <a:close/>
                  <a:moveTo>
                    <a:pt x="30928" y="6743"/>
                  </a:moveTo>
                  <a:cubicBezTo>
                    <a:pt x="31154" y="6636"/>
                    <a:pt x="31439" y="6527"/>
                    <a:pt x="31783" y="6414"/>
                  </a:cubicBezTo>
                  <a:cubicBezTo>
                    <a:pt x="32128" y="6302"/>
                    <a:pt x="32453" y="6245"/>
                    <a:pt x="32758" y="6245"/>
                  </a:cubicBezTo>
                  <a:cubicBezTo>
                    <a:pt x="33036" y="6245"/>
                    <a:pt x="33275" y="6318"/>
                    <a:pt x="33474" y="6464"/>
                  </a:cubicBezTo>
                  <a:cubicBezTo>
                    <a:pt x="33673" y="6610"/>
                    <a:pt x="33759" y="6875"/>
                    <a:pt x="33733" y="7260"/>
                  </a:cubicBezTo>
                  <a:cubicBezTo>
                    <a:pt x="33653" y="7419"/>
                    <a:pt x="33497" y="7565"/>
                    <a:pt x="33265" y="7697"/>
                  </a:cubicBezTo>
                  <a:cubicBezTo>
                    <a:pt x="33033" y="7830"/>
                    <a:pt x="32781" y="7946"/>
                    <a:pt x="32509" y="8045"/>
                  </a:cubicBezTo>
                  <a:cubicBezTo>
                    <a:pt x="32238" y="8145"/>
                    <a:pt x="31969" y="8231"/>
                    <a:pt x="31704" y="8304"/>
                  </a:cubicBezTo>
                  <a:cubicBezTo>
                    <a:pt x="31439" y="8377"/>
                    <a:pt x="31240" y="8433"/>
                    <a:pt x="31107" y="8473"/>
                  </a:cubicBezTo>
                  <a:cubicBezTo>
                    <a:pt x="30736" y="8579"/>
                    <a:pt x="30451" y="8662"/>
                    <a:pt x="30252" y="8722"/>
                  </a:cubicBezTo>
                  <a:cubicBezTo>
                    <a:pt x="30053" y="8781"/>
                    <a:pt x="29904" y="8824"/>
                    <a:pt x="29804" y="8851"/>
                  </a:cubicBezTo>
                  <a:cubicBezTo>
                    <a:pt x="29705" y="8877"/>
                    <a:pt x="29645" y="8894"/>
                    <a:pt x="29625" y="8901"/>
                  </a:cubicBezTo>
                  <a:lnTo>
                    <a:pt x="29596" y="8910"/>
                  </a:lnTo>
                  <a:cubicBezTo>
                    <a:pt x="29622" y="8446"/>
                    <a:pt x="29741" y="8025"/>
                    <a:pt x="29954" y="7648"/>
                  </a:cubicBezTo>
                  <a:cubicBezTo>
                    <a:pt x="30166" y="7270"/>
                    <a:pt x="30491" y="6968"/>
                    <a:pt x="30928" y="6743"/>
                  </a:cubicBezTo>
                  <a:close/>
                  <a:moveTo>
                    <a:pt x="38685" y="6305"/>
                  </a:moveTo>
                  <a:lnTo>
                    <a:pt x="39680" y="6305"/>
                  </a:lnTo>
                  <a:lnTo>
                    <a:pt x="39680" y="9348"/>
                  </a:lnTo>
                  <a:cubicBezTo>
                    <a:pt x="39680" y="9878"/>
                    <a:pt x="39683" y="10412"/>
                    <a:pt x="39690" y="10949"/>
                  </a:cubicBezTo>
                  <a:cubicBezTo>
                    <a:pt x="39696" y="11486"/>
                    <a:pt x="39699" y="12007"/>
                    <a:pt x="39699" y="12510"/>
                  </a:cubicBezTo>
                  <a:cubicBezTo>
                    <a:pt x="39739" y="12815"/>
                    <a:pt x="39855" y="13041"/>
                    <a:pt x="40048" y="13187"/>
                  </a:cubicBezTo>
                  <a:cubicBezTo>
                    <a:pt x="40240" y="13333"/>
                    <a:pt x="40449" y="13406"/>
                    <a:pt x="40674" y="13406"/>
                  </a:cubicBezTo>
                  <a:cubicBezTo>
                    <a:pt x="40899" y="13406"/>
                    <a:pt x="41118" y="13326"/>
                    <a:pt x="41330" y="13167"/>
                  </a:cubicBezTo>
                  <a:cubicBezTo>
                    <a:pt x="41543" y="13008"/>
                    <a:pt x="41649" y="12762"/>
                    <a:pt x="41649" y="12431"/>
                  </a:cubicBezTo>
                  <a:cubicBezTo>
                    <a:pt x="41649" y="12020"/>
                    <a:pt x="41645" y="11609"/>
                    <a:pt x="41639" y="11198"/>
                  </a:cubicBezTo>
                  <a:cubicBezTo>
                    <a:pt x="41632" y="10787"/>
                    <a:pt x="41629" y="10376"/>
                    <a:pt x="41629" y="9965"/>
                  </a:cubicBezTo>
                  <a:lnTo>
                    <a:pt x="41629" y="6305"/>
                  </a:lnTo>
                  <a:lnTo>
                    <a:pt x="43319" y="6305"/>
                  </a:lnTo>
                  <a:cubicBezTo>
                    <a:pt x="43929" y="6146"/>
                    <a:pt x="44234" y="5854"/>
                    <a:pt x="44234" y="5430"/>
                  </a:cubicBezTo>
                  <a:cubicBezTo>
                    <a:pt x="44234" y="5244"/>
                    <a:pt x="44165" y="5072"/>
                    <a:pt x="44025" y="4913"/>
                  </a:cubicBezTo>
                  <a:cubicBezTo>
                    <a:pt x="43886" y="4754"/>
                    <a:pt x="43671" y="4634"/>
                    <a:pt x="43379" y="4555"/>
                  </a:cubicBezTo>
                  <a:lnTo>
                    <a:pt x="41629" y="4555"/>
                  </a:lnTo>
                  <a:lnTo>
                    <a:pt x="41629" y="1452"/>
                  </a:lnTo>
                  <a:cubicBezTo>
                    <a:pt x="41562" y="1187"/>
                    <a:pt x="41436" y="991"/>
                    <a:pt x="41251" y="865"/>
                  </a:cubicBezTo>
                  <a:cubicBezTo>
                    <a:pt x="41065" y="739"/>
                    <a:pt x="40866" y="676"/>
                    <a:pt x="40654" y="676"/>
                  </a:cubicBezTo>
                  <a:cubicBezTo>
                    <a:pt x="40429" y="676"/>
                    <a:pt x="40227" y="746"/>
                    <a:pt x="40048" y="885"/>
                  </a:cubicBezTo>
                  <a:cubicBezTo>
                    <a:pt x="39869" y="1024"/>
                    <a:pt x="39746" y="1233"/>
                    <a:pt x="39680" y="1512"/>
                  </a:cubicBezTo>
                  <a:lnTo>
                    <a:pt x="39680" y="4555"/>
                  </a:lnTo>
                  <a:lnTo>
                    <a:pt x="38765" y="4555"/>
                  </a:lnTo>
                  <a:cubicBezTo>
                    <a:pt x="38407" y="4555"/>
                    <a:pt x="38138" y="4648"/>
                    <a:pt x="37959" y="4833"/>
                  </a:cubicBezTo>
                  <a:cubicBezTo>
                    <a:pt x="37780" y="5019"/>
                    <a:pt x="37691" y="5218"/>
                    <a:pt x="37691" y="5430"/>
                  </a:cubicBezTo>
                  <a:cubicBezTo>
                    <a:pt x="37691" y="5642"/>
                    <a:pt x="37773" y="5828"/>
                    <a:pt x="37939" y="5987"/>
                  </a:cubicBezTo>
                  <a:cubicBezTo>
                    <a:pt x="38105" y="6146"/>
                    <a:pt x="38354" y="6252"/>
                    <a:pt x="38685" y="6305"/>
                  </a:cubicBezTo>
                  <a:close/>
                  <a:moveTo>
                    <a:pt x="51971" y="4714"/>
                  </a:moveTo>
                  <a:lnTo>
                    <a:pt x="51951" y="4714"/>
                  </a:lnTo>
                  <a:cubicBezTo>
                    <a:pt x="51699" y="5669"/>
                    <a:pt x="51414" y="6547"/>
                    <a:pt x="51096" y="7349"/>
                  </a:cubicBezTo>
                  <a:cubicBezTo>
                    <a:pt x="50778" y="8151"/>
                    <a:pt x="50407" y="8964"/>
                    <a:pt x="49982" y="9786"/>
                  </a:cubicBezTo>
                  <a:cubicBezTo>
                    <a:pt x="49266" y="9149"/>
                    <a:pt x="48656" y="8453"/>
                    <a:pt x="48152" y="7697"/>
                  </a:cubicBezTo>
                  <a:cubicBezTo>
                    <a:pt x="47649" y="6941"/>
                    <a:pt x="47264" y="6040"/>
                    <a:pt x="46999" y="4992"/>
                  </a:cubicBezTo>
                  <a:cubicBezTo>
                    <a:pt x="46919" y="4727"/>
                    <a:pt x="46790" y="4535"/>
                    <a:pt x="46611" y="4415"/>
                  </a:cubicBezTo>
                  <a:cubicBezTo>
                    <a:pt x="46432" y="4296"/>
                    <a:pt x="46236" y="4236"/>
                    <a:pt x="46024" y="4236"/>
                  </a:cubicBezTo>
                  <a:cubicBezTo>
                    <a:pt x="45772" y="4236"/>
                    <a:pt x="45571" y="4298"/>
                    <a:pt x="45421" y="4422"/>
                  </a:cubicBezTo>
                  <a:cubicBezTo>
                    <a:pt x="45200" y="4604"/>
                    <a:pt x="45090" y="4920"/>
                    <a:pt x="45090" y="5370"/>
                  </a:cubicBezTo>
                  <a:cubicBezTo>
                    <a:pt x="45275" y="6033"/>
                    <a:pt x="45491" y="6646"/>
                    <a:pt x="45736" y="7210"/>
                  </a:cubicBezTo>
                  <a:cubicBezTo>
                    <a:pt x="45981" y="7773"/>
                    <a:pt x="46266" y="8297"/>
                    <a:pt x="46591" y="8781"/>
                  </a:cubicBezTo>
                  <a:cubicBezTo>
                    <a:pt x="46916" y="9265"/>
                    <a:pt x="47284" y="9726"/>
                    <a:pt x="47695" y="10164"/>
                  </a:cubicBezTo>
                  <a:cubicBezTo>
                    <a:pt x="48106" y="10601"/>
                    <a:pt x="48577" y="11032"/>
                    <a:pt x="49107" y="11456"/>
                  </a:cubicBezTo>
                  <a:lnTo>
                    <a:pt x="47894" y="13624"/>
                  </a:lnTo>
                  <a:cubicBezTo>
                    <a:pt x="47669" y="14035"/>
                    <a:pt x="47433" y="14446"/>
                    <a:pt x="47188" y="14857"/>
                  </a:cubicBezTo>
                  <a:cubicBezTo>
                    <a:pt x="46943" y="15269"/>
                    <a:pt x="46707" y="15686"/>
                    <a:pt x="46482" y="16110"/>
                  </a:cubicBezTo>
                  <a:cubicBezTo>
                    <a:pt x="46469" y="16164"/>
                    <a:pt x="46462" y="16213"/>
                    <a:pt x="46462" y="16260"/>
                  </a:cubicBezTo>
                  <a:lnTo>
                    <a:pt x="46462" y="16389"/>
                  </a:lnTo>
                  <a:cubicBezTo>
                    <a:pt x="46462" y="16694"/>
                    <a:pt x="46548" y="16919"/>
                    <a:pt x="46720" y="17065"/>
                  </a:cubicBezTo>
                  <a:cubicBezTo>
                    <a:pt x="46893" y="17211"/>
                    <a:pt x="47105" y="17284"/>
                    <a:pt x="47357" y="17284"/>
                  </a:cubicBezTo>
                  <a:cubicBezTo>
                    <a:pt x="47503" y="17284"/>
                    <a:pt x="47659" y="17244"/>
                    <a:pt x="47824" y="17165"/>
                  </a:cubicBezTo>
                  <a:cubicBezTo>
                    <a:pt x="47990" y="17085"/>
                    <a:pt x="48146" y="16952"/>
                    <a:pt x="48292" y="16767"/>
                  </a:cubicBezTo>
                  <a:cubicBezTo>
                    <a:pt x="48504" y="16382"/>
                    <a:pt x="48713" y="16011"/>
                    <a:pt x="48918" y="15653"/>
                  </a:cubicBezTo>
                  <a:cubicBezTo>
                    <a:pt x="49124" y="15295"/>
                    <a:pt x="49333" y="14930"/>
                    <a:pt x="49545" y="14559"/>
                  </a:cubicBezTo>
                  <a:cubicBezTo>
                    <a:pt x="49969" y="13817"/>
                    <a:pt x="50390" y="13067"/>
                    <a:pt x="50808" y="12312"/>
                  </a:cubicBezTo>
                  <a:cubicBezTo>
                    <a:pt x="51225" y="11556"/>
                    <a:pt x="51623" y="10790"/>
                    <a:pt x="52001" y="10014"/>
                  </a:cubicBezTo>
                  <a:cubicBezTo>
                    <a:pt x="52379" y="9239"/>
                    <a:pt x="52724" y="8450"/>
                    <a:pt x="53035" y="7648"/>
                  </a:cubicBezTo>
                  <a:cubicBezTo>
                    <a:pt x="53347" y="6845"/>
                    <a:pt x="53609" y="6033"/>
                    <a:pt x="53821" y="5211"/>
                  </a:cubicBezTo>
                  <a:cubicBezTo>
                    <a:pt x="53821" y="4880"/>
                    <a:pt x="53731" y="4621"/>
                    <a:pt x="53552" y="4435"/>
                  </a:cubicBezTo>
                  <a:cubicBezTo>
                    <a:pt x="53373" y="4250"/>
                    <a:pt x="53151" y="4157"/>
                    <a:pt x="52886" y="4157"/>
                  </a:cubicBezTo>
                  <a:cubicBezTo>
                    <a:pt x="52475" y="4157"/>
                    <a:pt x="52170" y="4343"/>
                    <a:pt x="51971" y="4714"/>
                  </a:cubicBezTo>
                  <a:close/>
                  <a:moveTo>
                    <a:pt x="55969" y="10044"/>
                  </a:moveTo>
                  <a:lnTo>
                    <a:pt x="58594" y="10044"/>
                  </a:lnTo>
                  <a:cubicBezTo>
                    <a:pt x="59019" y="10044"/>
                    <a:pt x="59460" y="10041"/>
                    <a:pt x="59917" y="10034"/>
                  </a:cubicBezTo>
                  <a:cubicBezTo>
                    <a:pt x="60375" y="10028"/>
                    <a:pt x="60822" y="10024"/>
                    <a:pt x="61260" y="10024"/>
                  </a:cubicBezTo>
                  <a:cubicBezTo>
                    <a:pt x="61565" y="9945"/>
                    <a:pt x="61793" y="9825"/>
                    <a:pt x="61946" y="9666"/>
                  </a:cubicBezTo>
                  <a:cubicBezTo>
                    <a:pt x="62098" y="9507"/>
                    <a:pt x="62175" y="9335"/>
                    <a:pt x="62175" y="9149"/>
                  </a:cubicBezTo>
                  <a:cubicBezTo>
                    <a:pt x="62175" y="8964"/>
                    <a:pt x="62105" y="8788"/>
                    <a:pt x="61966" y="8622"/>
                  </a:cubicBezTo>
                  <a:cubicBezTo>
                    <a:pt x="61827" y="8456"/>
                    <a:pt x="61611" y="8334"/>
                    <a:pt x="61319" y="8254"/>
                  </a:cubicBezTo>
                  <a:lnTo>
                    <a:pt x="60931" y="8254"/>
                  </a:lnTo>
                  <a:cubicBezTo>
                    <a:pt x="60752" y="8254"/>
                    <a:pt x="60544" y="8257"/>
                    <a:pt x="60305" y="8264"/>
                  </a:cubicBezTo>
                  <a:cubicBezTo>
                    <a:pt x="60066" y="8271"/>
                    <a:pt x="59804" y="8274"/>
                    <a:pt x="59519" y="8274"/>
                  </a:cubicBezTo>
                  <a:lnTo>
                    <a:pt x="56049" y="8274"/>
                  </a:lnTo>
                  <a:cubicBezTo>
                    <a:pt x="55691" y="8274"/>
                    <a:pt x="55422" y="8370"/>
                    <a:pt x="55243" y="8562"/>
                  </a:cubicBezTo>
                  <a:cubicBezTo>
                    <a:pt x="55064" y="8755"/>
                    <a:pt x="54975" y="8957"/>
                    <a:pt x="54975" y="9169"/>
                  </a:cubicBezTo>
                  <a:cubicBezTo>
                    <a:pt x="54975" y="9368"/>
                    <a:pt x="55057" y="9550"/>
                    <a:pt x="55223" y="9716"/>
                  </a:cubicBezTo>
                  <a:cubicBezTo>
                    <a:pt x="55389" y="9882"/>
                    <a:pt x="55638" y="9991"/>
                    <a:pt x="55969" y="10044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9" name="matrix-safety line 2" descr="Critical"/>
            <p:cNvSpPr/>
            <p:nvPr/>
          </p:nvSpPr>
          <p:spPr>
            <a:xfrm>
              <a:off x="171394" y="1362467"/>
              <a:ext cx="318797" cy="72837"/>
            </a:xfrm>
            <a:custGeom>
              <a:avLst/>
              <a:gdLst/>
              <a:ahLst/>
              <a:cxnLst/>
              <a:rect l="0" t="0" r="r" b="b"/>
              <a:pathLst>
                <a:path w="57441" h="13124">
                  <a:moveTo>
                    <a:pt x="7518" y="9169"/>
                  </a:moveTo>
                  <a:lnTo>
                    <a:pt x="7478" y="9189"/>
                  </a:lnTo>
                  <a:cubicBezTo>
                    <a:pt x="7346" y="9428"/>
                    <a:pt x="7190" y="9663"/>
                    <a:pt x="7011" y="9895"/>
                  </a:cubicBezTo>
                  <a:cubicBezTo>
                    <a:pt x="6832" y="10127"/>
                    <a:pt x="6640" y="10336"/>
                    <a:pt x="6434" y="10522"/>
                  </a:cubicBezTo>
                  <a:cubicBezTo>
                    <a:pt x="6229" y="10707"/>
                    <a:pt x="6003" y="10860"/>
                    <a:pt x="5758" y="10979"/>
                  </a:cubicBezTo>
                  <a:cubicBezTo>
                    <a:pt x="5513" y="11098"/>
                    <a:pt x="5251" y="11158"/>
                    <a:pt x="4972" y="11158"/>
                  </a:cubicBezTo>
                  <a:cubicBezTo>
                    <a:pt x="4495" y="11158"/>
                    <a:pt x="4071" y="11052"/>
                    <a:pt x="3699" y="10840"/>
                  </a:cubicBezTo>
                  <a:cubicBezTo>
                    <a:pt x="3328" y="10628"/>
                    <a:pt x="3013" y="10346"/>
                    <a:pt x="2755" y="9994"/>
                  </a:cubicBezTo>
                  <a:cubicBezTo>
                    <a:pt x="2496" y="9643"/>
                    <a:pt x="2301" y="9245"/>
                    <a:pt x="2168" y="8801"/>
                  </a:cubicBezTo>
                  <a:cubicBezTo>
                    <a:pt x="2035" y="8357"/>
                    <a:pt x="1969" y="7903"/>
                    <a:pt x="1969" y="7439"/>
                  </a:cubicBezTo>
                  <a:cubicBezTo>
                    <a:pt x="1969" y="6776"/>
                    <a:pt x="2069" y="6189"/>
                    <a:pt x="2267" y="5678"/>
                  </a:cubicBezTo>
                  <a:cubicBezTo>
                    <a:pt x="2466" y="5168"/>
                    <a:pt x="2735" y="4717"/>
                    <a:pt x="3073" y="4326"/>
                  </a:cubicBezTo>
                  <a:cubicBezTo>
                    <a:pt x="3411" y="3935"/>
                    <a:pt x="3799" y="3600"/>
                    <a:pt x="4236" y="3322"/>
                  </a:cubicBezTo>
                  <a:cubicBezTo>
                    <a:pt x="4674" y="3043"/>
                    <a:pt x="5138" y="2811"/>
                    <a:pt x="5629" y="2625"/>
                  </a:cubicBezTo>
                  <a:lnTo>
                    <a:pt x="5947" y="2506"/>
                  </a:lnTo>
                  <a:cubicBezTo>
                    <a:pt x="6133" y="2440"/>
                    <a:pt x="6305" y="2380"/>
                    <a:pt x="6464" y="2327"/>
                  </a:cubicBezTo>
                  <a:cubicBezTo>
                    <a:pt x="6623" y="2274"/>
                    <a:pt x="6743" y="2248"/>
                    <a:pt x="6822" y="2248"/>
                  </a:cubicBezTo>
                  <a:cubicBezTo>
                    <a:pt x="6955" y="2248"/>
                    <a:pt x="7074" y="2314"/>
                    <a:pt x="7180" y="2446"/>
                  </a:cubicBezTo>
                  <a:cubicBezTo>
                    <a:pt x="7286" y="2579"/>
                    <a:pt x="7432" y="2804"/>
                    <a:pt x="7618" y="3123"/>
                  </a:cubicBezTo>
                  <a:cubicBezTo>
                    <a:pt x="7883" y="3388"/>
                    <a:pt x="8175" y="3520"/>
                    <a:pt x="8493" y="3520"/>
                  </a:cubicBezTo>
                  <a:cubicBezTo>
                    <a:pt x="8745" y="3520"/>
                    <a:pt x="8960" y="3441"/>
                    <a:pt x="9139" y="3282"/>
                  </a:cubicBezTo>
                  <a:cubicBezTo>
                    <a:pt x="9318" y="3123"/>
                    <a:pt x="9408" y="2917"/>
                    <a:pt x="9408" y="2665"/>
                  </a:cubicBezTo>
                  <a:cubicBezTo>
                    <a:pt x="9408" y="2559"/>
                    <a:pt x="9394" y="2453"/>
                    <a:pt x="9368" y="2347"/>
                  </a:cubicBezTo>
                  <a:cubicBezTo>
                    <a:pt x="9023" y="1671"/>
                    <a:pt x="8652" y="1193"/>
                    <a:pt x="8254" y="915"/>
                  </a:cubicBezTo>
                  <a:cubicBezTo>
                    <a:pt x="7856" y="636"/>
                    <a:pt x="7406" y="497"/>
                    <a:pt x="6902" y="497"/>
                  </a:cubicBezTo>
                  <a:cubicBezTo>
                    <a:pt x="6557" y="497"/>
                    <a:pt x="6215" y="544"/>
                    <a:pt x="5877" y="636"/>
                  </a:cubicBezTo>
                  <a:cubicBezTo>
                    <a:pt x="5539" y="729"/>
                    <a:pt x="5171" y="862"/>
                    <a:pt x="4773" y="1034"/>
                  </a:cubicBezTo>
                  <a:lnTo>
                    <a:pt x="4793" y="1034"/>
                  </a:lnTo>
                  <a:cubicBezTo>
                    <a:pt x="4170" y="1286"/>
                    <a:pt x="3620" y="1555"/>
                    <a:pt x="3143" y="1840"/>
                  </a:cubicBezTo>
                  <a:cubicBezTo>
                    <a:pt x="2665" y="2125"/>
                    <a:pt x="2241" y="2450"/>
                    <a:pt x="1870" y="2814"/>
                  </a:cubicBezTo>
                  <a:cubicBezTo>
                    <a:pt x="1498" y="3179"/>
                    <a:pt x="1180" y="3600"/>
                    <a:pt x="915" y="4077"/>
                  </a:cubicBezTo>
                  <a:cubicBezTo>
                    <a:pt x="650" y="4555"/>
                    <a:pt x="418" y="5112"/>
                    <a:pt x="219" y="5748"/>
                  </a:cubicBezTo>
                  <a:cubicBezTo>
                    <a:pt x="73" y="6225"/>
                    <a:pt x="0" y="6736"/>
                    <a:pt x="0" y="7280"/>
                  </a:cubicBezTo>
                  <a:cubicBezTo>
                    <a:pt x="0" y="8062"/>
                    <a:pt x="119" y="8794"/>
                    <a:pt x="358" y="9477"/>
                  </a:cubicBezTo>
                  <a:cubicBezTo>
                    <a:pt x="597" y="10160"/>
                    <a:pt x="935" y="10757"/>
                    <a:pt x="1372" y="11267"/>
                  </a:cubicBezTo>
                  <a:cubicBezTo>
                    <a:pt x="1810" y="11778"/>
                    <a:pt x="2334" y="12179"/>
                    <a:pt x="2944" y="12471"/>
                  </a:cubicBezTo>
                  <a:cubicBezTo>
                    <a:pt x="3554" y="12762"/>
                    <a:pt x="4223" y="12908"/>
                    <a:pt x="4952" y="12908"/>
                  </a:cubicBezTo>
                  <a:cubicBezTo>
                    <a:pt x="5443" y="12908"/>
                    <a:pt x="5894" y="12832"/>
                    <a:pt x="6305" y="12680"/>
                  </a:cubicBezTo>
                  <a:cubicBezTo>
                    <a:pt x="6716" y="12527"/>
                    <a:pt x="7091" y="12325"/>
                    <a:pt x="7429" y="12073"/>
                  </a:cubicBezTo>
                  <a:cubicBezTo>
                    <a:pt x="7767" y="11821"/>
                    <a:pt x="8075" y="11529"/>
                    <a:pt x="8354" y="11198"/>
                  </a:cubicBezTo>
                  <a:cubicBezTo>
                    <a:pt x="8632" y="10866"/>
                    <a:pt x="8884" y="10528"/>
                    <a:pt x="9109" y="10183"/>
                  </a:cubicBezTo>
                  <a:cubicBezTo>
                    <a:pt x="9176" y="9985"/>
                    <a:pt x="9209" y="9839"/>
                    <a:pt x="9209" y="9746"/>
                  </a:cubicBezTo>
                  <a:cubicBezTo>
                    <a:pt x="9209" y="9494"/>
                    <a:pt x="9119" y="9288"/>
                    <a:pt x="8940" y="9129"/>
                  </a:cubicBezTo>
                  <a:cubicBezTo>
                    <a:pt x="8761" y="8970"/>
                    <a:pt x="8546" y="8891"/>
                    <a:pt x="8294" y="8891"/>
                  </a:cubicBezTo>
                  <a:cubicBezTo>
                    <a:pt x="8002" y="8891"/>
                    <a:pt x="7744" y="8983"/>
                    <a:pt x="7518" y="9169"/>
                  </a:cubicBezTo>
                  <a:close/>
                  <a:moveTo>
                    <a:pt x="11317" y="5708"/>
                  </a:moveTo>
                  <a:lnTo>
                    <a:pt x="11357" y="5728"/>
                  </a:lnTo>
                  <a:lnTo>
                    <a:pt x="11357" y="11954"/>
                  </a:lnTo>
                  <a:cubicBezTo>
                    <a:pt x="11397" y="12259"/>
                    <a:pt x="11509" y="12487"/>
                    <a:pt x="11695" y="12640"/>
                  </a:cubicBezTo>
                  <a:cubicBezTo>
                    <a:pt x="11881" y="12792"/>
                    <a:pt x="12093" y="12869"/>
                    <a:pt x="12331" y="12869"/>
                  </a:cubicBezTo>
                  <a:cubicBezTo>
                    <a:pt x="12557" y="12869"/>
                    <a:pt x="12772" y="12789"/>
                    <a:pt x="12978" y="12630"/>
                  </a:cubicBezTo>
                  <a:cubicBezTo>
                    <a:pt x="13183" y="12471"/>
                    <a:pt x="13293" y="12225"/>
                    <a:pt x="13306" y="11894"/>
                  </a:cubicBezTo>
                  <a:lnTo>
                    <a:pt x="13306" y="6683"/>
                  </a:lnTo>
                  <a:cubicBezTo>
                    <a:pt x="13439" y="6550"/>
                    <a:pt x="13601" y="6394"/>
                    <a:pt x="13793" y="6215"/>
                  </a:cubicBezTo>
                  <a:cubicBezTo>
                    <a:pt x="13986" y="6036"/>
                    <a:pt x="14181" y="5874"/>
                    <a:pt x="14380" y="5728"/>
                  </a:cubicBezTo>
                  <a:cubicBezTo>
                    <a:pt x="14579" y="5582"/>
                    <a:pt x="14778" y="5456"/>
                    <a:pt x="14977" y="5350"/>
                  </a:cubicBezTo>
                  <a:cubicBezTo>
                    <a:pt x="15176" y="5244"/>
                    <a:pt x="15348" y="5191"/>
                    <a:pt x="15494" y="5191"/>
                  </a:cubicBezTo>
                  <a:cubicBezTo>
                    <a:pt x="15600" y="5191"/>
                    <a:pt x="15716" y="5234"/>
                    <a:pt x="15842" y="5320"/>
                  </a:cubicBezTo>
                  <a:cubicBezTo>
                    <a:pt x="15968" y="5407"/>
                    <a:pt x="16077" y="5496"/>
                    <a:pt x="16170" y="5589"/>
                  </a:cubicBezTo>
                  <a:cubicBezTo>
                    <a:pt x="16290" y="5695"/>
                    <a:pt x="16409" y="5788"/>
                    <a:pt x="16528" y="5867"/>
                  </a:cubicBezTo>
                  <a:cubicBezTo>
                    <a:pt x="16648" y="5947"/>
                    <a:pt x="16800" y="5987"/>
                    <a:pt x="16986" y="5987"/>
                  </a:cubicBezTo>
                  <a:cubicBezTo>
                    <a:pt x="17238" y="5987"/>
                    <a:pt x="17453" y="5910"/>
                    <a:pt x="17632" y="5758"/>
                  </a:cubicBezTo>
                  <a:cubicBezTo>
                    <a:pt x="17811" y="5606"/>
                    <a:pt x="17901" y="5410"/>
                    <a:pt x="17901" y="5171"/>
                  </a:cubicBezTo>
                  <a:cubicBezTo>
                    <a:pt x="17901" y="4880"/>
                    <a:pt x="17801" y="4624"/>
                    <a:pt x="17602" y="4406"/>
                  </a:cubicBezTo>
                  <a:cubicBezTo>
                    <a:pt x="17403" y="4187"/>
                    <a:pt x="17175" y="4008"/>
                    <a:pt x="16916" y="3869"/>
                  </a:cubicBezTo>
                  <a:cubicBezTo>
                    <a:pt x="16657" y="3729"/>
                    <a:pt x="16392" y="3627"/>
                    <a:pt x="16120" y="3560"/>
                  </a:cubicBezTo>
                  <a:cubicBezTo>
                    <a:pt x="15849" y="3494"/>
                    <a:pt x="15646" y="3461"/>
                    <a:pt x="15514" y="3461"/>
                  </a:cubicBezTo>
                  <a:cubicBezTo>
                    <a:pt x="15050" y="3461"/>
                    <a:pt x="14609" y="3560"/>
                    <a:pt x="14191" y="3759"/>
                  </a:cubicBezTo>
                  <a:cubicBezTo>
                    <a:pt x="13773" y="3958"/>
                    <a:pt x="13359" y="4223"/>
                    <a:pt x="12948" y="4555"/>
                  </a:cubicBezTo>
                  <a:cubicBezTo>
                    <a:pt x="12776" y="4409"/>
                    <a:pt x="12560" y="4283"/>
                    <a:pt x="12302" y="4177"/>
                  </a:cubicBezTo>
                  <a:cubicBezTo>
                    <a:pt x="12043" y="4071"/>
                    <a:pt x="11814" y="4018"/>
                    <a:pt x="11615" y="4018"/>
                  </a:cubicBezTo>
                  <a:cubicBezTo>
                    <a:pt x="11324" y="4018"/>
                    <a:pt x="11088" y="4097"/>
                    <a:pt x="10909" y="4256"/>
                  </a:cubicBezTo>
                  <a:cubicBezTo>
                    <a:pt x="10730" y="4415"/>
                    <a:pt x="10641" y="4608"/>
                    <a:pt x="10641" y="4833"/>
                  </a:cubicBezTo>
                  <a:cubicBezTo>
                    <a:pt x="10641" y="4992"/>
                    <a:pt x="10691" y="5141"/>
                    <a:pt x="10790" y="5281"/>
                  </a:cubicBezTo>
                  <a:cubicBezTo>
                    <a:pt x="10890" y="5420"/>
                    <a:pt x="11065" y="5562"/>
                    <a:pt x="11317" y="5708"/>
                  </a:cubicBezTo>
                  <a:close/>
                  <a:moveTo>
                    <a:pt x="20884" y="11814"/>
                  </a:moveTo>
                  <a:lnTo>
                    <a:pt x="20824" y="4276"/>
                  </a:lnTo>
                  <a:cubicBezTo>
                    <a:pt x="20758" y="4011"/>
                    <a:pt x="20632" y="3815"/>
                    <a:pt x="20446" y="3690"/>
                  </a:cubicBezTo>
                  <a:cubicBezTo>
                    <a:pt x="20261" y="3564"/>
                    <a:pt x="20062" y="3501"/>
                    <a:pt x="19850" y="3501"/>
                  </a:cubicBezTo>
                  <a:cubicBezTo>
                    <a:pt x="19611" y="3501"/>
                    <a:pt x="19406" y="3570"/>
                    <a:pt x="19233" y="3709"/>
                  </a:cubicBezTo>
                  <a:cubicBezTo>
                    <a:pt x="19061" y="3849"/>
                    <a:pt x="18941" y="4057"/>
                    <a:pt x="18875" y="4336"/>
                  </a:cubicBezTo>
                  <a:lnTo>
                    <a:pt x="18935" y="11894"/>
                  </a:lnTo>
                  <a:cubicBezTo>
                    <a:pt x="18975" y="12199"/>
                    <a:pt x="19087" y="12424"/>
                    <a:pt x="19273" y="12570"/>
                  </a:cubicBezTo>
                  <a:cubicBezTo>
                    <a:pt x="19459" y="12716"/>
                    <a:pt x="19671" y="12789"/>
                    <a:pt x="19909" y="12789"/>
                  </a:cubicBezTo>
                  <a:cubicBezTo>
                    <a:pt x="20148" y="12789"/>
                    <a:pt x="20367" y="12709"/>
                    <a:pt x="20566" y="12550"/>
                  </a:cubicBezTo>
                  <a:cubicBezTo>
                    <a:pt x="20765" y="12391"/>
                    <a:pt x="20871" y="12146"/>
                    <a:pt x="20884" y="11814"/>
                  </a:cubicBezTo>
                  <a:close/>
                  <a:moveTo>
                    <a:pt x="18736" y="1173"/>
                  </a:moveTo>
                  <a:cubicBezTo>
                    <a:pt x="18736" y="1478"/>
                    <a:pt x="18845" y="1737"/>
                    <a:pt x="19064" y="1949"/>
                  </a:cubicBezTo>
                  <a:cubicBezTo>
                    <a:pt x="19283" y="2161"/>
                    <a:pt x="19545" y="2267"/>
                    <a:pt x="19850" y="2267"/>
                  </a:cubicBezTo>
                  <a:cubicBezTo>
                    <a:pt x="20168" y="2267"/>
                    <a:pt x="20436" y="2161"/>
                    <a:pt x="20655" y="1949"/>
                  </a:cubicBezTo>
                  <a:cubicBezTo>
                    <a:pt x="20874" y="1737"/>
                    <a:pt x="20983" y="1478"/>
                    <a:pt x="20983" y="1173"/>
                  </a:cubicBezTo>
                  <a:cubicBezTo>
                    <a:pt x="20983" y="869"/>
                    <a:pt x="20874" y="607"/>
                    <a:pt x="20655" y="388"/>
                  </a:cubicBezTo>
                  <a:cubicBezTo>
                    <a:pt x="20436" y="169"/>
                    <a:pt x="20168" y="60"/>
                    <a:pt x="19850" y="60"/>
                  </a:cubicBezTo>
                  <a:cubicBezTo>
                    <a:pt x="19545" y="60"/>
                    <a:pt x="19283" y="169"/>
                    <a:pt x="19064" y="388"/>
                  </a:cubicBezTo>
                  <a:cubicBezTo>
                    <a:pt x="18845" y="607"/>
                    <a:pt x="18736" y="869"/>
                    <a:pt x="18736" y="1173"/>
                  </a:cubicBezTo>
                  <a:close/>
                  <a:moveTo>
                    <a:pt x="24544" y="5629"/>
                  </a:moveTo>
                  <a:lnTo>
                    <a:pt x="25538" y="5629"/>
                  </a:lnTo>
                  <a:lnTo>
                    <a:pt x="25538" y="8672"/>
                  </a:lnTo>
                  <a:cubicBezTo>
                    <a:pt x="25538" y="9202"/>
                    <a:pt x="25541" y="9736"/>
                    <a:pt x="25548" y="10273"/>
                  </a:cubicBezTo>
                  <a:cubicBezTo>
                    <a:pt x="25555" y="10810"/>
                    <a:pt x="25558" y="11330"/>
                    <a:pt x="25558" y="11834"/>
                  </a:cubicBezTo>
                  <a:cubicBezTo>
                    <a:pt x="25598" y="12139"/>
                    <a:pt x="25714" y="12365"/>
                    <a:pt x="25906" y="12510"/>
                  </a:cubicBezTo>
                  <a:cubicBezTo>
                    <a:pt x="26098" y="12656"/>
                    <a:pt x="26307" y="12729"/>
                    <a:pt x="26533" y="12729"/>
                  </a:cubicBezTo>
                  <a:cubicBezTo>
                    <a:pt x="26758" y="12729"/>
                    <a:pt x="26977" y="12650"/>
                    <a:pt x="27189" y="12491"/>
                  </a:cubicBezTo>
                  <a:cubicBezTo>
                    <a:pt x="27401" y="12331"/>
                    <a:pt x="27507" y="12086"/>
                    <a:pt x="27507" y="11755"/>
                  </a:cubicBezTo>
                  <a:cubicBezTo>
                    <a:pt x="27507" y="11344"/>
                    <a:pt x="27504" y="10933"/>
                    <a:pt x="27497" y="10522"/>
                  </a:cubicBezTo>
                  <a:cubicBezTo>
                    <a:pt x="27491" y="10110"/>
                    <a:pt x="27487" y="9699"/>
                    <a:pt x="27487" y="9288"/>
                  </a:cubicBezTo>
                  <a:lnTo>
                    <a:pt x="27487" y="5629"/>
                  </a:lnTo>
                  <a:lnTo>
                    <a:pt x="29178" y="5629"/>
                  </a:lnTo>
                  <a:cubicBezTo>
                    <a:pt x="29788" y="5470"/>
                    <a:pt x="30093" y="5178"/>
                    <a:pt x="30093" y="4754"/>
                  </a:cubicBezTo>
                  <a:cubicBezTo>
                    <a:pt x="30093" y="4568"/>
                    <a:pt x="30023" y="4396"/>
                    <a:pt x="29884" y="4236"/>
                  </a:cubicBezTo>
                  <a:cubicBezTo>
                    <a:pt x="29745" y="4077"/>
                    <a:pt x="29529" y="3958"/>
                    <a:pt x="29238" y="3878"/>
                  </a:cubicBezTo>
                  <a:lnTo>
                    <a:pt x="27487" y="3878"/>
                  </a:lnTo>
                  <a:lnTo>
                    <a:pt x="27487" y="776"/>
                  </a:lnTo>
                  <a:cubicBezTo>
                    <a:pt x="27421" y="510"/>
                    <a:pt x="27295" y="315"/>
                    <a:pt x="27109" y="189"/>
                  </a:cubicBezTo>
                  <a:cubicBezTo>
                    <a:pt x="26924" y="63"/>
                    <a:pt x="26725" y="0"/>
                    <a:pt x="26513" y="0"/>
                  </a:cubicBezTo>
                  <a:cubicBezTo>
                    <a:pt x="26287" y="0"/>
                    <a:pt x="26085" y="70"/>
                    <a:pt x="25906" y="209"/>
                  </a:cubicBezTo>
                  <a:cubicBezTo>
                    <a:pt x="25727" y="348"/>
                    <a:pt x="25604" y="557"/>
                    <a:pt x="25538" y="835"/>
                  </a:cubicBezTo>
                  <a:lnTo>
                    <a:pt x="25538" y="3878"/>
                  </a:lnTo>
                  <a:lnTo>
                    <a:pt x="24623" y="3878"/>
                  </a:lnTo>
                  <a:cubicBezTo>
                    <a:pt x="24265" y="3878"/>
                    <a:pt x="23997" y="3971"/>
                    <a:pt x="23818" y="4157"/>
                  </a:cubicBezTo>
                  <a:cubicBezTo>
                    <a:pt x="23639" y="4343"/>
                    <a:pt x="23549" y="4541"/>
                    <a:pt x="23549" y="4754"/>
                  </a:cubicBezTo>
                  <a:cubicBezTo>
                    <a:pt x="23549" y="4966"/>
                    <a:pt x="23632" y="5151"/>
                    <a:pt x="23798" y="5310"/>
                  </a:cubicBezTo>
                  <a:cubicBezTo>
                    <a:pt x="23964" y="5470"/>
                    <a:pt x="24212" y="5576"/>
                    <a:pt x="24544" y="5629"/>
                  </a:cubicBezTo>
                  <a:close/>
                  <a:moveTo>
                    <a:pt x="33613" y="11814"/>
                  </a:moveTo>
                  <a:lnTo>
                    <a:pt x="33554" y="4276"/>
                  </a:lnTo>
                  <a:cubicBezTo>
                    <a:pt x="33487" y="4011"/>
                    <a:pt x="33361" y="3815"/>
                    <a:pt x="33176" y="3690"/>
                  </a:cubicBezTo>
                  <a:cubicBezTo>
                    <a:pt x="32990" y="3564"/>
                    <a:pt x="32791" y="3501"/>
                    <a:pt x="32579" y="3501"/>
                  </a:cubicBezTo>
                  <a:cubicBezTo>
                    <a:pt x="32340" y="3501"/>
                    <a:pt x="32135" y="3570"/>
                    <a:pt x="31962" y="3709"/>
                  </a:cubicBezTo>
                  <a:cubicBezTo>
                    <a:pt x="31790" y="3849"/>
                    <a:pt x="31671" y="4057"/>
                    <a:pt x="31604" y="4336"/>
                  </a:cubicBezTo>
                  <a:lnTo>
                    <a:pt x="31664" y="11894"/>
                  </a:lnTo>
                  <a:cubicBezTo>
                    <a:pt x="31704" y="12199"/>
                    <a:pt x="31817" y="12424"/>
                    <a:pt x="32002" y="12570"/>
                  </a:cubicBezTo>
                  <a:cubicBezTo>
                    <a:pt x="32188" y="12716"/>
                    <a:pt x="32400" y="12789"/>
                    <a:pt x="32639" y="12789"/>
                  </a:cubicBezTo>
                  <a:cubicBezTo>
                    <a:pt x="32877" y="12789"/>
                    <a:pt x="33096" y="12709"/>
                    <a:pt x="33295" y="12550"/>
                  </a:cubicBezTo>
                  <a:cubicBezTo>
                    <a:pt x="33494" y="12391"/>
                    <a:pt x="33600" y="12146"/>
                    <a:pt x="33613" y="11814"/>
                  </a:cubicBezTo>
                  <a:close/>
                  <a:moveTo>
                    <a:pt x="31465" y="1173"/>
                  </a:moveTo>
                  <a:cubicBezTo>
                    <a:pt x="31465" y="1478"/>
                    <a:pt x="31575" y="1737"/>
                    <a:pt x="31793" y="1949"/>
                  </a:cubicBezTo>
                  <a:cubicBezTo>
                    <a:pt x="32012" y="2161"/>
                    <a:pt x="32274" y="2267"/>
                    <a:pt x="32579" y="2267"/>
                  </a:cubicBezTo>
                  <a:cubicBezTo>
                    <a:pt x="32897" y="2267"/>
                    <a:pt x="33166" y="2161"/>
                    <a:pt x="33385" y="1949"/>
                  </a:cubicBezTo>
                  <a:cubicBezTo>
                    <a:pt x="33603" y="1737"/>
                    <a:pt x="33713" y="1478"/>
                    <a:pt x="33713" y="1173"/>
                  </a:cubicBezTo>
                  <a:cubicBezTo>
                    <a:pt x="33713" y="869"/>
                    <a:pt x="33603" y="607"/>
                    <a:pt x="33385" y="388"/>
                  </a:cubicBezTo>
                  <a:cubicBezTo>
                    <a:pt x="33166" y="169"/>
                    <a:pt x="32897" y="60"/>
                    <a:pt x="32579" y="60"/>
                  </a:cubicBezTo>
                  <a:cubicBezTo>
                    <a:pt x="32274" y="60"/>
                    <a:pt x="32012" y="169"/>
                    <a:pt x="31793" y="388"/>
                  </a:cubicBezTo>
                  <a:cubicBezTo>
                    <a:pt x="31575" y="607"/>
                    <a:pt x="31465" y="869"/>
                    <a:pt x="31465" y="1173"/>
                  </a:cubicBezTo>
                  <a:close/>
                  <a:moveTo>
                    <a:pt x="41092" y="10263"/>
                  </a:moveTo>
                  <a:lnTo>
                    <a:pt x="41072" y="10263"/>
                  </a:lnTo>
                  <a:cubicBezTo>
                    <a:pt x="40846" y="10502"/>
                    <a:pt x="40608" y="10681"/>
                    <a:pt x="40356" y="10800"/>
                  </a:cubicBezTo>
                  <a:cubicBezTo>
                    <a:pt x="40104" y="10919"/>
                    <a:pt x="39865" y="10979"/>
                    <a:pt x="39640" y="10979"/>
                  </a:cubicBezTo>
                  <a:cubicBezTo>
                    <a:pt x="39335" y="10979"/>
                    <a:pt x="39043" y="10886"/>
                    <a:pt x="38765" y="10701"/>
                  </a:cubicBezTo>
                  <a:cubicBezTo>
                    <a:pt x="38486" y="10515"/>
                    <a:pt x="38261" y="10223"/>
                    <a:pt x="38088" y="9825"/>
                  </a:cubicBezTo>
                  <a:cubicBezTo>
                    <a:pt x="37996" y="9627"/>
                    <a:pt x="37933" y="9414"/>
                    <a:pt x="37899" y="9189"/>
                  </a:cubicBezTo>
                  <a:cubicBezTo>
                    <a:pt x="37866" y="8964"/>
                    <a:pt x="37850" y="8738"/>
                    <a:pt x="37850" y="8513"/>
                  </a:cubicBezTo>
                  <a:cubicBezTo>
                    <a:pt x="37850" y="8102"/>
                    <a:pt x="37909" y="7697"/>
                    <a:pt x="38029" y="7299"/>
                  </a:cubicBezTo>
                  <a:cubicBezTo>
                    <a:pt x="38148" y="6902"/>
                    <a:pt x="38307" y="6544"/>
                    <a:pt x="38506" y="6225"/>
                  </a:cubicBezTo>
                  <a:cubicBezTo>
                    <a:pt x="38705" y="5907"/>
                    <a:pt x="38944" y="5652"/>
                    <a:pt x="39222" y="5460"/>
                  </a:cubicBezTo>
                  <a:cubicBezTo>
                    <a:pt x="39501" y="5267"/>
                    <a:pt x="39799" y="5171"/>
                    <a:pt x="40117" y="5171"/>
                  </a:cubicBezTo>
                  <a:cubicBezTo>
                    <a:pt x="40356" y="5171"/>
                    <a:pt x="40604" y="5234"/>
                    <a:pt x="40863" y="5360"/>
                  </a:cubicBezTo>
                  <a:cubicBezTo>
                    <a:pt x="41122" y="5486"/>
                    <a:pt x="41390" y="5695"/>
                    <a:pt x="41669" y="5987"/>
                  </a:cubicBezTo>
                  <a:cubicBezTo>
                    <a:pt x="41881" y="6093"/>
                    <a:pt x="42083" y="6149"/>
                    <a:pt x="42275" y="6156"/>
                  </a:cubicBezTo>
                  <a:cubicBezTo>
                    <a:pt x="42467" y="6162"/>
                    <a:pt x="42633" y="6133"/>
                    <a:pt x="42772" y="6066"/>
                  </a:cubicBezTo>
                  <a:cubicBezTo>
                    <a:pt x="42912" y="6000"/>
                    <a:pt x="43021" y="5901"/>
                    <a:pt x="43101" y="5768"/>
                  </a:cubicBezTo>
                  <a:cubicBezTo>
                    <a:pt x="43180" y="5635"/>
                    <a:pt x="43220" y="5483"/>
                    <a:pt x="43220" y="5310"/>
                  </a:cubicBezTo>
                  <a:cubicBezTo>
                    <a:pt x="43220" y="5151"/>
                    <a:pt x="43154" y="4959"/>
                    <a:pt x="43021" y="4734"/>
                  </a:cubicBezTo>
                  <a:cubicBezTo>
                    <a:pt x="42716" y="4429"/>
                    <a:pt x="42414" y="4190"/>
                    <a:pt x="42116" y="4018"/>
                  </a:cubicBezTo>
                  <a:cubicBezTo>
                    <a:pt x="41818" y="3845"/>
                    <a:pt x="41483" y="3693"/>
                    <a:pt x="41112" y="3560"/>
                  </a:cubicBezTo>
                  <a:cubicBezTo>
                    <a:pt x="40926" y="3494"/>
                    <a:pt x="40747" y="3451"/>
                    <a:pt x="40575" y="3431"/>
                  </a:cubicBezTo>
                  <a:cubicBezTo>
                    <a:pt x="40402" y="3411"/>
                    <a:pt x="40223" y="3401"/>
                    <a:pt x="40038" y="3401"/>
                  </a:cubicBezTo>
                  <a:cubicBezTo>
                    <a:pt x="39441" y="3401"/>
                    <a:pt x="38894" y="3547"/>
                    <a:pt x="38397" y="3839"/>
                  </a:cubicBezTo>
                  <a:cubicBezTo>
                    <a:pt x="37899" y="4130"/>
                    <a:pt x="37472" y="4508"/>
                    <a:pt x="37114" y="4972"/>
                  </a:cubicBezTo>
                  <a:cubicBezTo>
                    <a:pt x="36756" y="5436"/>
                    <a:pt x="36474" y="5950"/>
                    <a:pt x="36269" y="6514"/>
                  </a:cubicBezTo>
                  <a:cubicBezTo>
                    <a:pt x="36063" y="7077"/>
                    <a:pt x="35940" y="7638"/>
                    <a:pt x="35901" y="8194"/>
                  </a:cubicBezTo>
                  <a:cubicBezTo>
                    <a:pt x="35834" y="8977"/>
                    <a:pt x="35967" y="9746"/>
                    <a:pt x="36298" y="10502"/>
                  </a:cubicBezTo>
                  <a:lnTo>
                    <a:pt x="36298" y="10482"/>
                  </a:lnTo>
                  <a:cubicBezTo>
                    <a:pt x="36431" y="10853"/>
                    <a:pt x="36617" y="11178"/>
                    <a:pt x="36855" y="11456"/>
                  </a:cubicBezTo>
                  <a:cubicBezTo>
                    <a:pt x="37094" y="11735"/>
                    <a:pt x="37362" y="11970"/>
                    <a:pt x="37661" y="12162"/>
                  </a:cubicBezTo>
                  <a:cubicBezTo>
                    <a:pt x="37959" y="12355"/>
                    <a:pt x="38277" y="12497"/>
                    <a:pt x="38615" y="12590"/>
                  </a:cubicBezTo>
                  <a:cubicBezTo>
                    <a:pt x="38954" y="12683"/>
                    <a:pt x="39295" y="12729"/>
                    <a:pt x="39640" y="12729"/>
                  </a:cubicBezTo>
                  <a:cubicBezTo>
                    <a:pt x="40170" y="12729"/>
                    <a:pt x="40681" y="12630"/>
                    <a:pt x="41171" y="12431"/>
                  </a:cubicBezTo>
                  <a:cubicBezTo>
                    <a:pt x="41662" y="12232"/>
                    <a:pt x="42093" y="11927"/>
                    <a:pt x="42464" y="11516"/>
                  </a:cubicBezTo>
                  <a:cubicBezTo>
                    <a:pt x="42663" y="11277"/>
                    <a:pt x="42762" y="11045"/>
                    <a:pt x="42762" y="10820"/>
                  </a:cubicBezTo>
                  <a:cubicBezTo>
                    <a:pt x="42762" y="10594"/>
                    <a:pt x="42676" y="10399"/>
                    <a:pt x="42504" y="10233"/>
                  </a:cubicBezTo>
                  <a:cubicBezTo>
                    <a:pt x="42331" y="10067"/>
                    <a:pt x="42113" y="9985"/>
                    <a:pt x="41848" y="9985"/>
                  </a:cubicBezTo>
                  <a:cubicBezTo>
                    <a:pt x="41715" y="9985"/>
                    <a:pt x="41582" y="10004"/>
                    <a:pt x="41450" y="10044"/>
                  </a:cubicBezTo>
                  <a:cubicBezTo>
                    <a:pt x="41317" y="10084"/>
                    <a:pt x="41198" y="10157"/>
                    <a:pt x="41092" y="10263"/>
                  </a:cubicBezTo>
                  <a:close/>
                  <a:moveTo>
                    <a:pt x="52846" y="11576"/>
                  </a:moveTo>
                  <a:cubicBezTo>
                    <a:pt x="52873" y="11549"/>
                    <a:pt x="52856" y="11490"/>
                    <a:pt x="52797" y="11397"/>
                  </a:cubicBezTo>
                  <a:cubicBezTo>
                    <a:pt x="52737" y="11304"/>
                    <a:pt x="52661" y="11185"/>
                    <a:pt x="52568" y="11039"/>
                  </a:cubicBezTo>
                  <a:lnTo>
                    <a:pt x="52588" y="11039"/>
                  </a:lnTo>
                  <a:cubicBezTo>
                    <a:pt x="52482" y="10880"/>
                    <a:pt x="52379" y="10701"/>
                    <a:pt x="52280" y="10502"/>
                  </a:cubicBezTo>
                  <a:cubicBezTo>
                    <a:pt x="52180" y="10303"/>
                    <a:pt x="52117" y="10130"/>
                    <a:pt x="52091" y="9985"/>
                  </a:cubicBezTo>
                  <a:cubicBezTo>
                    <a:pt x="52024" y="9507"/>
                    <a:pt x="51978" y="9020"/>
                    <a:pt x="51951" y="8523"/>
                  </a:cubicBezTo>
                  <a:cubicBezTo>
                    <a:pt x="51925" y="8025"/>
                    <a:pt x="51912" y="7545"/>
                    <a:pt x="51912" y="7081"/>
                  </a:cubicBezTo>
                  <a:lnTo>
                    <a:pt x="51912" y="6743"/>
                  </a:lnTo>
                  <a:cubicBezTo>
                    <a:pt x="51912" y="6623"/>
                    <a:pt x="51915" y="6474"/>
                    <a:pt x="51922" y="6295"/>
                  </a:cubicBezTo>
                  <a:cubicBezTo>
                    <a:pt x="51928" y="6116"/>
                    <a:pt x="51931" y="5894"/>
                    <a:pt x="51931" y="5629"/>
                  </a:cubicBezTo>
                  <a:lnTo>
                    <a:pt x="51931" y="4634"/>
                  </a:lnTo>
                  <a:cubicBezTo>
                    <a:pt x="51786" y="4250"/>
                    <a:pt x="51550" y="4008"/>
                    <a:pt x="51225" y="3908"/>
                  </a:cubicBezTo>
                  <a:cubicBezTo>
                    <a:pt x="50901" y="3809"/>
                    <a:pt x="50533" y="3759"/>
                    <a:pt x="50122" y="3759"/>
                  </a:cubicBezTo>
                  <a:cubicBezTo>
                    <a:pt x="49909" y="3759"/>
                    <a:pt x="49691" y="3776"/>
                    <a:pt x="49465" y="3809"/>
                  </a:cubicBezTo>
                  <a:cubicBezTo>
                    <a:pt x="49240" y="3842"/>
                    <a:pt x="49021" y="3888"/>
                    <a:pt x="48809" y="3948"/>
                  </a:cubicBezTo>
                  <a:cubicBezTo>
                    <a:pt x="48597" y="4008"/>
                    <a:pt x="48408" y="4071"/>
                    <a:pt x="48242" y="4137"/>
                  </a:cubicBezTo>
                  <a:cubicBezTo>
                    <a:pt x="48076" y="4203"/>
                    <a:pt x="47947" y="4263"/>
                    <a:pt x="47854" y="4316"/>
                  </a:cubicBezTo>
                  <a:cubicBezTo>
                    <a:pt x="47417" y="4594"/>
                    <a:pt x="47009" y="4913"/>
                    <a:pt x="46631" y="5271"/>
                  </a:cubicBezTo>
                  <a:cubicBezTo>
                    <a:pt x="46253" y="5629"/>
                    <a:pt x="45918" y="6023"/>
                    <a:pt x="45627" y="6454"/>
                  </a:cubicBezTo>
                  <a:cubicBezTo>
                    <a:pt x="45335" y="6885"/>
                    <a:pt x="45106" y="7349"/>
                    <a:pt x="44940" y="7846"/>
                  </a:cubicBezTo>
                  <a:cubicBezTo>
                    <a:pt x="44775" y="8344"/>
                    <a:pt x="44692" y="8871"/>
                    <a:pt x="44692" y="9428"/>
                  </a:cubicBezTo>
                  <a:cubicBezTo>
                    <a:pt x="44692" y="9971"/>
                    <a:pt x="44798" y="10488"/>
                    <a:pt x="45010" y="10979"/>
                  </a:cubicBezTo>
                  <a:cubicBezTo>
                    <a:pt x="45222" y="11470"/>
                    <a:pt x="45580" y="11894"/>
                    <a:pt x="46084" y="12252"/>
                  </a:cubicBezTo>
                  <a:cubicBezTo>
                    <a:pt x="46429" y="12477"/>
                    <a:pt x="46770" y="12627"/>
                    <a:pt x="47108" y="12699"/>
                  </a:cubicBezTo>
                  <a:cubicBezTo>
                    <a:pt x="47446" y="12772"/>
                    <a:pt x="47794" y="12809"/>
                    <a:pt x="48152" y="12809"/>
                  </a:cubicBezTo>
                  <a:cubicBezTo>
                    <a:pt x="48643" y="12809"/>
                    <a:pt x="49097" y="12759"/>
                    <a:pt x="49515" y="12660"/>
                  </a:cubicBezTo>
                  <a:cubicBezTo>
                    <a:pt x="49933" y="12560"/>
                    <a:pt x="50380" y="12331"/>
                    <a:pt x="50857" y="11973"/>
                  </a:cubicBezTo>
                  <a:cubicBezTo>
                    <a:pt x="50924" y="12080"/>
                    <a:pt x="51007" y="12189"/>
                    <a:pt x="51106" y="12302"/>
                  </a:cubicBezTo>
                  <a:cubicBezTo>
                    <a:pt x="51206" y="12414"/>
                    <a:pt x="51308" y="12524"/>
                    <a:pt x="51414" y="12630"/>
                  </a:cubicBezTo>
                  <a:cubicBezTo>
                    <a:pt x="51653" y="12749"/>
                    <a:pt x="51878" y="12799"/>
                    <a:pt x="52091" y="12779"/>
                  </a:cubicBezTo>
                  <a:cubicBezTo>
                    <a:pt x="52303" y="12759"/>
                    <a:pt x="52478" y="12693"/>
                    <a:pt x="52618" y="12580"/>
                  </a:cubicBezTo>
                  <a:cubicBezTo>
                    <a:pt x="52757" y="12467"/>
                    <a:pt x="52850" y="12322"/>
                    <a:pt x="52896" y="12143"/>
                  </a:cubicBezTo>
                  <a:cubicBezTo>
                    <a:pt x="52943" y="11964"/>
                    <a:pt x="52926" y="11775"/>
                    <a:pt x="52846" y="11576"/>
                  </a:cubicBezTo>
                  <a:close/>
                  <a:moveTo>
                    <a:pt x="50161" y="10164"/>
                  </a:moveTo>
                  <a:cubicBezTo>
                    <a:pt x="49710" y="10535"/>
                    <a:pt x="49339" y="10807"/>
                    <a:pt x="49048" y="10979"/>
                  </a:cubicBezTo>
                  <a:cubicBezTo>
                    <a:pt x="48809" y="11059"/>
                    <a:pt x="48560" y="11098"/>
                    <a:pt x="48302" y="11098"/>
                  </a:cubicBezTo>
                  <a:cubicBezTo>
                    <a:pt x="48043" y="11098"/>
                    <a:pt x="47801" y="11049"/>
                    <a:pt x="47576" y="10949"/>
                  </a:cubicBezTo>
                  <a:cubicBezTo>
                    <a:pt x="47350" y="10850"/>
                    <a:pt x="47155" y="10704"/>
                    <a:pt x="46989" y="10512"/>
                  </a:cubicBezTo>
                  <a:cubicBezTo>
                    <a:pt x="46823" y="10319"/>
                    <a:pt x="46720" y="10077"/>
                    <a:pt x="46681" y="9786"/>
                  </a:cubicBezTo>
                  <a:cubicBezTo>
                    <a:pt x="46614" y="9414"/>
                    <a:pt x="46624" y="9033"/>
                    <a:pt x="46710" y="8642"/>
                  </a:cubicBezTo>
                  <a:cubicBezTo>
                    <a:pt x="46797" y="8251"/>
                    <a:pt x="46933" y="7876"/>
                    <a:pt x="47118" y="7518"/>
                  </a:cubicBezTo>
                  <a:cubicBezTo>
                    <a:pt x="47304" y="7160"/>
                    <a:pt x="47539" y="6835"/>
                    <a:pt x="47824" y="6544"/>
                  </a:cubicBezTo>
                  <a:cubicBezTo>
                    <a:pt x="48109" y="6252"/>
                    <a:pt x="48431" y="6027"/>
                    <a:pt x="48789" y="5867"/>
                  </a:cubicBezTo>
                  <a:cubicBezTo>
                    <a:pt x="48882" y="5828"/>
                    <a:pt x="49044" y="5761"/>
                    <a:pt x="49276" y="5669"/>
                  </a:cubicBezTo>
                  <a:cubicBezTo>
                    <a:pt x="49508" y="5576"/>
                    <a:pt x="49737" y="5516"/>
                    <a:pt x="49962" y="5490"/>
                  </a:cubicBezTo>
                  <a:cubicBezTo>
                    <a:pt x="49962" y="5755"/>
                    <a:pt x="49956" y="6027"/>
                    <a:pt x="49943" y="6305"/>
                  </a:cubicBezTo>
                  <a:cubicBezTo>
                    <a:pt x="49929" y="6583"/>
                    <a:pt x="49923" y="6895"/>
                    <a:pt x="49923" y="7240"/>
                  </a:cubicBezTo>
                  <a:cubicBezTo>
                    <a:pt x="49923" y="7730"/>
                    <a:pt x="49936" y="8224"/>
                    <a:pt x="49962" y="8722"/>
                  </a:cubicBezTo>
                  <a:cubicBezTo>
                    <a:pt x="49989" y="9219"/>
                    <a:pt x="50055" y="9699"/>
                    <a:pt x="50161" y="10164"/>
                  </a:cubicBezTo>
                  <a:close/>
                  <a:moveTo>
                    <a:pt x="56924" y="11436"/>
                  </a:moveTo>
                  <a:lnTo>
                    <a:pt x="56824" y="11387"/>
                  </a:lnTo>
                  <a:cubicBezTo>
                    <a:pt x="56785" y="11367"/>
                    <a:pt x="56751" y="11344"/>
                    <a:pt x="56725" y="11317"/>
                  </a:cubicBezTo>
                  <a:lnTo>
                    <a:pt x="56725" y="776"/>
                  </a:lnTo>
                  <a:cubicBezTo>
                    <a:pt x="56632" y="524"/>
                    <a:pt x="56499" y="335"/>
                    <a:pt x="56327" y="209"/>
                  </a:cubicBezTo>
                  <a:cubicBezTo>
                    <a:pt x="56155" y="83"/>
                    <a:pt x="55956" y="20"/>
                    <a:pt x="55730" y="20"/>
                  </a:cubicBezTo>
                  <a:cubicBezTo>
                    <a:pt x="55505" y="20"/>
                    <a:pt x="55306" y="90"/>
                    <a:pt x="55134" y="229"/>
                  </a:cubicBezTo>
                  <a:cubicBezTo>
                    <a:pt x="54961" y="368"/>
                    <a:pt x="54842" y="570"/>
                    <a:pt x="54776" y="835"/>
                  </a:cubicBezTo>
                  <a:lnTo>
                    <a:pt x="54776" y="11735"/>
                  </a:lnTo>
                  <a:cubicBezTo>
                    <a:pt x="54802" y="11894"/>
                    <a:pt x="54835" y="12020"/>
                    <a:pt x="54875" y="12113"/>
                  </a:cubicBezTo>
                  <a:cubicBezTo>
                    <a:pt x="54915" y="12206"/>
                    <a:pt x="54994" y="12305"/>
                    <a:pt x="55114" y="12411"/>
                  </a:cubicBezTo>
                  <a:lnTo>
                    <a:pt x="55969" y="12968"/>
                  </a:lnTo>
                  <a:cubicBezTo>
                    <a:pt x="56168" y="13074"/>
                    <a:pt x="56357" y="13124"/>
                    <a:pt x="56536" y="13117"/>
                  </a:cubicBezTo>
                  <a:cubicBezTo>
                    <a:pt x="56715" y="13110"/>
                    <a:pt x="56871" y="13067"/>
                    <a:pt x="57003" y="12988"/>
                  </a:cubicBezTo>
                  <a:cubicBezTo>
                    <a:pt x="57136" y="12908"/>
                    <a:pt x="57242" y="12802"/>
                    <a:pt x="57322" y="12670"/>
                  </a:cubicBezTo>
                  <a:cubicBezTo>
                    <a:pt x="57401" y="12537"/>
                    <a:pt x="57441" y="12391"/>
                    <a:pt x="57441" y="12232"/>
                  </a:cubicBezTo>
                  <a:cubicBezTo>
                    <a:pt x="57441" y="11954"/>
                    <a:pt x="57269" y="11688"/>
                    <a:pt x="56924" y="11436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20" name="count-57" descr="57"/>
            <p:cNvSpPr/>
            <p:nvPr/>
          </p:nvSpPr>
          <p:spPr>
            <a:xfrm>
              <a:off x="652760" y="1008720"/>
              <a:ext cx="130894" cy="87874"/>
            </a:xfrm>
            <a:custGeom>
              <a:avLst/>
              <a:gdLst/>
              <a:ahLst/>
              <a:cxnLst/>
              <a:rect l="0" t="0" r="r" b="b"/>
              <a:pathLst>
                <a:path w="23585" h="15833">
                  <a:moveTo>
                    <a:pt x="585" y="14207"/>
                  </a:moveTo>
                  <a:cubicBezTo>
                    <a:pt x="1194" y="14596"/>
                    <a:pt x="1847" y="14906"/>
                    <a:pt x="2541" y="15134"/>
                  </a:cubicBezTo>
                  <a:cubicBezTo>
                    <a:pt x="3236" y="15363"/>
                    <a:pt x="3956" y="15477"/>
                    <a:pt x="4702" y="15477"/>
                  </a:cubicBezTo>
                  <a:cubicBezTo>
                    <a:pt x="5515" y="15477"/>
                    <a:pt x="6260" y="15321"/>
                    <a:pt x="6938" y="15007"/>
                  </a:cubicBezTo>
                  <a:cubicBezTo>
                    <a:pt x="7616" y="14694"/>
                    <a:pt x="8200" y="14287"/>
                    <a:pt x="8692" y="13787"/>
                  </a:cubicBezTo>
                  <a:cubicBezTo>
                    <a:pt x="9183" y="13287"/>
                    <a:pt x="9564" y="12728"/>
                    <a:pt x="9835" y="12110"/>
                  </a:cubicBezTo>
                  <a:cubicBezTo>
                    <a:pt x="10106" y="11492"/>
                    <a:pt x="10242" y="10877"/>
                    <a:pt x="10242" y="10267"/>
                  </a:cubicBezTo>
                  <a:cubicBezTo>
                    <a:pt x="10242" y="9641"/>
                    <a:pt x="10115" y="9026"/>
                    <a:pt x="9861" y="8425"/>
                  </a:cubicBezTo>
                  <a:cubicBezTo>
                    <a:pt x="9607" y="7823"/>
                    <a:pt x="9238" y="7285"/>
                    <a:pt x="8755" y="6811"/>
                  </a:cubicBezTo>
                  <a:cubicBezTo>
                    <a:pt x="8272" y="6337"/>
                    <a:pt x="7692" y="5960"/>
                    <a:pt x="7014" y="5680"/>
                  </a:cubicBezTo>
                  <a:cubicBezTo>
                    <a:pt x="6337" y="5401"/>
                    <a:pt x="5566" y="5261"/>
                    <a:pt x="4702" y="5261"/>
                  </a:cubicBezTo>
                  <a:cubicBezTo>
                    <a:pt x="4414" y="5261"/>
                    <a:pt x="4134" y="5273"/>
                    <a:pt x="3863" y="5299"/>
                  </a:cubicBezTo>
                  <a:cubicBezTo>
                    <a:pt x="3592" y="5324"/>
                    <a:pt x="3321" y="5371"/>
                    <a:pt x="3050" y="5439"/>
                  </a:cubicBezTo>
                  <a:lnTo>
                    <a:pt x="2948" y="2440"/>
                  </a:lnTo>
                  <a:cubicBezTo>
                    <a:pt x="3422" y="2406"/>
                    <a:pt x="3842" y="2393"/>
                    <a:pt x="4206" y="2402"/>
                  </a:cubicBezTo>
                  <a:cubicBezTo>
                    <a:pt x="4570" y="2410"/>
                    <a:pt x="4981" y="2414"/>
                    <a:pt x="5439" y="2414"/>
                  </a:cubicBezTo>
                  <a:cubicBezTo>
                    <a:pt x="5896" y="2414"/>
                    <a:pt x="6366" y="2410"/>
                    <a:pt x="6849" y="2402"/>
                  </a:cubicBezTo>
                  <a:cubicBezTo>
                    <a:pt x="7332" y="2393"/>
                    <a:pt x="7802" y="2380"/>
                    <a:pt x="8260" y="2364"/>
                  </a:cubicBezTo>
                  <a:cubicBezTo>
                    <a:pt x="8666" y="2262"/>
                    <a:pt x="8971" y="2105"/>
                    <a:pt x="9175" y="1893"/>
                  </a:cubicBezTo>
                  <a:cubicBezTo>
                    <a:pt x="9378" y="1682"/>
                    <a:pt x="9480" y="1440"/>
                    <a:pt x="9480" y="1169"/>
                  </a:cubicBezTo>
                  <a:cubicBezTo>
                    <a:pt x="9480" y="915"/>
                    <a:pt x="9391" y="682"/>
                    <a:pt x="9213" y="470"/>
                  </a:cubicBezTo>
                  <a:cubicBezTo>
                    <a:pt x="9035" y="258"/>
                    <a:pt x="8743" y="102"/>
                    <a:pt x="8336" y="0"/>
                  </a:cubicBezTo>
                  <a:lnTo>
                    <a:pt x="7866" y="0"/>
                  </a:lnTo>
                  <a:cubicBezTo>
                    <a:pt x="7637" y="0"/>
                    <a:pt x="7362" y="4"/>
                    <a:pt x="7040" y="13"/>
                  </a:cubicBezTo>
                  <a:cubicBezTo>
                    <a:pt x="6718" y="21"/>
                    <a:pt x="6371" y="30"/>
                    <a:pt x="5998" y="38"/>
                  </a:cubicBezTo>
                  <a:cubicBezTo>
                    <a:pt x="5625" y="47"/>
                    <a:pt x="5261" y="51"/>
                    <a:pt x="4905" y="51"/>
                  </a:cubicBezTo>
                  <a:cubicBezTo>
                    <a:pt x="4515" y="51"/>
                    <a:pt x="4130" y="55"/>
                    <a:pt x="3749" y="64"/>
                  </a:cubicBezTo>
                  <a:cubicBezTo>
                    <a:pt x="3367" y="72"/>
                    <a:pt x="3020" y="80"/>
                    <a:pt x="2707" y="89"/>
                  </a:cubicBezTo>
                  <a:cubicBezTo>
                    <a:pt x="2393" y="97"/>
                    <a:pt x="2122" y="102"/>
                    <a:pt x="1893" y="102"/>
                  </a:cubicBezTo>
                  <a:lnTo>
                    <a:pt x="1398" y="102"/>
                  </a:lnTo>
                  <a:cubicBezTo>
                    <a:pt x="940" y="102"/>
                    <a:pt x="593" y="233"/>
                    <a:pt x="356" y="496"/>
                  </a:cubicBezTo>
                  <a:cubicBezTo>
                    <a:pt x="119" y="758"/>
                    <a:pt x="0" y="1034"/>
                    <a:pt x="0" y="1322"/>
                  </a:cubicBezTo>
                  <a:cubicBezTo>
                    <a:pt x="0" y="1610"/>
                    <a:pt x="127" y="1881"/>
                    <a:pt x="381" y="2135"/>
                  </a:cubicBezTo>
                  <a:lnTo>
                    <a:pt x="457" y="4702"/>
                  </a:lnTo>
                  <a:cubicBezTo>
                    <a:pt x="474" y="5142"/>
                    <a:pt x="483" y="5574"/>
                    <a:pt x="483" y="5998"/>
                  </a:cubicBezTo>
                  <a:cubicBezTo>
                    <a:pt x="483" y="6421"/>
                    <a:pt x="500" y="6853"/>
                    <a:pt x="534" y="7294"/>
                  </a:cubicBezTo>
                  <a:cubicBezTo>
                    <a:pt x="585" y="7734"/>
                    <a:pt x="733" y="8052"/>
                    <a:pt x="978" y="8247"/>
                  </a:cubicBezTo>
                  <a:cubicBezTo>
                    <a:pt x="1224" y="8442"/>
                    <a:pt x="1508" y="8539"/>
                    <a:pt x="1830" y="8539"/>
                  </a:cubicBezTo>
                  <a:cubicBezTo>
                    <a:pt x="2084" y="8539"/>
                    <a:pt x="2262" y="8501"/>
                    <a:pt x="2364" y="8425"/>
                  </a:cubicBezTo>
                  <a:cubicBezTo>
                    <a:pt x="2465" y="8349"/>
                    <a:pt x="2567" y="8260"/>
                    <a:pt x="2669" y="8158"/>
                  </a:cubicBezTo>
                  <a:cubicBezTo>
                    <a:pt x="2736" y="8090"/>
                    <a:pt x="2800" y="8031"/>
                    <a:pt x="2859" y="7980"/>
                  </a:cubicBezTo>
                  <a:cubicBezTo>
                    <a:pt x="2918" y="7929"/>
                    <a:pt x="2965" y="7895"/>
                    <a:pt x="2999" y="7878"/>
                  </a:cubicBezTo>
                  <a:cubicBezTo>
                    <a:pt x="3558" y="7709"/>
                    <a:pt x="4092" y="7624"/>
                    <a:pt x="4600" y="7624"/>
                  </a:cubicBezTo>
                  <a:cubicBezTo>
                    <a:pt x="4905" y="7624"/>
                    <a:pt x="5235" y="7667"/>
                    <a:pt x="5591" y="7751"/>
                  </a:cubicBezTo>
                  <a:cubicBezTo>
                    <a:pt x="5947" y="7836"/>
                    <a:pt x="6277" y="7976"/>
                    <a:pt x="6582" y="8171"/>
                  </a:cubicBezTo>
                  <a:cubicBezTo>
                    <a:pt x="6887" y="8366"/>
                    <a:pt x="7141" y="8620"/>
                    <a:pt x="7345" y="8933"/>
                  </a:cubicBezTo>
                  <a:cubicBezTo>
                    <a:pt x="7548" y="9247"/>
                    <a:pt x="7650" y="9632"/>
                    <a:pt x="7650" y="10090"/>
                  </a:cubicBezTo>
                  <a:cubicBezTo>
                    <a:pt x="7650" y="10547"/>
                    <a:pt x="7569" y="10958"/>
                    <a:pt x="7408" y="11322"/>
                  </a:cubicBezTo>
                  <a:cubicBezTo>
                    <a:pt x="7247" y="11686"/>
                    <a:pt x="7027" y="12000"/>
                    <a:pt x="6748" y="12262"/>
                  </a:cubicBezTo>
                  <a:cubicBezTo>
                    <a:pt x="6468" y="12525"/>
                    <a:pt x="6146" y="12728"/>
                    <a:pt x="5782" y="12872"/>
                  </a:cubicBezTo>
                  <a:cubicBezTo>
                    <a:pt x="5417" y="13016"/>
                    <a:pt x="5041" y="13088"/>
                    <a:pt x="4651" y="13088"/>
                  </a:cubicBezTo>
                  <a:cubicBezTo>
                    <a:pt x="3736" y="13088"/>
                    <a:pt x="2829" y="12783"/>
                    <a:pt x="1931" y="12173"/>
                  </a:cubicBezTo>
                  <a:cubicBezTo>
                    <a:pt x="1779" y="12123"/>
                    <a:pt x="1584" y="12097"/>
                    <a:pt x="1347" y="12097"/>
                  </a:cubicBezTo>
                  <a:cubicBezTo>
                    <a:pt x="974" y="12097"/>
                    <a:pt x="673" y="12203"/>
                    <a:pt x="445" y="12415"/>
                  </a:cubicBezTo>
                  <a:cubicBezTo>
                    <a:pt x="216" y="12627"/>
                    <a:pt x="102" y="12885"/>
                    <a:pt x="102" y="13190"/>
                  </a:cubicBezTo>
                  <a:cubicBezTo>
                    <a:pt x="102" y="13546"/>
                    <a:pt x="263" y="13885"/>
                    <a:pt x="585" y="14207"/>
                  </a:cubicBezTo>
                  <a:close/>
                  <a:moveTo>
                    <a:pt x="17638" y="14918"/>
                  </a:moveTo>
                  <a:lnTo>
                    <a:pt x="17663" y="14893"/>
                  </a:lnTo>
                  <a:cubicBezTo>
                    <a:pt x="17765" y="13893"/>
                    <a:pt x="17947" y="12894"/>
                    <a:pt x="18209" y="11894"/>
                  </a:cubicBezTo>
                  <a:cubicBezTo>
                    <a:pt x="18472" y="10894"/>
                    <a:pt x="18798" y="9912"/>
                    <a:pt x="19188" y="8946"/>
                  </a:cubicBezTo>
                  <a:cubicBezTo>
                    <a:pt x="19578" y="7980"/>
                    <a:pt x="20014" y="7044"/>
                    <a:pt x="20497" y="6138"/>
                  </a:cubicBezTo>
                  <a:cubicBezTo>
                    <a:pt x="20980" y="5231"/>
                    <a:pt x="21501" y="4371"/>
                    <a:pt x="22060" y="3558"/>
                  </a:cubicBezTo>
                  <a:cubicBezTo>
                    <a:pt x="22246" y="3304"/>
                    <a:pt x="22441" y="3054"/>
                    <a:pt x="22644" y="2808"/>
                  </a:cubicBezTo>
                  <a:cubicBezTo>
                    <a:pt x="22848" y="2563"/>
                    <a:pt x="23127" y="2220"/>
                    <a:pt x="23483" y="1779"/>
                  </a:cubicBezTo>
                  <a:cubicBezTo>
                    <a:pt x="23517" y="1694"/>
                    <a:pt x="23542" y="1614"/>
                    <a:pt x="23559" y="1538"/>
                  </a:cubicBezTo>
                  <a:cubicBezTo>
                    <a:pt x="23576" y="1461"/>
                    <a:pt x="23585" y="1372"/>
                    <a:pt x="23585" y="1271"/>
                  </a:cubicBezTo>
                  <a:cubicBezTo>
                    <a:pt x="23585" y="712"/>
                    <a:pt x="23229" y="339"/>
                    <a:pt x="22517" y="152"/>
                  </a:cubicBezTo>
                  <a:lnTo>
                    <a:pt x="13165" y="152"/>
                  </a:lnTo>
                  <a:cubicBezTo>
                    <a:pt x="12707" y="169"/>
                    <a:pt x="12364" y="297"/>
                    <a:pt x="12135" y="534"/>
                  </a:cubicBezTo>
                  <a:cubicBezTo>
                    <a:pt x="11907" y="771"/>
                    <a:pt x="11792" y="1025"/>
                    <a:pt x="11792" y="1296"/>
                  </a:cubicBezTo>
                  <a:cubicBezTo>
                    <a:pt x="11792" y="1550"/>
                    <a:pt x="11898" y="1783"/>
                    <a:pt x="12110" y="1995"/>
                  </a:cubicBezTo>
                  <a:cubicBezTo>
                    <a:pt x="12322" y="2207"/>
                    <a:pt x="12639" y="2347"/>
                    <a:pt x="13063" y="2414"/>
                  </a:cubicBezTo>
                  <a:lnTo>
                    <a:pt x="19925" y="2414"/>
                  </a:lnTo>
                  <a:cubicBezTo>
                    <a:pt x="19315" y="3228"/>
                    <a:pt x="18743" y="4134"/>
                    <a:pt x="18209" y="5134"/>
                  </a:cubicBezTo>
                  <a:cubicBezTo>
                    <a:pt x="17676" y="6133"/>
                    <a:pt x="17201" y="7171"/>
                    <a:pt x="16786" y="8247"/>
                  </a:cubicBezTo>
                  <a:cubicBezTo>
                    <a:pt x="16371" y="9323"/>
                    <a:pt x="16028" y="10407"/>
                    <a:pt x="15757" y="11500"/>
                  </a:cubicBezTo>
                  <a:cubicBezTo>
                    <a:pt x="15486" y="12593"/>
                    <a:pt x="15299" y="13639"/>
                    <a:pt x="15198" y="14639"/>
                  </a:cubicBezTo>
                  <a:cubicBezTo>
                    <a:pt x="15232" y="15028"/>
                    <a:pt x="15367" y="15325"/>
                    <a:pt x="15604" y="15528"/>
                  </a:cubicBezTo>
                  <a:cubicBezTo>
                    <a:pt x="15842" y="15731"/>
                    <a:pt x="16113" y="15833"/>
                    <a:pt x="16418" y="15833"/>
                  </a:cubicBezTo>
                  <a:cubicBezTo>
                    <a:pt x="16655" y="15833"/>
                    <a:pt x="16884" y="15761"/>
                    <a:pt x="17104" y="15617"/>
                  </a:cubicBezTo>
                  <a:cubicBezTo>
                    <a:pt x="17324" y="15473"/>
                    <a:pt x="17502" y="15240"/>
                    <a:pt x="17638" y="14918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21" name="count-83" descr="83"/>
            <p:cNvSpPr/>
            <p:nvPr/>
          </p:nvSpPr>
          <p:spPr>
            <a:xfrm>
              <a:off x="1028608" y="1006604"/>
              <a:ext cx="128637" cy="89990"/>
            </a:xfrm>
            <a:custGeom>
              <a:avLst/>
              <a:gdLst/>
              <a:ahLst/>
              <a:cxnLst/>
              <a:rect l="0" t="0" r="r" b="b"/>
              <a:pathLst>
                <a:path w="23178" h="16214">
                  <a:moveTo>
                    <a:pt x="51" y="11538"/>
                  </a:moveTo>
                  <a:cubicBezTo>
                    <a:pt x="0" y="12351"/>
                    <a:pt x="102" y="13050"/>
                    <a:pt x="356" y="13635"/>
                  </a:cubicBezTo>
                  <a:cubicBezTo>
                    <a:pt x="610" y="14219"/>
                    <a:pt x="962" y="14702"/>
                    <a:pt x="1410" y="15083"/>
                  </a:cubicBezTo>
                  <a:cubicBezTo>
                    <a:pt x="1859" y="15465"/>
                    <a:pt x="2385" y="15748"/>
                    <a:pt x="2986" y="15935"/>
                  </a:cubicBezTo>
                  <a:cubicBezTo>
                    <a:pt x="3588" y="16121"/>
                    <a:pt x="4219" y="16214"/>
                    <a:pt x="4880" y="16214"/>
                  </a:cubicBezTo>
                  <a:cubicBezTo>
                    <a:pt x="5456" y="16214"/>
                    <a:pt x="6091" y="16130"/>
                    <a:pt x="6786" y="15960"/>
                  </a:cubicBezTo>
                  <a:cubicBezTo>
                    <a:pt x="7480" y="15791"/>
                    <a:pt x="8133" y="15532"/>
                    <a:pt x="8743" y="15185"/>
                  </a:cubicBezTo>
                  <a:cubicBezTo>
                    <a:pt x="9352" y="14838"/>
                    <a:pt x="9861" y="14401"/>
                    <a:pt x="10267" y="13876"/>
                  </a:cubicBezTo>
                  <a:cubicBezTo>
                    <a:pt x="10674" y="13351"/>
                    <a:pt x="10877" y="12733"/>
                    <a:pt x="10877" y="12021"/>
                  </a:cubicBezTo>
                  <a:cubicBezTo>
                    <a:pt x="10877" y="11564"/>
                    <a:pt x="10771" y="11131"/>
                    <a:pt x="10560" y="10725"/>
                  </a:cubicBezTo>
                  <a:cubicBezTo>
                    <a:pt x="10348" y="10318"/>
                    <a:pt x="10073" y="9933"/>
                    <a:pt x="9734" y="9569"/>
                  </a:cubicBezTo>
                  <a:cubicBezTo>
                    <a:pt x="9395" y="9204"/>
                    <a:pt x="9014" y="8865"/>
                    <a:pt x="8590" y="8552"/>
                  </a:cubicBezTo>
                  <a:cubicBezTo>
                    <a:pt x="8166" y="8238"/>
                    <a:pt x="7743" y="7946"/>
                    <a:pt x="7319" y="7675"/>
                  </a:cubicBezTo>
                  <a:cubicBezTo>
                    <a:pt x="7828" y="7370"/>
                    <a:pt x="8272" y="7065"/>
                    <a:pt x="8654" y="6760"/>
                  </a:cubicBezTo>
                  <a:cubicBezTo>
                    <a:pt x="9035" y="6455"/>
                    <a:pt x="9361" y="6129"/>
                    <a:pt x="9632" y="5782"/>
                  </a:cubicBezTo>
                  <a:cubicBezTo>
                    <a:pt x="9903" y="5434"/>
                    <a:pt x="10106" y="5053"/>
                    <a:pt x="10242" y="4638"/>
                  </a:cubicBezTo>
                  <a:cubicBezTo>
                    <a:pt x="10378" y="4223"/>
                    <a:pt x="10445" y="3753"/>
                    <a:pt x="10445" y="3228"/>
                  </a:cubicBezTo>
                  <a:cubicBezTo>
                    <a:pt x="10445" y="2618"/>
                    <a:pt x="10310" y="2109"/>
                    <a:pt x="10039" y="1703"/>
                  </a:cubicBezTo>
                  <a:cubicBezTo>
                    <a:pt x="9768" y="1296"/>
                    <a:pt x="9420" y="966"/>
                    <a:pt x="8997" y="712"/>
                  </a:cubicBezTo>
                  <a:cubicBezTo>
                    <a:pt x="8573" y="457"/>
                    <a:pt x="8099" y="275"/>
                    <a:pt x="7573" y="165"/>
                  </a:cubicBezTo>
                  <a:cubicBezTo>
                    <a:pt x="7048" y="55"/>
                    <a:pt x="6540" y="0"/>
                    <a:pt x="6049" y="0"/>
                  </a:cubicBezTo>
                  <a:cubicBezTo>
                    <a:pt x="5456" y="0"/>
                    <a:pt x="4846" y="59"/>
                    <a:pt x="4219" y="178"/>
                  </a:cubicBezTo>
                  <a:cubicBezTo>
                    <a:pt x="3592" y="297"/>
                    <a:pt x="3020" y="487"/>
                    <a:pt x="2503" y="750"/>
                  </a:cubicBezTo>
                  <a:cubicBezTo>
                    <a:pt x="1987" y="1012"/>
                    <a:pt x="1563" y="1364"/>
                    <a:pt x="1233" y="1804"/>
                  </a:cubicBezTo>
                  <a:cubicBezTo>
                    <a:pt x="902" y="2245"/>
                    <a:pt x="737" y="2787"/>
                    <a:pt x="737" y="3431"/>
                  </a:cubicBezTo>
                  <a:cubicBezTo>
                    <a:pt x="737" y="4295"/>
                    <a:pt x="978" y="5074"/>
                    <a:pt x="1461" y="5769"/>
                  </a:cubicBezTo>
                  <a:cubicBezTo>
                    <a:pt x="1944" y="6464"/>
                    <a:pt x="2516" y="7082"/>
                    <a:pt x="3177" y="7624"/>
                  </a:cubicBezTo>
                  <a:lnTo>
                    <a:pt x="3151" y="7650"/>
                  </a:lnTo>
                  <a:cubicBezTo>
                    <a:pt x="2762" y="7887"/>
                    <a:pt x="2389" y="8133"/>
                    <a:pt x="2033" y="8387"/>
                  </a:cubicBezTo>
                  <a:cubicBezTo>
                    <a:pt x="1677" y="8641"/>
                    <a:pt x="1355" y="8920"/>
                    <a:pt x="1067" y="9225"/>
                  </a:cubicBezTo>
                  <a:cubicBezTo>
                    <a:pt x="779" y="9530"/>
                    <a:pt x="546" y="9869"/>
                    <a:pt x="369" y="10242"/>
                  </a:cubicBezTo>
                  <a:cubicBezTo>
                    <a:pt x="191" y="10615"/>
                    <a:pt x="85" y="11047"/>
                    <a:pt x="51" y="11538"/>
                  </a:cubicBezTo>
                  <a:close/>
                  <a:moveTo>
                    <a:pt x="2592" y="11309"/>
                  </a:moveTo>
                  <a:cubicBezTo>
                    <a:pt x="2728" y="10784"/>
                    <a:pt x="3058" y="10352"/>
                    <a:pt x="3583" y="10013"/>
                  </a:cubicBezTo>
                  <a:cubicBezTo>
                    <a:pt x="4109" y="9674"/>
                    <a:pt x="4668" y="9336"/>
                    <a:pt x="5261" y="8997"/>
                  </a:cubicBezTo>
                  <a:cubicBezTo>
                    <a:pt x="5532" y="9149"/>
                    <a:pt x="5841" y="9331"/>
                    <a:pt x="6188" y="9543"/>
                  </a:cubicBezTo>
                  <a:cubicBezTo>
                    <a:pt x="6536" y="9755"/>
                    <a:pt x="6862" y="9979"/>
                    <a:pt x="7167" y="10217"/>
                  </a:cubicBezTo>
                  <a:cubicBezTo>
                    <a:pt x="7472" y="10454"/>
                    <a:pt x="7730" y="10712"/>
                    <a:pt x="7942" y="10992"/>
                  </a:cubicBezTo>
                  <a:cubicBezTo>
                    <a:pt x="8154" y="11271"/>
                    <a:pt x="8260" y="11555"/>
                    <a:pt x="8260" y="11843"/>
                  </a:cubicBezTo>
                  <a:cubicBezTo>
                    <a:pt x="8260" y="12284"/>
                    <a:pt x="8150" y="12644"/>
                    <a:pt x="7929" y="12923"/>
                  </a:cubicBezTo>
                  <a:cubicBezTo>
                    <a:pt x="7709" y="13203"/>
                    <a:pt x="7438" y="13431"/>
                    <a:pt x="7116" y="13609"/>
                  </a:cubicBezTo>
                  <a:cubicBezTo>
                    <a:pt x="6794" y="13787"/>
                    <a:pt x="6451" y="13910"/>
                    <a:pt x="6087" y="13978"/>
                  </a:cubicBezTo>
                  <a:cubicBezTo>
                    <a:pt x="5722" y="14046"/>
                    <a:pt x="5405" y="14080"/>
                    <a:pt x="5134" y="14080"/>
                  </a:cubicBezTo>
                  <a:cubicBezTo>
                    <a:pt x="4778" y="14080"/>
                    <a:pt x="4418" y="14041"/>
                    <a:pt x="4054" y="13965"/>
                  </a:cubicBezTo>
                  <a:cubicBezTo>
                    <a:pt x="3689" y="13889"/>
                    <a:pt x="3376" y="13749"/>
                    <a:pt x="3113" y="13546"/>
                  </a:cubicBezTo>
                  <a:cubicBezTo>
                    <a:pt x="2851" y="13343"/>
                    <a:pt x="2664" y="13063"/>
                    <a:pt x="2554" y="12707"/>
                  </a:cubicBezTo>
                  <a:cubicBezTo>
                    <a:pt x="2444" y="12351"/>
                    <a:pt x="2457" y="11885"/>
                    <a:pt x="2592" y="11309"/>
                  </a:cubicBezTo>
                  <a:close/>
                  <a:moveTo>
                    <a:pt x="3329" y="4168"/>
                  </a:moveTo>
                  <a:cubicBezTo>
                    <a:pt x="3194" y="3778"/>
                    <a:pt x="3206" y="3452"/>
                    <a:pt x="3367" y="3190"/>
                  </a:cubicBezTo>
                  <a:cubicBezTo>
                    <a:pt x="3528" y="2927"/>
                    <a:pt x="3761" y="2715"/>
                    <a:pt x="4066" y="2554"/>
                  </a:cubicBezTo>
                  <a:cubicBezTo>
                    <a:pt x="4371" y="2393"/>
                    <a:pt x="4693" y="2279"/>
                    <a:pt x="5032" y="2211"/>
                  </a:cubicBezTo>
                  <a:cubicBezTo>
                    <a:pt x="5371" y="2143"/>
                    <a:pt x="5650" y="2109"/>
                    <a:pt x="5871" y="2109"/>
                  </a:cubicBezTo>
                  <a:cubicBezTo>
                    <a:pt x="6193" y="2109"/>
                    <a:pt x="6498" y="2135"/>
                    <a:pt x="6786" y="2186"/>
                  </a:cubicBezTo>
                  <a:cubicBezTo>
                    <a:pt x="7074" y="2236"/>
                    <a:pt x="7311" y="2334"/>
                    <a:pt x="7497" y="2478"/>
                  </a:cubicBezTo>
                  <a:cubicBezTo>
                    <a:pt x="7684" y="2622"/>
                    <a:pt x="7806" y="2821"/>
                    <a:pt x="7866" y="3075"/>
                  </a:cubicBezTo>
                  <a:cubicBezTo>
                    <a:pt x="7925" y="3329"/>
                    <a:pt x="7895" y="3660"/>
                    <a:pt x="7777" y="4066"/>
                  </a:cubicBezTo>
                  <a:cubicBezTo>
                    <a:pt x="7455" y="4592"/>
                    <a:pt x="7095" y="5028"/>
                    <a:pt x="6697" y="5375"/>
                  </a:cubicBezTo>
                  <a:cubicBezTo>
                    <a:pt x="6299" y="5722"/>
                    <a:pt x="5862" y="6040"/>
                    <a:pt x="5388" y="6328"/>
                  </a:cubicBezTo>
                  <a:cubicBezTo>
                    <a:pt x="4981" y="6040"/>
                    <a:pt x="4583" y="5739"/>
                    <a:pt x="4193" y="5426"/>
                  </a:cubicBezTo>
                  <a:cubicBezTo>
                    <a:pt x="3804" y="5113"/>
                    <a:pt x="3516" y="4693"/>
                    <a:pt x="3329" y="4168"/>
                  </a:cubicBezTo>
                  <a:close/>
                  <a:moveTo>
                    <a:pt x="14003" y="14054"/>
                  </a:moveTo>
                  <a:cubicBezTo>
                    <a:pt x="14579" y="14562"/>
                    <a:pt x="15202" y="15003"/>
                    <a:pt x="15871" y="15376"/>
                  </a:cubicBezTo>
                  <a:cubicBezTo>
                    <a:pt x="16541" y="15748"/>
                    <a:pt x="17282" y="15935"/>
                    <a:pt x="18095" y="15935"/>
                  </a:cubicBezTo>
                  <a:cubicBezTo>
                    <a:pt x="18705" y="15935"/>
                    <a:pt x="19311" y="15787"/>
                    <a:pt x="19912" y="15490"/>
                  </a:cubicBezTo>
                  <a:cubicBezTo>
                    <a:pt x="20514" y="15194"/>
                    <a:pt x="21056" y="14800"/>
                    <a:pt x="21539" y="14308"/>
                  </a:cubicBezTo>
                  <a:cubicBezTo>
                    <a:pt x="22022" y="13817"/>
                    <a:pt x="22415" y="13262"/>
                    <a:pt x="22720" y="12644"/>
                  </a:cubicBezTo>
                  <a:cubicBezTo>
                    <a:pt x="23025" y="12025"/>
                    <a:pt x="23178" y="11386"/>
                    <a:pt x="23178" y="10725"/>
                  </a:cubicBezTo>
                  <a:cubicBezTo>
                    <a:pt x="23178" y="9912"/>
                    <a:pt x="22941" y="9192"/>
                    <a:pt x="22466" y="8565"/>
                  </a:cubicBezTo>
                  <a:cubicBezTo>
                    <a:pt x="21992" y="7938"/>
                    <a:pt x="21441" y="7446"/>
                    <a:pt x="20814" y="7091"/>
                  </a:cubicBezTo>
                  <a:cubicBezTo>
                    <a:pt x="21272" y="6786"/>
                    <a:pt x="21619" y="6481"/>
                    <a:pt x="21856" y="6176"/>
                  </a:cubicBezTo>
                  <a:cubicBezTo>
                    <a:pt x="22094" y="5871"/>
                    <a:pt x="22263" y="5583"/>
                    <a:pt x="22365" y="5312"/>
                  </a:cubicBezTo>
                  <a:cubicBezTo>
                    <a:pt x="22466" y="5041"/>
                    <a:pt x="22521" y="4795"/>
                    <a:pt x="22530" y="4575"/>
                  </a:cubicBezTo>
                  <a:cubicBezTo>
                    <a:pt x="22538" y="4354"/>
                    <a:pt x="22543" y="4176"/>
                    <a:pt x="22543" y="4041"/>
                  </a:cubicBezTo>
                  <a:cubicBezTo>
                    <a:pt x="22543" y="3414"/>
                    <a:pt x="22424" y="2868"/>
                    <a:pt x="22187" y="2402"/>
                  </a:cubicBezTo>
                  <a:cubicBezTo>
                    <a:pt x="21950" y="1936"/>
                    <a:pt x="21628" y="1555"/>
                    <a:pt x="21221" y="1258"/>
                  </a:cubicBezTo>
                  <a:cubicBezTo>
                    <a:pt x="20814" y="962"/>
                    <a:pt x="20336" y="741"/>
                    <a:pt x="19785" y="597"/>
                  </a:cubicBezTo>
                  <a:cubicBezTo>
                    <a:pt x="19234" y="453"/>
                    <a:pt x="18646" y="381"/>
                    <a:pt x="18019" y="381"/>
                  </a:cubicBezTo>
                  <a:cubicBezTo>
                    <a:pt x="17782" y="381"/>
                    <a:pt x="17447" y="398"/>
                    <a:pt x="17015" y="432"/>
                  </a:cubicBezTo>
                  <a:cubicBezTo>
                    <a:pt x="16583" y="466"/>
                    <a:pt x="16147" y="542"/>
                    <a:pt x="15706" y="661"/>
                  </a:cubicBezTo>
                  <a:cubicBezTo>
                    <a:pt x="15266" y="779"/>
                    <a:pt x="14859" y="953"/>
                    <a:pt x="14486" y="1182"/>
                  </a:cubicBezTo>
                  <a:cubicBezTo>
                    <a:pt x="14113" y="1410"/>
                    <a:pt x="13868" y="1720"/>
                    <a:pt x="13749" y="2109"/>
                  </a:cubicBezTo>
                  <a:cubicBezTo>
                    <a:pt x="13749" y="2550"/>
                    <a:pt x="13868" y="2885"/>
                    <a:pt x="14105" y="3113"/>
                  </a:cubicBezTo>
                  <a:cubicBezTo>
                    <a:pt x="14342" y="3342"/>
                    <a:pt x="14622" y="3456"/>
                    <a:pt x="14944" y="3456"/>
                  </a:cubicBezTo>
                  <a:cubicBezTo>
                    <a:pt x="15181" y="3456"/>
                    <a:pt x="15371" y="3418"/>
                    <a:pt x="15515" y="3342"/>
                  </a:cubicBezTo>
                  <a:cubicBezTo>
                    <a:pt x="15659" y="3266"/>
                    <a:pt x="15825" y="3160"/>
                    <a:pt x="16011" y="3024"/>
                  </a:cubicBezTo>
                  <a:cubicBezTo>
                    <a:pt x="16248" y="2889"/>
                    <a:pt x="16579" y="2783"/>
                    <a:pt x="17002" y="2707"/>
                  </a:cubicBezTo>
                  <a:cubicBezTo>
                    <a:pt x="17426" y="2630"/>
                    <a:pt x="17824" y="2592"/>
                    <a:pt x="18197" y="2592"/>
                  </a:cubicBezTo>
                  <a:cubicBezTo>
                    <a:pt x="18824" y="2592"/>
                    <a:pt x="19319" y="2732"/>
                    <a:pt x="19683" y="3012"/>
                  </a:cubicBezTo>
                  <a:cubicBezTo>
                    <a:pt x="20048" y="3291"/>
                    <a:pt x="20162" y="3804"/>
                    <a:pt x="20027" y="4549"/>
                  </a:cubicBezTo>
                  <a:cubicBezTo>
                    <a:pt x="19891" y="4803"/>
                    <a:pt x="19700" y="5024"/>
                    <a:pt x="19455" y="5210"/>
                  </a:cubicBezTo>
                  <a:cubicBezTo>
                    <a:pt x="19209" y="5396"/>
                    <a:pt x="18934" y="5549"/>
                    <a:pt x="18629" y="5667"/>
                  </a:cubicBezTo>
                  <a:cubicBezTo>
                    <a:pt x="18324" y="5786"/>
                    <a:pt x="18010" y="5879"/>
                    <a:pt x="17688" y="5947"/>
                  </a:cubicBezTo>
                  <a:cubicBezTo>
                    <a:pt x="17366" y="6015"/>
                    <a:pt x="17070" y="6066"/>
                    <a:pt x="16799" y="6099"/>
                  </a:cubicBezTo>
                  <a:cubicBezTo>
                    <a:pt x="16409" y="6184"/>
                    <a:pt x="16121" y="6332"/>
                    <a:pt x="15935" y="6544"/>
                  </a:cubicBezTo>
                  <a:cubicBezTo>
                    <a:pt x="15748" y="6756"/>
                    <a:pt x="15655" y="6980"/>
                    <a:pt x="15655" y="7218"/>
                  </a:cubicBezTo>
                  <a:cubicBezTo>
                    <a:pt x="15655" y="7455"/>
                    <a:pt x="15740" y="7675"/>
                    <a:pt x="15909" y="7878"/>
                  </a:cubicBezTo>
                  <a:cubicBezTo>
                    <a:pt x="16079" y="8082"/>
                    <a:pt x="16358" y="8234"/>
                    <a:pt x="16748" y="8336"/>
                  </a:cubicBezTo>
                  <a:cubicBezTo>
                    <a:pt x="17053" y="8336"/>
                    <a:pt x="17426" y="8370"/>
                    <a:pt x="17866" y="8438"/>
                  </a:cubicBezTo>
                  <a:cubicBezTo>
                    <a:pt x="18307" y="8505"/>
                    <a:pt x="18726" y="8620"/>
                    <a:pt x="19124" y="8781"/>
                  </a:cubicBezTo>
                  <a:cubicBezTo>
                    <a:pt x="19522" y="8942"/>
                    <a:pt x="19861" y="9158"/>
                    <a:pt x="20141" y="9429"/>
                  </a:cubicBezTo>
                  <a:cubicBezTo>
                    <a:pt x="20420" y="9700"/>
                    <a:pt x="20560" y="10039"/>
                    <a:pt x="20560" y="10445"/>
                  </a:cubicBezTo>
                  <a:cubicBezTo>
                    <a:pt x="20560" y="10852"/>
                    <a:pt x="20501" y="11246"/>
                    <a:pt x="20382" y="11627"/>
                  </a:cubicBezTo>
                  <a:cubicBezTo>
                    <a:pt x="20264" y="12008"/>
                    <a:pt x="20094" y="12351"/>
                    <a:pt x="19874" y="12656"/>
                  </a:cubicBezTo>
                  <a:cubicBezTo>
                    <a:pt x="19654" y="12961"/>
                    <a:pt x="19383" y="13207"/>
                    <a:pt x="19061" y="13393"/>
                  </a:cubicBezTo>
                  <a:cubicBezTo>
                    <a:pt x="18739" y="13580"/>
                    <a:pt x="18366" y="13673"/>
                    <a:pt x="17943" y="13673"/>
                  </a:cubicBezTo>
                  <a:cubicBezTo>
                    <a:pt x="17638" y="13673"/>
                    <a:pt x="17350" y="13584"/>
                    <a:pt x="17078" y="13406"/>
                  </a:cubicBezTo>
                  <a:cubicBezTo>
                    <a:pt x="16807" y="13228"/>
                    <a:pt x="16536" y="13046"/>
                    <a:pt x="16265" y="12860"/>
                  </a:cubicBezTo>
                  <a:lnTo>
                    <a:pt x="16291" y="12860"/>
                  </a:lnTo>
                  <a:cubicBezTo>
                    <a:pt x="16053" y="12673"/>
                    <a:pt x="15820" y="12512"/>
                    <a:pt x="15592" y="12377"/>
                  </a:cubicBezTo>
                  <a:cubicBezTo>
                    <a:pt x="15363" y="12241"/>
                    <a:pt x="15122" y="12173"/>
                    <a:pt x="14867" y="12173"/>
                  </a:cubicBezTo>
                  <a:cubicBezTo>
                    <a:pt x="14529" y="12173"/>
                    <a:pt x="14245" y="12271"/>
                    <a:pt x="14016" y="12466"/>
                  </a:cubicBezTo>
                  <a:cubicBezTo>
                    <a:pt x="13787" y="12661"/>
                    <a:pt x="13673" y="12919"/>
                    <a:pt x="13673" y="13241"/>
                  </a:cubicBezTo>
                  <a:cubicBezTo>
                    <a:pt x="13673" y="13461"/>
                    <a:pt x="13783" y="13732"/>
                    <a:pt x="14003" y="14054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22" name="count-80" descr="80"/>
            <p:cNvSpPr/>
            <p:nvPr/>
          </p:nvSpPr>
          <p:spPr>
            <a:xfrm>
              <a:off x="651208" y="1295204"/>
              <a:ext cx="133856" cy="90413"/>
            </a:xfrm>
            <a:custGeom>
              <a:avLst/>
              <a:gdLst/>
              <a:ahLst/>
              <a:cxnLst/>
              <a:rect l="0" t="0" r="r" b="b"/>
              <a:pathLst>
                <a:path w="24118" h="16291">
                  <a:moveTo>
                    <a:pt x="51" y="11538"/>
                  </a:moveTo>
                  <a:cubicBezTo>
                    <a:pt x="0" y="12351"/>
                    <a:pt x="102" y="13050"/>
                    <a:pt x="356" y="13635"/>
                  </a:cubicBezTo>
                  <a:cubicBezTo>
                    <a:pt x="610" y="14219"/>
                    <a:pt x="962" y="14702"/>
                    <a:pt x="1410" y="15083"/>
                  </a:cubicBezTo>
                  <a:cubicBezTo>
                    <a:pt x="1859" y="15465"/>
                    <a:pt x="2385" y="15748"/>
                    <a:pt x="2986" y="15935"/>
                  </a:cubicBezTo>
                  <a:cubicBezTo>
                    <a:pt x="3588" y="16121"/>
                    <a:pt x="4219" y="16214"/>
                    <a:pt x="4880" y="16214"/>
                  </a:cubicBezTo>
                  <a:cubicBezTo>
                    <a:pt x="5456" y="16214"/>
                    <a:pt x="6091" y="16130"/>
                    <a:pt x="6786" y="15960"/>
                  </a:cubicBezTo>
                  <a:cubicBezTo>
                    <a:pt x="7480" y="15791"/>
                    <a:pt x="8133" y="15532"/>
                    <a:pt x="8743" y="15185"/>
                  </a:cubicBezTo>
                  <a:cubicBezTo>
                    <a:pt x="9352" y="14838"/>
                    <a:pt x="9861" y="14401"/>
                    <a:pt x="10267" y="13876"/>
                  </a:cubicBezTo>
                  <a:cubicBezTo>
                    <a:pt x="10674" y="13351"/>
                    <a:pt x="10877" y="12733"/>
                    <a:pt x="10877" y="12021"/>
                  </a:cubicBezTo>
                  <a:cubicBezTo>
                    <a:pt x="10877" y="11564"/>
                    <a:pt x="10771" y="11131"/>
                    <a:pt x="10560" y="10725"/>
                  </a:cubicBezTo>
                  <a:cubicBezTo>
                    <a:pt x="10348" y="10318"/>
                    <a:pt x="10073" y="9933"/>
                    <a:pt x="9734" y="9569"/>
                  </a:cubicBezTo>
                  <a:cubicBezTo>
                    <a:pt x="9395" y="9204"/>
                    <a:pt x="9014" y="8865"/>
                    <a:pt x="8590" y="8552"/>
                  </a:cubicBezTo>
                  <a:cubicBezTo>
                    <a:pt x="8166" y="8238"/>
                    <a:pt x="7743" y="7946"/>
                    <a:pt x="7319" y="7675"/>
                  </a:cubicBezTo>
                  <a:cubicBezTo>
                    <a:pt x="7828" y="7370"/>
                    <a:pt x="8272" y="7065"/>
                    <a:pt x="8654" y="6760"/>
                  </a:cubicBezTo>
                  <a:cubicBezTo>
                    <a:pt x="9035" y="6455"/>
                    <a:pt x="9361" y="6129"/>
                    <a:pt x="9632" y="5782"/>
                  </a:cubicBezTo>
                  <a:cubicBezTo>
                    <a:pt x="9903" y="5434"/>
                    <a:pt x="10106" y="5053"/>
                    <a:pt x="10242" y="4638"/>
                  </a:cubicBezTo>
                  <a:cubicBezTo>
                    <a:pt x="10378" y="4223"/>
                    <a:pt x="10445" y="3753"/>
                    <a:pt x="10445" y="3228"/>
                  </a:cubicBezTo>
                  <a:cubicBezTo>
                    <a:pt x="10445" y="2618"/>
                    <a:pt x="10310" y="2109"/>
                    <a:pt x="10039" y="1703"/>
                  </a:cubicBezTo>
                  <a:cubicBezTo>
                    <a:pt x="9768" y="1296"/>
                    <a:pt x="9420" y="966"/>
                    <a:pt x="8997" y="712"/>
                  </a:cubicBezTo>
                  <a:cubicBezTo>
                    <a:pt x="8573" y="457"/>
                    <a:pt x="8099" y="275"/>
                    <a:pt x="7573" y="165"/>
                  </a:cubicBezTo>
                  <a:cubicBezTo>
                    <a:pt x="7048" y="55"/>
                    <a:pt x="6540" y="0"/>
                    <a:pt x="6049" y="0"/>
                  </a:cubicBezTo>
                  <a:cubicBezTo>
                    <a:pt x="5456" y="0"/>
                    <a:pt x="4846" y="59"/>
                    <a:pt x="4219" y="178"/>
                  </a:cubicBezTo>
                  <a:cubicBezTo>
                    <a:pt x="3592" y="297"/>
                    <a:pt x="3020" y="487"/>
                    <a:pt x="2503" y="750"/>
                  </a:cubicBezTo>
                  <a:cubicBezTo>
                    <a:pt x="1987" y="1012"/>
                    <a:pt x="1563" y="1364"/>
                    <a:pt x="1233" y="1804"/>
                  </a:cubicBezTo>
                  <a:cubicBezTo>
                    <a:pt x="902" y="2245"/>
                    <a:pt x="737" y="2787"/>
                    <a:pt x="737" y="3431"/>
                  </a:cubicBezTo>
                  <a:cubicBezTo>
                    <a:pt x="737" y="4295"/>
                    <a:pt x="978" y="5074"/>
                    <a:pt x="1461" y="5769"/>
                  </a:cubicBezTo>
                  <a:cubicBezTo>
                    <a:pt x="1944" y="6464"/>
                    <a:pt x="2516" y="7082"/>
                    <a:pt x="3177" y="7624"/>
                  </a:cubicBezTo>
                  <a:lnTo>
                    <a:pt x="3151" y="7650"/>
                  </a:lnTo>
                  <a:cubicBezTo>
                    <a:pt x="2762" y="7887"/>
                    <a:pt x="2389" y="8133"/>
                    <a:pt x="2033" y="8387"/>
                  </a:cubicBezTo>
                  <a:cubicBezTo>
                    <a:pt x="1677" y="8641"/>
                    <a:pt x="1355" y="8920"/>
                    <a:pt x="1067" y="9225"/>
                  </a:cubicBezTo>
                  <a:cubicBezTo>
                    <a:pt x="779" y="9530"/>
                    <a:pt x="546" y="9869"/>
                    <a:pt x="369" y="10242"/>
                  </a:cubicBezTo>
                  <a:cubicBezTo>
                    <a:pt x="191" y="10615"/>
                    <a:pt x="85" y="11047"/>
                    <a:pt x="51" y="11538"/>
                  </a:cubicBezTo>
                  <a:close/>
                  <a:moveTo>
                    <a:pt x="2592" y="11309"/>
                  </a:moveTo>
                  <a:cubicBezTo>
                    <a:pt x="2728" y="10784"/>
                    <a:pt x="3058" y="10352"/>
                    <a:pt x="3583" y="10013"/>
                  </a:cubicBezTo>
                  <a:cubicBezTo>
                    <a:pt x="4109" y="9674"/>
                    <a:pt x="4668" y="9336"/>
                    <a:pt x="5261" y="8997"/>
                  </a:cubicBezTo>
                  <a:cubicBezTo>
                    <a:pt x="5532" y="9149"/>
                    <a:pt x="5841" y="9331"/>
                    <a:pt x="6188" y="9543"/>
                  </a:cubicBezTo>
                  <a:cubicBezTo>
                    <a:pt x="6536" y="9755"/>
                    <a:pt x="6862" y="9979"/>
                    <a:pt x="7167" y="10217"/>
                  </a:cubicBezTo>
                  <a:cubicBezTo>
                    <a:pt x="7472" y="10454"/>
                    <a:pt x="7730" y="10712"/>
                    <a:pt x="7942" y="10992"/>
                  </a:cubicBezTo>
                  <a:cubicBezTo>
                    <a:pt x="8154" y="11271"/>
                    <a:pt x="8260" y="11555"/>
                    <a:pt x="8260" y="11843"/>
                  </a:cubicBezTo>
                  <a:cubicBezTo>
                    <a:pt x="8260" y="12284"/>
                    <a:pt x="8150" y="12644"/>
                    <a:pt x="7929" y="12923"/>
                  </a:cubicBezTo>
                  <a:cubicBezTo>
                    <a:pt x="7709" y="13203"/>
                    <a:pt x="7438" y="13431"/>
                    <a:pt x="7116" y="13609"/>
                  </a:cubicBezTo>
                  <a:cubicBezTo>
                    <a:pt x="6794" y="13787"/>
                    <a:pt x="6451" y="13910"/>
                    <a:pt x="6087" y="13978"/>
                  </a:cubicBezTo>
                  <a:cubicBezTo>
                    <a:pt x="5722" y="14046"/>
                    <a:pt x="5405" y="14080"/>
                    <a:pt x="5134" y="14080"/>
                  </a:cubicBezTo>
                  <a:cubicBezTo>
                    <a:pt x="4778" y="14080"/>
                    <a:pt x="4418" y="14041"/>
                    <a:pt x="4054" y="13965"/>
                  </a:cubicBezTo>
                  <a:cubicBezTo>
                    <a:pt x="3689" y="13889"/>
                    <a:pt x="3376" y="13749"/>
                    <a:pt x="3113" y="13546"/>
                  </a:cubicBezTo>
                  <a:cubicBezTo>
                    <a:pt x="2851" y="13343"/>
                    <a:pt x="2664" y="13063"/>
                    <a:pt x="2554" y="12707"/>
                  </a:cubicBezTo>
                  <a:cubicBezTo>
                    <a:pt x="2444" y="12351"/>
                    <a:pt x="2457" y="11885"/>
                    <a:pt x="2592" y="11309"/>
                  </a:cubicBezTo>
                  <a:close/>
                  <a:moveTo>
                    <a:pt x="3329" y="4168"/>
                  </a:moveTo>
                  <a:cubicBezTo>
                    <a:pt x="3194" y="3778"/>
                    <a:pt x="3206" y="3452"/>
                    <a:pt x="3367" y="3190"/>
                  </a:cubicBezTo>
                  <a:cubicBezTo>
                    <a:pt x="3528" y="2927"/>
                    <a:pt x="3761" y="2715"/>
                    <a:pt x="4066" y="2554"/>
                  </a:cubicBezTo>
                  <a:cubicBezTo>
                    <a:pt x="4371" y="2393"/>
                    <a:pt x="4693" y="2279"/>
                    <a:pt x="5032" y="2211"/>
                  </a:cubicBezTo>
                  <a:cubicBezTo>
                    <a:pt x="5371" y="2143"/>
                    <a:pt x="5650" y="2109"/>
                    <a:pt x="5871" y="2109"/>
                  </a:cubicBezTo>
                  <a:cubicBezTo>
                    <a:pt x="6193" y="2109"/>
                    <a:pt x="6498" y="2135"/>
                    <a:pt x="6786" y="2186"/>
                  </a:cubicBezTo>
                  <a:cubicBezTo>
                    <a:pt x="7074" y="2236"/>
                    <a:pt x="7311" y="2334"/>
                    <a:pt x="7497" y="2478"/>
                  </a:cubicBezTo>
                  <a:cubicBezTo>
                    <a:pt x="7684" y="2622"/>
                    <a:pt x="7806" y="2821"/>
                    <a:pt x="7866" y="3075"/>
                  </a:cubicBezTo>
                  <a:cubicBezTo>
                    <a:pt x="7925" y="3329"/>
                    <a:pt x="7895" y="3660"/>
                    <a:pt x="7777" y="4066"/>
                  </a:cubicBezTo>
                  <a:cubicBezTo>
                    <a:pt x="7455" y="4592"/>
                    <a:pt x="7095" y="5028"/>
                    <a:pt x="6697" y="5375"/>
                  </a:cubicBezTo>
                  <a:cubicBezTo>
                    <a:pt x="6299" y="5722"/>
                    <a:pt x="5862" y="6040"/>
                    <a:pt x="5388" y="6328"/>
                  </a:cubicBezTo>
                  <a:cubicBezTo>
                    <a:pt x="4981" y="6040"/>
                    <a:pt x="4583" y="5739"/>
                    <a:pt x="4193" y="5426"/>
                  </a:cubicBezTo>
                  <a:cubicBezTo>
                    <a:pt x="3804" y="5113"/>
                    <a:pt x="3516" y="4693"/>
                    <a:pt x="3329" y="4168"/>
                  </a:cubicBezTo>
                  <a:close/>
                  <a:moveTo>
                    <a:pt x="23991" y="9785"/>
                  </a:moveTo>
                  <a:lnTo>
                    <a:pt x="23991" y="9759"/>
                  </a:lnTo>
                  <a:cubicBezTo>
                    <a:pt x="24025" y="9437"/>
                    <a:pt x="24055" y="9107"/>
                    <a:pt x="24080" y="8768"/>
                  </a:cubicBezTo>
                  <a:cubicBezTo>
                    <a:pt x="24106" y="8429"/>
                    <a:pt x="24118" y="8082"/>
                    <a:pt x="24118" y="7726"/>
                  </a:cubicBezTo>
                  <a:cubicBezTo>
                    <a:pt x="24118" y="6709"/>
                    <a:pt x="23966" y="5667"/>
                    <a:pt x="23661" y="4600"/>
                  </a:cubicBezTo>
                  <a:cubicBezTo>
                    <a:pt x="23356" y="3533"/>
                    <a:pt x="22864" y="2609"/>
                    <a:pt x="22187" y="1830"/>
                  </a:cubicBezTo>
                  <a:cubicBezTo>
                    <a:pt x="21950" y="1593"/>
                    <a:pt x="21649" y="1355"/>
                    <a:pt x="21285" y="1118"/>
                  </a:cubicBezTo>
                  <a:cubicBezTo>
                    <a:pt x="20920" y="881"/>
                    <a:pt x="20569" y="678"/>
                    <a:pt x="20230" y="508"/>
                  </a:cubicBezTo>
                  <a:cubicBezTo>
                    <a:pt x="19891" y="356"/>
                    <a:pt x="19531" y="267"/>
                    <a:pt x="19150" y="241"/>
                  </a:cubicBezTo>
                  <a:cubicBezTo>
                    <a:pt x="18769" y="216"/>
                    <a:pt x="18375" y="212"/>
                    <a:pt x="17968" y="229"/>
                  </a:cubicBezTo>
                  <a:cubicBezTo>
                    <a:pt x="17121" y="263"/>
                    <a:pt x="16367" y="496"/>
                    <a:pt x="15706" y="928"/>
                  </a:cubicBezTo>
                  <a:cubicBezTo>
                    <a:pt x="15045" y="1360"/>
                    <a:pt x="14482" y="1893"/>
                    <a:pt x="14016" y="2529"/>
                  </a:cubicBezTo>
                  <a:cubicBezTo>
                    <a:pt x="13550" y="3164"/>
                    <a:pt x="13173" y="3863"/>
                    <a:pt x="12885" y="4625"/>
                  </a:cubicBezTo>
                  <a:cubicBezTo>
                    <a:pt x="12597" y="5388"/>
                    <a:pt x="12402" y="6116"/>
                    <a:pt x="12301" y="6811"/>
                  </a:cubicBezTo>
                  <a:cubicBezTo>
                    <a:pt x="12250" y="7150"/>
                    <a:pt x="12207" y="7501"/>
                    <a:pt x="12173" y="7866"/>
                  </a:cubicBezTo>
                  <a:cubicBezTo>
                    <a:pt x="12140" y="8230"/>
                    <a:pt x="12123" y="8590"/>
                    <a:pt x="12123" y="8946"/>
                  </a:cubicBezTo>
                  <a:cubicBezTo>
                    <a:pt x="12123" y="9912"/>
                    <a:pt x="12258" y="10877"/>
                    <a:pt x="12529" y="11843"/>
                  </a:cubicBezTo>
                  <a:cubicBezTo>
                    <a:pt x="12800" y="12809"/>
                    <a:pt x="13232" y="13698"/>
                    <a:pt x="13825" y="14512"/>
                  </a:cubicBezTo>
                  <a:cubicBezTo>
                    <a:pt x="14012" y="14800"/>
                    <a:pt x="14249" y="15037"/>
                    <a:pt x="14537" y="15223"/>
                  </a:cubicBezTo>
                  <a:cubicBezTo>
                    <a:pt x="14825" y="15410"/>
                    <a:pt x="15130" y="15579"/>
                    <a:pt x="15452" y="15731"/>
                  </a:cubicBezTo>
                  <a:lnTo>
                    <a:pt x="15731" y="15884"/>
                  </a:lnTo>
                  <a:cubicBezTo>
                    <a:pt x="16020" y="16036"/>
                    <a:pt x="16316" y="16142"/>
                    <a:pt x="16621" y="16202"/>
                  </a:cubicBezTo>
                  <a:cubicBezTo>
                    <a:pt x="16926" y="16261"/>
                    <a:pt x="17231" y="16291"/>
                    <a:pt x="17536" y="16291"/>
                  </a:cubicBezTo>
                  <a:cubicBezTo>
                    <a:pt x="17705" y="16291"/>
                    <a:pt x="17883" y="16286"/>
                    <a:pt x="18070" y="16278"/>
                  </a:cubicBezTo>
                  <a:cubicBezTo>
                    <a:pt x="18256" y="16269"/>
                    <a:pt x="18425" y="16248"/>
                    <a:pt x="18578" y="16214"/>
                  </a:cubicBezTo>
                  <a:cubicBezTo>
                    <a:pt x="19306" y="16113"/>
                    <a:pt x="19967" y="15833"/>
                    <a:pt x="20560" y="15376"/>
                  </a:cubicBezTo>
                  <a:cubicBezTo>
                    <a:pt x="21153" y="14918"/>
                    <a:pt x="21678" y="14380"/>
                    <a:pt x="22136" y="13762"/>
                  </a:cubicBezTo>
                  <a:cubicBezTo>
                    <a:pt x="22593" y="13143"/>
                    <a:pt x="22979" y="12478"/>
                    <a:pt x="23292" y="11767"/>
                  </a:cubicBezTo>
                  <a:cubicBezTo>
                    <a:pt x="23606" y="11055"/>
                    <a:pt x="23839" y="10394"/>
                    <a:pt x="23991" y="9785"/>
                  </a:cubicBezTo>
                  <a:close/>
                  <a:moveTo>
                    <a:pt x="21501" y="9480"/>
                  </a:moveTo>
                  <a:lnTo>
                    <a:pt x="21475" y="9632"/>
                  </a:lnTo>
                  <a:cubicBezTo>
                    <a:pt x="21357" y="10174"/>
                    <a:pt x="21191" y="10691"/>
                    <a:pt x="20980" y="11182"/>
                  </a:cubicBezTo>
                  <a:cubicBezTo>
                    <a:pt x="20768" y="11674"/>
                    <a:pt x="20501" y="12118"/>
                    <a:pt x="20179" y="12517"/>
                  </a:cubicBezTo>
                  <a:cubicBezTo>
                    <a:pt x="19857" y="12915"/>
                    <a:pt x="19484" y="13249"/>
                    <a:pt x="19061" y="13520"/>
                  </a:cubicBezTo>
                  <a:cubicBezTo>
                    <a:pt x="18637" y="13792"/>
                    <a:pt x="18146" y="13969"/>
                    <a:pt x="17587" y="14054"/>
                  </a:cubicBezTo>
                  <a:cubicBezTo>
                    <a:pt x="17248" y="13969"/>
                    <a:pt x="16926" y="13868"/>
                    <a:pt x="16621" y="13749"/>
                  </a:cubicBezTo>
                  <a:cubicBezTo>
                    <a:pt x="16316" y="13631"/>
                    <a:pt x="16020" y="13410"/>
                    <a:pt x="15731" y="13088"/>
                  </a:cubicBezTo>
                  <a:cubicBezTo>
                    <a:pt x="15342" y="12631"/>
                    <a:pt x="15054" y="12042"/>
                    <a:pt x="14867" y="11322"/>
                  </a:cubicBezTo>
                  <a:cubicBezTo>
                    <a:pt x="14681" y="10602"/>
                    <a:pt x="14588" y="9835"/>
                    <a:pt x="14588" y="9022"/>
                  </a:cubicBezTo>
                  <a:cubicBezTo>
                    <a:pt x="14588" y="8463"/>
                    <a:pt x="14630" y="7904"/>
                    <a:pt x="14715" y="7345"/>
                  </a:cubicBezTo>
                  <a:cubicBezTo>
                    <a:pt x="14800" y="6786"/>
                    <a:pt x="14927" y="6252"/>
                    <a:pt x="15096" y="5744"/>
                  </a:cubicBezTo>
                  <a:cubicBezTo>
                    <a:pt x="15266" y="5235"/>
                    <a:pt x="15465" y="4769"/>
                    <a:pt x="15693" y="4346"/>
                  </a:cubicBezTo>
                  <a:cubicBezTo>
                    <a:pt x="15922" y="3922"/>
                    <a:pt x="16189" y="3566"/>
                    <a:pt x="16494" y="3278"/>
                  </a:cubicBezTo>
                  <a:cubicBezTo>
                    <a:pt x="16782" y="3024"/>
                    <a:pt x="17091" y="2825"/>
                    <a:pt x="17422" y="2681"/>
                  </a:cubicBezTo>
                  <a:cubicBezTo>
                    <a:pt x="17752" y="2537"/>
                    <a:pt x="18078" y="2465"/>
                    <a:pt x="18400" y="2465"/>
                  </a:cubicBezTo>
                  <a:cubicBezTo>
                    <a:pt x="18857" y="2465"/>
                    <a:pt x="19298" y="2601"/>
                    <a:pt x="19722" y="2872"/>
                  </a:cubicBezTo>
                  <a:cubicBezTo>
                    <a:pt x="20145" y="3143"/>
                    <a:pt x="20501" y="3524"/>
                    <a:pt x="20789" y="4015"/>
                  </a:cubicBezTo>
                  <a:cubicBezTo>
                    <a:pt x="21026" y="4388"/>
                    <a:pt x="21191" y="4786"/>
                    <a:pt x="21285" y="5210"/>
                  </a:cubicBezTo>
                  <a:cubicBezTo>
                    <a:pt x="21378" y="5634"/>
                    <a:pt x="21458" y="6066"/>
                    <a:pt x="21526" y="6506"/>
                  </a:cubicBezTo>
                  <a:cubicBezTo>
                    <a:pt x="21560" y="6726"/>
                    <a:pt x="21585" y="6942"/>
                    <a:pt x="21602" y="7154"/>
                  </a:cubicBezTo>
                  <a:cubicBezTo>
                    <a:pt x="21619" y="7366"/>
                    <a:pt x="21628" y="7565"/>
                    <a:pt x="21628" y="7751"/>
                  </a:cubicBezTo>
                  <a:cubicBezTo>
                    <a:pt x="21628" y="8039"/>
                    <a:pt x="21615" y="8327"/>
                    <a:pt x="21590" y="8615"/>
                  </a:cubicBezTo>
                  <a:cubicBezTo>
                    <a:pt x="21564" y="8903"/>
                    <a:pt x="21534" y="9192"/>
                    <a:pt x="21501" y="9480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23" name="count-200" descr="200"/>
            <p:cNvSpPr/>
            <p:nvPr/>
          </p:nvSpPr>
          <p:spPr>
            <a:xfrm>
              <a:off x="993557" y="1295487"/>
              <a:ext cx="205227" cy="90131"/>
            </a:xfrm>
            <a:custGeom>
              <a:avLst/>
              <a:gdLst/>
              <a:ahLst/>
              <a:cxnLst/>
              <a:rect l="0" t="0" r="r" b="b"/>
              <a:pathLst>
                <a:path w="36978" h="16240">
                  <a:moveTo>
                    <a:pt x="5566" y="2440"/>
                  </a:moveTo>
                  <a:cubicBezTo>
                    <a:pt x="5905" y="2524"/>
                    <a:pt x="6193" y="2757"/>
                    <a:pt x="6430" y="3139"/>
                  </a:cubicBezTo>
                  <a:cubicBezTo>
                    <a:pt x="6667" y="3520"/>
                    <a:pt x="6786" y="3897"/>
                    <a:pt x="6786" y="4270"/>
                  </a:cubicBezTo>
                  <a:cubicBezTo>
                    <a:pt x="6786" y="4727"/>
                    <a:pt x="6701" y="5125"/>
                    <a:pt x="6531" y="5464"/>
                  </a:cubicBezTo>
                  <a:cubicBezTo>
                    <a:pt x="6362" y="5803"/>
                    <a:pt x="6138" y="6112"/>
                    <a:pt x="5858" y="6392"/>
                  </a:cubicBezTo>
                  <a:cubicBezTo>
                    <a:pt x="5578" y="6671"/>
                    <a:pt x="5265" y="6917"/>
                    <a:pt x="4918" y="7129"/>
                  </a:cubicBezTo>
                  <a:cubicBezTo>
                    <a:pt x="4570" y="7341"/>
                    <a:pt x="4227" y="7548"/>
                    <a:pt x="3888" y="7751"/>
                  </a:cubicBezTo>
                  <a:cubicBezTo>
                    <a:pt x="3617" y="7921"/>
                    <a:pt x="3350" y="8082"/>
                    <a:pt x="3088" y="8234"/>
                  </a:cubicBezTo>
                  <a:cubicBezTo>
                    <a:pt x="2825" y="8387"/>
                    <a:pt x="2626" y="8522"/>
                    <a:pt x="2491" y="8641"/>
                  </a:cubicBezTo>
                  <a:cubicBezTo>
                    <a:pt x="2050" y="8997"/>
                    <a:pt x="1682" y="9391"/>
                    <a:pt x="1385" y="9823"/>
                  </a:cubicBezTo>
                  <a:cubicBezTo>
                    <a:pt x="1089" y="10255"/>
                    <a:pt x="847" y="10716"/>
                    <a:pt x="661" y="11208"/>
                  </a:cubicBezTo>
                  <a:cubicBezTo>
                    <a:pt x="474" y="11699"/>
                    <a:pt x="330" y="12212"/>
                    <a:pt x="229" y="12745"/>
                  </a:cubicBezTo>
                  <a:cubicBezTo>
                    <a:pt x="127" y="13279"/>
                    <a:pt x="51" y="13825"/>
                    <a:pt x="0" y="14385"/>
                  </a:cubicBezTo>
                  <a:cubicBezTo>
                    <a:pt x="85" y="15147"/>
                    <a:pt x="508" y="15571"/>
                    <a:pt x="1271" y="15655"/>
                  </a:cubicBezTo>
                  <a:lnTo>
                    <a:pt x="7243" y="15655"/>
                  </a:lnTo>
                  <a:cubicBezTo>
                    <a:pt x="7836" y="15655"/>
                    <a:pt x="8357" y="15507"/>
                    <a:pt x="8806" y="15210"/>
                  </a:cubicBezTo>
                  <a:cubicBezTo>
                    <a:pt x="9255" y="14914"/>
                    <a:pt x="9649" y="14545"/>
                    <a:pt x="9988" y="14105"/>
                  </a:cubicBezTo>
                  <a:cubicBezTo>
                    <a:pt x="10039" y="14037"/>
                    <a:pt x="10090" y="13952"/>
                    <a:pt x="10140" y="13851"/>
                  </a:cubicBezTo>
                  <a:cubicBezTo>
                    <a:pt x="10191" y="13749"/>
                    <a:pt x="10217" y="13605"/>
                    <a:pt x="10217" y="13419"/>
                  </a:cubicBezTo>
                  <a:cubicBezTo>
                    <a:pt x="10217" y="13114"/>
                    <a:pt x="10102" y="12847"/>
                    <a:pt x="9873" y="12618"/>
                  </a:cubicBezTo>
                  <a:cubicBezTo>
                    <a:pt x="9645" y="12390"/>
                    <a:pt x="9352" y="12275"/>
                    <a:pt x="8997" y="12275"/>
                  </a:cubicBezTo>
                  <a:cubicBezTo>
                    <a:pt x="8878" y="12275"/>
                    <a:pt x="8759" y="12284"/>
                    <a:pt x="8641" y="12301"/>
                  </a:cubicBezTo>
                  <a:cubicBezTo>
                    <a:pt x="8522" y="12317"/>
                    <a:pt x="8412" y="12351"/>
                    <a:pt x="8310" y="12402"/>
                  </a:cubicBezTo>
                  <a:cubicBezTo>
                    <a:pt x="8209" y="12453"/>
                    <a:pt x="8120" y="12525"/>
                    <a:pt x="8044" y="12618"/>
                  </a:cubicBezTo>
                  <a:cubicBezTo>
                    <a:pt x="7967" y="12711"/>
                    <a:pt x="7891" y="12800"/>
                    <a:pt x="7815" y="12885"/>
                  </a:cubicBezTo>
                  <a:cubicBezTo>
                    <a:pt x="7739" y="12970"/>
                    <a:pt x="7650" y="13046"/>
                    <a:pt x="7548" y="13114"/>
                  </a:cubicBezTo>
                  <a:cubicBezTo>
                    <a:pt x="7446" y="13182"/>
                    <a:pt x="7319" y="13224"/>
                    <a:pt x="7167" y="13241"/>
                  </a:cubicBezTo>
                  <a:lnTo>
                    <a:pt x="2669" y="13241"/>
                  </a:lnTo>
                  <a:cubicBezTo>
                    <a:pt x="2753" y="12716"/>
                    <a:pt x="2897" y="12258"/>
                    <a:pt x="3101" y="11869"/>
                  </a:cubicBezTo>
                  <a:cubicBezTo>
                    <a:pt x="3304" y="11479"/>
                    <a:pt x="3545" y="11140"/>
                    <a:pt x="3825" y="10852"/>
                  </a:cubicBezTo>
                  <a:cubicBezTo>
                    <a:pt x="4104" y="10564"/>
                    <a:pt x="4405" y="10310"/>
                    <a:pt x="4727" y="10090"/>
                  </a:cubicBezTo>
                  <a:cubicBezTo>
                    <a:pt x="5049" y="9869"/>
                    <a:pt x="5379" y="9657"/>
                    <a:pt x="5718" y="9454"/>
                  </a:cubicBezTo>
                  <a:cubicBezTo>
                    <a:pt x="6142" y="9200"/>
                    <a:pt x="6570" y="8916"/>
                    <a:pt x="7002" y="8603"/>
                  </a:cubicBezTo>
                  <a:cubicBezTo>
                    <a:pt x="7434" y="8289"/>
                    <a:pt x="7819" y="7938"/>
                    <a:pt x="8158" y="7548"/>
                  </a:cubicBezTo>
                  <a:cubicBezTo>
                    <a:pt x="8497" y="7158"/>
                    <a:pt x="8776" y="6726"/>
                    <a:pt x="8997" y="6252"/>
                  </a:cubicBezTo>
                  <a:cubicBezTo>
                    <a:pt x="9217" y="5778"/>
                    <a:pt x="9327" y="5261"/>
                    <a:pt x="9327" y="4702"/>
                  </a:cubicBezTo>
                  <a:cubicBezTo>
                    <a:pt x="9327" y="4007"/>
                    <a:pt x="9221" y="3372"/>
                    <a:pt x="9009" y="2796"/>
                  </a:cubicBezTo>
                  <a:cubicBezTo>
                    <a:pt x="8798" y="2220"/>
                    <a:pt x="8510" y="1724"/>
                    <a:pt x="8145" y="1309"/>
                  </a:cubicBezTo>
                  <a:cubicBezTo>
                    <a:pt x="7781" y="894"/>
                    <a:pt x="7353" y="572"/>
                    <a:pt x="6862" y="343"/>
                  </a:cubicBezTo>
                  <a:cubicBezTo>
                    <a:pt x="6371" y="114"/>
                    <a:pt x="5845" y="0"/>
                    <a:pt x="5286" y="0"/>
                  </a:cubicBezTo>
                  <a:cubicBezTo>
                    <a:pt x="4795" y="0"/>
                    <a:pt x="4316" y="76"/>
                    <a:pt x="3850" y="229"/>
                  </a:cubicBezTo>
                  <a:cubicBezTo>
                    <a:pt x="3384" y="381"/>
                    <a:pt x="2940" y="585"/>
                    <a:pt x="2516" y="839"/>
                  </a:cubicBezTo>
                  <a:cubicBezTo>
                    <a:pt x="2092" y="1093"/>
                    <a:pt x="1690" y="1385"/>
                    <a:pt x="1309" y="1715"/>
                  </a:cubicBezTo>
                  <a:cubicBezTo>
                    <a:pt x="928" y="2046"/>
                    <a:pt x="576" y="2380"/>
                    <a:pt x="254" y="2719"/>
                  </a:cubicBezTo>
                  <a:cubicBezTo>
                    <a:pt x="85" y="2990"/>
                    <a:pt x="0" y="3262"/>
                    <a:pt x="0" y="3533"/>
                  </a:cubicBezTo>
                  <a:cubicBezTo>
                    <a:pt x="0" y="3871"/>
                    <a:pt x="110" y="4147"/>
                    <a:pt x="330" y="4359"/>
                  </a:cubicBezTo>
                  <a:cubicBezTo>
                    <a:pt x="551" y="4570"/>
                    <a:pt x="830" y="4676"/>
                    <a:pt x="1169" y="4676"/>
                  </a:cubicBezTo>
                  <a:cubicBezTo>
                    <a:pt x="1542" y="4676"/>
                    <a:pt x="1872" y="4558"/>
                    <a:pt x="2160" y="4320"/>
                  </a:cubicBezTo>
                  <a:cubicBezTo>
                    <a:pt x="2652" y="3812"/>
                    <a:pt x="3177" y="3372"/>
                    <a:pt x="3736" y="2999"/>
                  </a:cubicBezTo>
                  <a:cubicBezTo>
                    <a:pt x="4295" y="2626"/>
                    <a:pt x="4905" y="2440"/>
                    <a:pt x="5566" y="2440"/>
                  </a:cubicBezTo>
                  <a:close/>
                  <a:moveTo>
                    <a:pt x="23762" y="9734"/>
                  </a:moveTo>
                  <a:lnTo>
                    <a:pt x="23762" y="9708"/>
                  </a:lnTo>
                  <a:cubicBezTo>
                    <a:pt x="23796" y="9386"/>
                    <a:pt x="23826" y="9056"/>
                    <a:pt x="23851" y="8717"/>
                  </a:cubicBezTo>
                  <a:cubicBezTo>
                    <a:pt x="23877" y="8378"/>
                    <a:pt x="23890" y="8031"/>
                    <a:pt x="23890" y="7675"/>
                  </a:cubicBezTo>
                  <a:cubicBezTo>
                    <a:pt x="23890" y="6659"/>
                    <a:pt x="23737" y="5617"/>
                    <a:pt x="23432" y="4549"/>
                  </a:cubicBezTo>
                  <a:cubicBezTo>
                    <a:pt x="23127" y="3482"/>
                    <a:pt x="22636" y="2558"/>
                    <a:pt x="21958" y="1779"/>
                  </a:cubicBezTo>
                  <a:cubicBezTo>
                    <a:pt x="21721" y="1542"/>
                    <a:pt x="21420" y="1305"/>
                    <a:pt x="21056" y="1067"/>
                  </a:cubicBezTo>
                  <a:cubicBezTo>
                    <a:pt x="20692" y="830"/>
                    <a:pt x="20340" y="627"/>
                    <a:pt x="20001" y="457"/>
                  </a:cubicBezTo>
                  <a:cubicBezTo>
                    <a:pt x="19662" y="305"/>
                    <a:pt x="19302" y="216"/>
                    <a:pt x="18921" y="191"/>
                  </a:cubicBezTo>
                  <a:cubicBezTo>
                    <a:pt x="18540" y="165"/>
                    <a:pt x="18146" y="161"/>
                    <a:pt x="17739" y="178"/>
                  </a:cubicBezTo>
                  <a:cubicBezTo>
                    <a:pt x="16892" y="212"/>
                    <a:pt x="16138" y="445"/>
                    <a:pt x="15477" y="877"/>
                  </a:cubicBezTo>
                  <a:cubicBezTo>
                    <a:pt x="14817" y="1309"/>
                    <a:pt x="14253" y="1843"/>
                    <a:pt x="13787" y="2478"/>
                  </a:cubicBezTo>
                  <a:cubicBezTo>
                    <a:pt x="13321" y="3113"/>
                    <a:pt x="12944" y="3812"/>
                    <a:pt x="12656" y="4575"/>
                  </a:cubicBezTo>
                  <a:cubicBezTo>
                    <a:pt x="12368" y="5337"/>
                    <a:pt x="12173" y="6066"/>
                    <a:pt x="12072" y="6760"/>
                  </a:cubicBezTo>
                  <a:cubicBezTo>
                    <a:pt x="12021" y="7099"/>
                    <a:pt x="11979" y="7451"/>
                    <a:pt x="11945" y="7815"/>
                  </a:cubicBezTo>
                  <a:cubicBezTo>
                    <a:pt x="11911" y="8179"/>
                    <a:pt x="11894" y="8539"/>
                    <a:pt x="11894" y="8895"/>
                  </a:cubicBezTo>
                  <a:cubicBezTo>
                    <a:pt x="11894" y="9861"/>
                    <a:pt x="12029" y="10827"/>
                    <a:pt x="12301" y="11792"/>
                  </a:cubicBezTo>
                  <a:cubicBezTo>
                    <a:pt x="12572" y="12758"/>
                    <a:pt x="13004" y="13648"/>
                    <a:pt x="13597" y="14461"/>
                  </a:cubicBezTo>
                  <a:cubicBezTo>
                    <a:pt x="13783" y="14749"/>
                    <a:pt x="14020" y="14986"/>
                    <a:pt x="14308" y="15172"/>
                  </a:cubicBezTo>
                  <a:cubicBezTo>
                    <a:pt x="14596" y="15359"/>
                    <a:pt x="14901" y="15528"/>
                    <a:pt x="15223" y="15681"/>
                  </a:cubicBezTo>
                  <a:lnTo>
                    <a:pt x="15503" y="15833"/>
                  </a:lnTo>
                  <a:cubicBezTo>
                    <a:pt x="15791" y="15986"/>
                    <a:pt x="16087" y="16092"/>
                    <a:pt x="16392" y="16151"/>
                  </a:cubicBezTo>
                  <a:cubicBezTo>
                    <a:pt x="16697" y="16210"/>
                    <a:pt x="17002" y="16240"/>
                    <a:pt x="17307" y="16240"/>
                  </a:cubicBezTo>
                  <a:cubicBezTo>
                    <a:pt x="17477" y="16240"/>
                    <a:pt x="17655" y="16236"/>
                    <a:pt x="17841" y="16227"/>
                  </a:cubicBezTo>
                  <a:cubicBezTo>
                    <a:pt x="18027" y="16219"/>
                    <a:pt x="18197" y="16197"/>
                    <a:pt x="18349" y="16164"/>
                  </a:cubicBezTo>
                  <a:cubicBezTo>
                    <a:pt x="19078" y="16062"/>
                    <a:pt x="19738" y="15782"/>
                    <a:pt x="20331" y="15325"/>
                  </a:cubicBezTo>
                  <a:cubicBezTo>
                    <a:pt x="20924" y="14867"/>
                    <a:pt x="21450" y="14329"/>
                    <a:pt x="21907" y="13711"/>
                  </a:cubicBezTo>
                  <a:cubicBezTo>
                    <a:pt x="22365" y="13093"/>
                    <a:pt x="22750" y="12428"/>
                    <a:pt x="23064" y="11716"/>
                  </a:cubicBezTo>
                  <a:cubicBezTo>
                    <a:pt x="23377" y="11004"/>
                    <a:pt x="23610" y="10344"/>
                    <a:pt x="23762" y="9734"/>
                  </a:cubicBezTo>
                  <a:close/>
                  <a:moveTo>
                    <a:pt x="21272" y="9429"/>
                  </a:moveTo>
                  <a:lnTo>
                    <a:pt x="21246" y="9581"/>
                  </a:lnTo>
                  <a:cubicBezTo>
                    <a:pt x="21128" y="10123"/>
                    <a:pt x="20963" y="10640"/>
                    <a:pt x="20751" y="11131"/>
                  </a:cubicBezTo>
                  <a:cubicBezTo>
                    <a:pt x="20539" y="11623"/>
                    <a:pt x="20272" y="12068"/>
                    <a:pt x="19950" y="12466"/>
                  </a:cubicBezTo>
                  <a:cubicBezTo>
                    <a:pt x="19628" y="12864"/>
                    <a:pt x="19256" y="13199"/>
                    <a:pt x="18832" y="13470"/>
                  </a:cubicBezTo>
                  <a:cubicBezTo>
                    <a:pt x="18408" y="13741"/>
                    <a:pt x="17917" y="13919"/>
                    <a:pt x="17358" y="14003"/>
                  </a:cubicBezTo>
                  <a:cubicBezTo>
                    <a:pt x="17019" y="13919"/>
                    <a:pt x="16697" y="13817"/>
                    <a:pt x="16392" y="13698"/>
                  </a:cubicBezTo>
                  <a:cubicBezTo>
                    <a:pt x="16087" y="13580"/>
                    <a:pt x="15791" y="13359"/>
                    <a:pt x="15503" y="13038"/>
                  </a:cubicBezTo>
                  <a:cubicBezTo>
                    <a:pt x="15113" y="12580"/>
                    <a:pt x="14825" y="11991"/>
                    <a:pt x="14639" y="11271"/>
                  </a:cubicBezTo>
                  <a:cubicBezTo>
                    <a:pt x="14452" y="10551"/>
                    <a:pt x="14359" y="9785"/>
                    <a:pt x="14359" y="8971"/>
                  </a:cubicBezTo>
                  <a:cubicBezTo>
                    <a:pt x="14359" y="8412"/>
                    <a:pt x="14401" y="7853"/>
                    <a:pt x="14486" y="7294"/>
                  </a:cubicBezTo>
                  <a:cubicBezTo>
                    <a:pt x="14571" y="6735"/>
                    <a:pt x="14698" y="6201"/>
                    <a:pt x="14867" y="5693"/>
                  </a:cubicBezTo>
                  <a:cubicBezTo>
                    <a:pt x="15037" y="5185"/>
                    <a:pt x="15236" y="4719"/>
                    <a:pt x="15465" y="4295"/>
                  </a:cubicBezTo>
                  <a:cubicBezTo>
                    <a:pt x="15693" y="3871"/>
                    <a:pt x="15960" y="3516"/>
                    <a:pt x="16265" y="3228"/>
                  </a:cubicBezTo>
                  <a:cubicBezTo>
                    <a:pt x="16553" y="2973"/>
                    <a:pt x="16862" y="2774"/>
                    <a:pt x="17193" y="2630"/>
                  </a:cubicBezTo>
                  <a:cubicBezTo>
                    <a:pt x="17523" y="2486"/>
                    <a:pt x="17849" y="2414"/>
                    <a:pt x="18171" y="2414"/>
                  </a:cubicBezTo>
                  <a:cubicBezTo>
                    <a:pt x="18629" y="2414"/>
                    <a:pt x="19069" y="2550"/>
                    <a:pt x="19493" y="2821"/>
                  </a:cubicBezTo>
                  <a:cubicBezTo>
                    <a:pt x="19916" y="3092"/>
                    <a:pt x="20272" y="3473"/>
                    <a:pt x="20560" y="3965"/>
                  </a:cubicBezTo>
                  <a:cubicBezTo>
                    <a:pt x="20797" y="4337"/>
                    <a:pt x="20963" y="4736"/>
                    <a:pt x="21056" y="5159"/>
                  </a:cubicBezTo>
                  <a:cubicBezTo>
                    <a:pt x="21149" y="5583"/>
                    <a:pt x="21229" y="6015"/>
                    <a:pt x="21297" y="6455"/>
                  </a:cubicBezTo>
                  <a:cubicBezTo>
                    <a:pt x="21331" y="6676"/>
                    <a:pt x="21357" y="6892"/>
                    <a:pt x="21373" y="7103"/>
                  </a:cubicBezTo>
                  <a:cubicBezTo>
                    <a:pt x="21390" y="7315"/>
                    <a:pt x="21399" y="7514"/>
                    <a:pt x="21399" y="7701"/>
                  </a:cubicBezTo>
                  <a:cubicBezTo>
                    <a:pt x="21399" y="7989"/>
                    <a:pt x="21386" y="8277"/>
                    <a:pt x="21361" y="8565"/>
                  </a:cubicBezTo>
                  <a:cubicBezTo>
                    <a:pt x="21335" y="8853"/>
                    <a:pt x="21306" y="9141"/>
                    <a:pt x="21272" y="9429"/>
                  </a:cubicBezTo>
                  <a:close/>
                  <a:moveTo>
                    <a:pt x="36851" y="9734"/>
                  </a:moveTo>
                  <a:lnTo>
                    <a:pt x="36851" y="9708"/>
                  </a:lnTo>
                  <a:cubicBezTo>
                    <a:pt x="36885" y="9386"/>
                    <a:pt x="36914" y="9056"/>
                    <a:pt x="36940" y="8717"/>
                  </a:cubicBezTo>
                  <a:cubicBezTo>
                    <a:pt x="36965" y="8378"/>
                    <a:pt x="36978" y="8031"/>
                    <a:pt x="36978" y="7675"/>
                  </a:cubicBezTo>
                  <a:cubicBezTo>
                    <a:pt x="36978" y="6659"/>
                    <a:pt x="36825" y="5617"/>
                    <a:pt x="36520" y="4549"/>
                  </a:cubicBezTo>
                  <a:cubicBezTo>
                    <a:pt x="36215" y="3482"/>
                    <a:pt x="35724" y="2558"/>
                    <a:pt x="35046" y="1779"/>
                  </a:cubicBezTo>
                  <a:cubicBezTo>
                    <a:pt x="34809" y="1542"/>
                    <a:pt x="34508" y="1305"/>
                    <a:pt x="34144" y="1067"/>
                  </a:cubicBezTo>
                  <a:cubicBezTo>
                    <a:pt x="33780" y="830"/>
                    <a:pt x="33428" y="627"/>
                    <a:pt x="33090" y="457"/>
                  </a:cubicBezTo>
                  <a:cubicBezTo>
                    <a:pt x="32751" y="305"/>
                    <a:pt x="32391" y="216"/>
                    <a:pt x="32009" y="191"/>
                  </a:cubicBezTo>
                  <a:cubicBezTo>
                    <a:pt x="31628" y="165"/>
                    <a:pt x="31234" y="161"/>
                    <a:pt x="30828" y="178"/>
                  </a:cubicBezTo>
                  <a:cubicBezTo>
                    <a:pt x="29980" y="212"/>
                    <a:pt x="29227" y="445"/>
                    <a:pt x="28566" y="877"/>
                  </a:cubicBezTo>
                  <a:cubicBezTo>
                    <a:pt x="27905" y="1309"/>
                    <a:pt x="27342" y="1843"/>
                    <a:pt x="26876" y="2478"/>
                  </a:cubicBezTo>
                  <a:cubicBezTo>
                    <a:pt x="26410" y="3113"/>
                    <a:pt x="26033" y="3812"/>
                    <a:pt x="25745" y="4575"/>
                  </a:cubicBezTo>
                  <a:cubicBezTo>
                    <a:pt x="25457" y="5337"/>
                    <a:pt x="25262" y="6066"/>
                    <a:pt x="25160" y="6760"/>
                  </a:cubicBezTo>
                  <a:cubicBezTo>
                    <a:pt x="25109" y="7099"/>
                    <a:pt x="25067" y="7451"/>
                    <a:pt x="25033" y="7815"/>
                  </a:cubicBezTo>
                  <a:cubicBezTo>
                    <a:pt x="24999" y="8179"/>
                    <a:pt x="24982" y="8539"/>
                    <a:pt x="24982" y="8895"/>
                  </a:cubicBezTo>
                  <a:cubicBezTo>
                    <a:pt x="24982" y="9861"/>
                    <a:pt x="25118" y="10827"/>
                    <a:pt x="25389" y="11792"/>
                  </a:cubicBezTo>
                  <a:cubicBezTo>
                    <a:pt x="25660" y="12758"/>
                    <a:pt x="26092" y="13648"/>
                    <a:pt x="26685" y="14461"/>
                  </a:cubicBezTo>
                  <a:cubicBezTo>
                    <a:pt x="26871" y="14749"/>
                    <a:pt x="27109" y="14986"/>
                    <a:pt x="27397" y="15172"/>
                  </a:cubicBezTo>
                  <a:cubicBezTo>
                    <a:pt x="27685" y="15359"/>
                    <a:pt x="27990" y="15528"/>
                    <a:pt x="28312" y="15681"/>
                  </a:cubicBezTo>
                  <a:lnTo>
                    <a:pt x="28591" y="15833"/>
                  </a:lnTo>
                  <a:cubicBezTo>
                    <a:pt x="28879" y="15986"/>
                    <a:pt x="29176" y="16092"/>
                    <a:pt x="29481" y="16151"/>
                  </a:cubicBezTo>
                  <a:cubicBezTo>
                    <a:pt x="29786" y="16210"/>
                    <a:pt x="30091" y="16240"/>
                    <a:pt x="30396" y="16240"/>
                  </a:cubicBezTo>
                  <a:cubicBezTo>
                    <a:pt x="30565" y="16240"/>
                    <a:pt x="30743" y="16236"/>
                    <a:pt x="30929" y="16227"/>
                  </a:cubicBezTo>
                  <a:cubicBezTo>
                    <a:pt x="31116" y="16219"/>
                    <a:pt x="31285" y="16197"/>
                    <a:pt x="31438" y="16164"/>
                  </a:cubicBezTo>
                  <a:cubicBezTo>
                    <a:pt x="32166" y="16062"/>
                    <a:pt x="32827" y="15782"/>
                    <a:pt x="33420" y="15325"/>
                  </a:cubicBezTo>
                  <a:cubicBezTo>
                    <a:pt x="34013" y="14867"/>
                    <a:pt x="34538" y="14329"/>
                    <a:pt x="34996" y="13711"/>
                  </a:cubicBezTo>
                  <a:cubicBezTo>
                    <a:pt x="35453" y="13093"/>
                    <a:pt x="35838" y="12428"/>
                    <a:pt x="36152" y="11716"/>
                  </a:cubicBezTo>
                  <a:cubicBezTo>
                    <a:pt x="36465" y="11004"/>
                    <a:pt x="36698" y="10344"/>
                    <a:pt x="36851" y="9734"/>
                  </a:cubicBezTo>
                  <a:close/>
                  <a:moveTo>
                    <a:pt x="34360" y="9429"/>
                  </a:moveTo>
                  <a:lnTo>
                    <a:pt x="34335" y="9581"/>
                  </a:lnTo>
                  <a:cubicBezTo>
                    <a:pt x="34216" y="10123"/>
                    <a:pt x="34051" y="10640"/>
                    <a:pt x="33839" y="11131"/>
                  </a:cubicBezTo>
                  <a:cubicBezTo>
                    <a:pt x="33627" y="11623"/>
                    <a:pt x="33361" y="12068"/>
                    <a:pt x="33039" y="12466"/>
                  </a:cubicBezTo>
                  <a:cubicBezTo>
                    <a:pt x="32717" y="12864"/>
                    <a:pt x="32344" y="13199"/>
                    <a:pt x="31920" y="13470"/>
                  </a:cubicBezTo>
                  <a:cubicBezTo>
                    <a:pt x="31497" y="13741"/>
                    <a:pt x="31006" y="13919"/>
                    <a:pt x="30446" y="14003"/>
                  </a:cubicBezTo>
                  <a:cubicBezTo>
                    <a:pt x="30108" y="13919"/>
                    <a:pt x="29786" y="13817"/>
                    <a:pt x="29481" y="13698"/>
                  </a:cubicBezTo>
                  <a:cubicBezTo>
                    <a:pt x="29176" y="13580"/>
                    <a:pt x="28879" y="13359"/>
                    <a:pt x="28591" y="13038"/>
                  </a:cubicBezTo>
                  <a:cubicBezTo>
                    <a:pt x="28201" y="12580"/>
                    <a:pt x="27913" y="11991"/>
                    <a:pt x="27727" y="11271"/>
                  </a:cubicBezTo>
                  <a:cubicBezTo>
                    <a:pt x="27541" y="10551"/>
                    <a:pt x="27448" y="9785"/>
                    <a:pt x="27448" y="8971"/>
                  </a:cubicBezTo>
                  <a:cubicBezTo>
                    <a:pt x="27448" y="8412"/>
                    <a:pt x="27490" y="7853"/>
                    <a:pt x="27575" y="7294"/>
                  </a:cubicBezTo>
                  <a:cubicBezTo>
                    <a:pt x="27659" y="6735"/>
                    <a:pt x="27786" y="6201"/>
                    <a:pt x="27956" y="5693"/>
                  </a:cubicBezTo>
                  <a:cubicBezTo>
                    <a:pt x="28125" y="5185"/>
                    <a:pt x="28324" y="4719"/>
                    <a:pt x="28553" y="4295"/>
                  </a:cubicBezTo>
                  <a:cubicBezTo>
                    <a:pt x="28782" y="3871"/>
                    <a:pt x="29049" y="3516"/>
                    <a:pt x="29354" y="3228"/>
                  </a:cubicBezTo>
                  <a:cubicBezTo>
                    <a:pt x="29642" y="2973"/>
                    <a:pt x="29951" y="2774"/>
                    <a:pt x="30281" y="2630"/>
                  </a:cubicBezTo>
                  <a:cubicBezTo>
                    <a:pt x="30612" y="2486"/>
                    <a:pt x="30938" y="2414"/>
                    <a:pt x="31260" y="2414"/>
                  </a:cubicBezTo>
                  <a:cubicBezTo>
                    <a:pt x="31717" y="2414"/>
                    <a:pt x="32158" y="2550"/>
                    <a:pt x="32581" y="2821"/>
                  </a:cubicBezTo>
                  <a:cubicBezTo>
                    <a:pt x="33005" y="3092"/>
                    <a:pt x="33361" y="3473"/>
                    <a:pt x="33649" y="3965"/>
                  </a:cubicBezTo>
                  <a:cubicBezTo>
                    <a:pt x="33886" y="4337"/>
                    <a:pt x="34051" y="4736"/>
                    <a:pt x="34144" y="5159"/>
                  </a:cubicBezTo>
                  <a:cubicBezTo>
                    <a:pt x="34237" y="5583"/>
                    <a:pt x="34318" y="6015"/>
                    <a:pt x="34386" y="6455"/>
                  </a:cubicBezTo>
                  <a:cubicBezTo>
                    <a:pt x="34420" y="6676"/>
                    <a:pt x="34445" y="6892"/>
                    <a:pt x="34462" y="7103"/>
                  </a:cubicBezTo>
                  <a:cubicBezTo>
                    <a:pt x="34479" y="7315"/>
                    <a:pt x="34487" y="7514"/>
                    <a:pt x="34487" y="7701"/>
                  </a:cubicBezTo>
                  <a:cubicBezTo>
                    <a:pt x="34487" y="7989"/>
                    <a:pt x="34475" y="8277"/>
                    <a:pt x="34449" y="8565"/>
                  </a:cubicBezTo>
                  <a:cubicBezTo>
                    <a:pt x="34424" y="8853"/>
                    <a:pt x="34394" y="9141"/>
                    <a:pt x="34360" y="9429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24" name="task-dependencies"/>
          <p:cNvGrpSpPr/>
          <p:nvPr/>
        </p:nvGrpSpPr>
        <p:grpSpPr>
          <a:xfrm>
            <a:off x="671550" y="391217"/>
            <a:ext cx="4123650" cy="1712233"/>
            <a:chOff x="671550" y="391217"/>
            <a:chExt cx="4123650" cy="1712233"/>
          </a:xfrm>
        </p:grpSpPr>
        <p:sp>
          <p:nvSpPr>
            <p:cNvPr id="25" name="optional-setup-to-environment shaft" descr="optional-setup-to-environment shaft"/>
            <p:cNvSpPr/>
            <p:nvPr/>
          </p:nvSpPr>
          <p:spPr>
            <a:xfrm>
              <a:off x="1176600" y="521700"/>
              <a:ext cx="3575865" cy="56"/>
            </a:xfrm>
            <a:custGeom>
              <a:avLst/>
              <a:gdLst/>
              <a:ahLst/>
              <a:cxnLst/>
              <a:rect l="0" t="0" r="r" b="b"/>
              <a:pathLst>
                <a:path w="644300" h="10">
                  <a:moveTo>
                    <a:pt x="0" y="0"/>
                  </a:moveTo>
                  <a:lnTo>
                    <a:pt x="644300" y="0"/>
                  </a:lnTo>
                </a:path>
              </a:pathLst>
            </a:custGeom>
            <a:noFill/>
            <a:ln w="24975" cap="rnd" cmpd="sng">
              <a:solidFill>
                <a:srgbClr val="56A6E2"/>
              </a:solidFill>
              <a:round/>
            </a:ln>
            <a:effectLst/>
          </p:spPr>
        </p:sp>
        <p:sp>
          <p:nvSpPr>
            <p:cNvPr id="26" name="optional-setup-to-environment head" descr="optional-setup-to-environment head"/>
            <p:cNvSpPr/>
            <p:nvPr/>
          </p:nvSpPr>
          <p:spPr>
            <a:xfrm>
              <a:off x="4717500" y="482850"/>
              <a:ext cx="77700" cy="77700"/>
            </a:xfrm>
            <a:custGeom>
              <a:avLst/>
              <a:gdLst/>
              <a:ahLst/>
              <a:cxnLst/>
              <a:rect l="0" t="0" r="r" b="b"/>
              <a:pathLst>
                <a:path w="14000" h="14000">
                  <a:moveTo>
                    <a:pt x="14000" y="7000"/>
                  </a:moveTo>
                  <a:lnTo>
                    <a:pt x="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A6E2"/>
            </a:solidFill>
            <a:ln w="5550" cap="rnd" cmpd="sng">
              <a:noFill/>
              <a:round/>
            </a:ln>
            <a:effectLst/>
          </p:spPr>
        </p:sp>
        <p:sp>
          <p:nvSpPr>
            <p:cNvPr id="27" name="optional-setup-label" descr="Optional setup"/>
            <p:cNvSpPr/>
            <p:nvPr/>
          </p:nvSpPr>
          <p:spPr>
            <a:xfrm>
              <a:off x="1192796" y="391217"/>
              <a:ext cx="655918" cy="96368"/>
            </a:xfrm>
            <a:custGeom>
              <a:avLst/>
              <a:gdLst/>
              <a:ahLst/>
              <a:cxnLst/>
              <a:rect l="0" t="0" r="r" b="b"/>
              <a:pathLst>
                <a:path w="118183" h="17364">
                  <a:moveTo>
                    <a:pt x="11158" y="7359"/>
                  </a:moveTo>
                  <a:cubicBezTo>
                    <a:pt x="11211" y="7054"/>
                    <a:pt x="11251" y="6749"/>
                    <a:pt x="11277" y="6444"/>
                  </a:cubicBezTo>
                  <a:cubicBezTo>
                    <a:pt x="11304" y="6139"/>
                    <a:pt x="11317" y="5834"/>
                    <a:pt x="11317" y="5529"/>
                  </a:cubicBezTo>
                  <a:cubicBezTo>
                    <a:pt x="11317" y="5065"/>
                    <a:pt x="11267" y="4594"/>
                    <a:pt x="11168" y="4117"/>
                  </a:cubicBezTo>
                  <a:cubicBezTo>
                    <a:pt x="11069" y="3640"/>
                    <a:pt x="10906" y="3189"/>
                    <a:pt x="10681" y="2765"/>
                  </a:cubicBezTo>
                  <a:cubicBezTo>
                    <a:pt x="10203" y="1929"/>
                    <a:pt x="9560" y="1286"/>
                    <a:pt x="8751" y="835"/>
                  </a:cubicBezTo>
                  <a:cubicBezTo>
                    <a:pt x="7943" y="385"/>
                    <a:pt x="7081" y="159"/>
                    <a:pt x="6166" y="159"/>
                  </a:cubicBezTo>
                  <a:cubicBezTo>
                    <a:pt x="5596" y="159"/>
                    <a:pt x="5042" y="239"/>
                    <a:pt x="4505" y="398"/>
                  </a:cubicBezTo>
                  <a:cubicBezTo>
                    <a:pt x="3968" y="557"/>
                    <a:pt x="3467" y="789"/>
                    <a:pt x="3003" y="1094"/>
                  </a:cubicBezTo>
                  <a:cubicBezTo>
                    <a:pt x="2645" y="1346"/>
                    <a:pt x="2304" y="1671"/>
                    <a:pt x="1979" y="2069"/>
                  </a:cubicBezTo>
                  <a:cubicBezTo>
                    <a:pt x="1654" y="2466"/>
                    <a:pt x="1362" y="2897"/>
                    <a:pt x="1104" y="3361"/>
                  </a:cubicBezTo>
                  <a:cubicBezTo>
                    <a:pt x="845" y="3825"/>
                    <a:pt x="627" y="4299"/>
                    <a:pt x="448" y="4783"/>
                  </a:cubicBezTo>
                  <a:cubicBezTo>
                    <a:pt x="269" y="5267"/>
                    <a:pt x="146" y="5715"/>
                    <a:pt x="80" y="6126"/>
                  </a:cubicBezTo>
                  <a:cubicBezTo>
                    <a:pt x="53" y="6312"/>
                    <a:pt x="33" y="6504"/>
                    <a:pt x="20" y="6703"/>
                  </a:cubicBezTo>
                  <a:cubicBezTo>
                    <a:pt x="7" y="6902"/>
                    <a:pt x="0" y="7094"/>
                    <a:pt x="0" y="7280"/>
                  </a:cubicBezTo>
                  <a:cubicBezTo>
                    <a:pt x="0" y="7810"/>
                    <a:pt x="53" y="8340"/>
                    <a:pt x="159" y="8871"/>
                  </a:cubicBezTo>
                  <a:cubicBezTo>
                    <a:pt x="265" y="9401"/>
                    <a:pt x="434" y="9902"/>
                    <a:pt x="666" y="10372"/>
                  </a:cubicBezTo>
                  <a:cubicBezTo>
                    <a:pt x="898" y="10843"/>
                    <a:pt x="1203" y="11267"/>
                    <a:pt x="1581" y="11645"/>
                  </a:cubicBezTo>
                  <a:cubicBezTo>
                    <a:pt x="1959" y="12023"/>
                    <a:pt x="2427" y="12312"/>
                    <a:pt x="2983" y="12510"/>
                  </a:cubicBezTo>
                  <a:cubicBezTo>
                    <a:pt x="3341" y="12630"/>
                    <a:pt x="3696" y="12743"/>
                    <a:pt x="4048" y="12849"/>
                  </a:cubicBezTo>
                  <a:cubicBezTo>
                    <a:pt x="4399" y="12955"/>
                    <a:pt x="4747" y="13008"/>
                    <a:pt x="5092" y="13008"/>
                  </a:cubicBezTo>
                  <a:cubicBezTo>
                    <a:pt x="5503" y="13008"/>
                    <a:pt x="5904" y="12955"/>
                    <a:pt x="6295" y="12849"/>
                  </a:cubicBezTo>
                  <a:cubicBezTo>
                    <a:pt x="6686" y="12743"/>
                    <a:pt x="7087" y="12610"/>
                    <a:pt x="7498" y="12451"/>
                  </a:cubicBezTo>
                  <a:cubicBezTo>
                    <a:pt x="7976" y="12252"/>
                    <a:pt x="8413" y="11960"/>
                    <a:pt x="8811" y="11576"/>
                  </a:cubicBezTo>
                  <a:cubicBezTo>
                    <a:pt x="9209" y="11191"/>
                    <a:pt x="9560" y="10764"/>
                    <a:pt x="9865" y="10293"/>
                  </a:cubicBezTo>
                  <a:cubicBezTo>
                    <a:pt x="10170" y="9822"/>
                    <a:pt x="10432" y="9331"/>
                    <a:pt x="10651" y="8821"/>
                  </a:cubicBezTo>
                  <a:cubicBezTo>
                    <a:pt x="10870" y="8310"/>
                    <a:pt x="11039" y="7823"/>
                    <a:pt x="11158" y="7359"/>
                  </a:cubicBezTo>
                  <a:close/>
                  <a:moveTo>
                    <a:pt x="6643" y="10899"/>
                  </a:moveTo>
                  <a:cubicBezTo>
                    <a:pt x="6444" y="11006"/>
                    <a:pt x="6222" y="11092"/>
                    <a:pt x="5977" y="11158"/>
                  </a:cubicBezTo>
                  <a:cubicBezTo>
                    <a:pt x="5731" y="11224"/>
                    <a:pt x="5496" y="11257"/>
                    <a:pt x="5271" y="11257"/>
                  </a:cubicBezTo>
                  <a:cubicBezTo>
                    <a:pt x="4687" y="11257"/>
                    <a:pt x="4187" y="11151"/>
                    <a:pt x="3769" y="10939"/>
                  </a:cubicBezTo>
                  <a:cubicBezTo>
                    <a:pt x="3351" y="10727"/>
                    <a:pt x="3003" y="10442"/>
                    <a:pt x="2725" y="10084"/>
                  </a:cubicBezTo>
                  <a:cubicBezTo>
                    <a:pt x="2446" y="9726"/>
                    <a:pt x="2241" y="9312"/>
                    <a:pt x="2108" y="8841"/>
                  </a:cubicBezTo>
                  <a:cubicBezTo>
                    <a:pt x="1976" y="8370"/>
                    <a:pt x="1909" y="7876"/>
                    <a:pt x="1909" y="7359"/>
                  </a:cubicBezTo>
                  <a:cubicBezTo>
                    <a:pt x="1909" y="6948"/>
                    <a:pt x="1959" y="6514"/>
                    <a:pt x="2059" y="6056"/>
                  </a:cubicBezTo>
                  <a:cubicBezTo>
                    <a:pt x="2158" y="5599"/>
                    <a:pt x="2301" y="5151"/>
                    <a:pt x="2486" y="4714"/>
                  </a:cubicBezTo>
                  <a:cubicBezTo>
                    <a:pt x="2672" y="4276"/>
                    <a:pt x="2901" y="3862"/>
                    <a:pt x="3172" y="3471"/>
                  </a:cubicBezTo>
                  <a:cubicBezTo>
                    <a:pt x="3444" y="3080"/>
                    <a:pt x="3752" y="2751"/>
                    <a:pt x="4097" y="2486"/>
                  </a:cubicBezTo>
                  <a:cubicBezTo>
                    <a:pt x="4389" y="2287"/>
                    <a:pt x="4694" y="2131"/>
                    <a:pt x="5012" y="2019"/>
                  </a:cubicBezTo>
                  <a:cubicBezTo>
                    <a:pt x="5330" y="1906"/>
                    <a:pt x="5662" y="1850"/>
                    <a:pt x="6007" y="1850"/>
                  </a:cubicBezTo>
                  <a:cubicBezTo>
                    <a:pt x="6603" y="1850"/>
                    <a:pt x="7170" y="1996"/>
                    <a:pt x="7707" y="2287"/>
                  </a:cubicBezTo>
                  <a:cubicBezTo>
                    <a:pt x="8244" y="2579"/>
                    <a:pt x="8665" y="3003"/>
                    <a:pt x="8970" y="3560"/>
                  </a:cubicBezTo>
                  <a:cubicBezTo>
                    <a:pt x="9116" y="3865"/>
                    <a:pt x="9222" y="4187"/>
                    <a:pt x="9288" y="4525"/>
                  </a:cubicBezTo>
                  <a:cubicBezTo>
                    <a:pt x="9355" y="4863"/>
                    <a:pt x="9388" y="5204"/>
                    <a:pt x="9388" y="5549"/>
                  </a:cubicBezTo>
                  <a:cubicBezTo>
                    <a:pt x="9388" y="6027"/>
                    <a:pt x="9335" y="6527"/>
                    <a:pt x="9229" y="7051"/>
                  </a:cubicBezTo>
                  <a:cubicBezTo>
                    <a:pt x="9123" y="7575"/>
                    <a:pt x="8957" y="8078"/>
                    <a:pt x="8731" y="8562"/>
                  </a:cubicBezTo>
                  <a:cubicBezTo>
                    <a:pt x="8506" y="9046"/>
                    <a:pt x="8221" y="9494"/>
                    <a:pt x="7876" y="9905"/>
                  </a:cubicBezTo>
                  <a:cubicBezTo>
                    <a:pt x="7531" y="10316"/>
                    <a:pt x="7120" y="10648"/>
                    <a:pt x="6643" y="10899"/>
                  </a:cubicBezTo>
                  <a:close/>
                  <a:moveTo>
                    <a:pt x="13386" y="4515"/>
                  </a:moveTo>
                  <a:lnTo>
                    <a:pt x="13386" y="16469"/>
                  </a:lnTo>
                  <a:cubicBezTo>
                    <a:pt x="13425" y="16773"/>
                    <a:pt x="13541" y="16999"/>
                    <a:pt x="13734" y="17145"/>
                  </a:cubicBezTo>
                  <a:cubicBezTo>
                    <a:pt x="13926" y="17291"/>
                    <a:pt x="14135" y="17364"/>
                    <a:pt x="14360" y="17364"/>
                  </a:cubicBezTo>
                  <a:cubicBezTo>
                    <a:pt x="14599" y="17364"/>
                    <a:pt x="14821" y="17284"/>
                    <a:pt x="15027" y="17125"/>
                  </a:cubicBezTo>
                  <a:cubicBezTo>
                    <a:pt x="15232" y="16966"/>
                    <a:pt x="15341" y="16720"/>
                    <a:pt x="15355" y="16389"/>
                  </a:cubicBezTo>
                  <a:lnTo>
                    <a:pt x="15355" y="12371"/>
                  </a:lnTo>
                  <a:cubicBezTo>
                    <a:pt x="15501" y="12398"/>
                    <a:pt x="15646" y="12411"/>
                    <a:pt x="15792" y="12411"/>
                  </a:cubicBezTo>
                  <a:lnTo>
                    <a:pt x="16250" y="12411"/>
                  </a:lnTo>
                  <a:cubicBezTo>
                    <a:pt x="17045" y="12411"/>
                    <a:pt x="17741" y="12302"/>
                    <a:pt x="18338" y="12083"/>
                  </a:cubicBezTo>
                  <a:cubicBezTo>
                    <a:pt x="18935" y="11864"/>
                    <a:pt x="19439" y="11562"/>
                    <a:pt x="19850" y="11178"/>
                  </a:cubicBezTo>
                  <a:cubicBezTo>
                    <a:pt x="20261" y="10793"/>
                    <a:pt x="20569" y="10336"/>
                    <a:pt x="20775" y="9806"/>
                  </a:cubicBezTo>
                  <a:cubicBezTo>
                    <a:pt x="20980" y="9275"/>
                    <a:pt x="21083" y="8692"/>
                    <a:pt x="21083" y="8055"/>
                  </a:cubicBezTo>
                  <a:cubicBezTo>
                    <a:pt x="21083" y="7485"/>
                    <a:pt x="20987" y="6941"/>
                    <a:pt x="20794" y="6424"/>
                  </a:cubicBezTo>
                  <a:cubicBezTo>
                    <a:pt x="20602" y="5907"/>
                    <a:pt x="20337" y="5456"/>
                    <a:pt x="19999" y="5072"/>
                  </a:cubicBezTo>
                  <a:cubicBezTo>
                    <a:pt x="19661" y="4687"/>
                    <a:pt x="19263" y="4382"/>
                    <a:pt x="18806" y="4157"/>
                  </a:cubicBezTo>
                  <a:cubicBezTo>
                    <a:pt x="18348" y="3931"/>
                    <a:pt x="17854" y="3819"/>
                    <a:pt x="17324" y="3819"/>
                  </a:cubicBezTo>
                  <a:cubicBezTo>
                    <a:pt x="16979" y="3819"/>
                    <a:pt x="16634" y="3865"/>
                    <a:pt x="16290" y="3958"/>
                  </a:cubicBezTo>
                  <a:cubicBezTo>
                    <a:pt x="15945" y="4051"/>
                    <a:pt x="15627" y="4190"/>
                    <a:pt x="15335" y="4376"/>
                  </a:cubicBezTo>
                  <a:cubicBezTo>
                    <a:pt x="15255" y="4150"/>
                    <a:pt x="15123" y="3978"/>
                    <a:pt x="14937" y="3859"/>
                  </a:cubicBezTo>
                  <a:cubicBezTo>
                    <a:pt x="14751" y="3739"/>
                    <a:pt x="14559" y="3680"/>
                    <a:pt x="14360" y="3680"/>
                  </a:cubicBezTo>
                  <a:cubicBezTo>
                    <a:pt x="14135" y="3680"/>
                    <a:pt x="13933" y="3749"/>
                    <a:pt x="13754" y="3888"/>
                  </a:cubicBezTo>
                  <a:cubicBezTo>
                    <a:pt x="13575" y="4028"/>
                    <a:pt x="13452" y="4236"/>
                    <a:pt x="13386" y="4515"/>
                  </a:cubicBezTo>
                  <a:close/>
                  <a:moveTo>
                    <a:pt x="15355" y="6941"/>
                  </a:moveTo>
                  <a:lnTo>
                    <a:pt x="15494" y="6782"/>
                  </a:lnTo>
                  <a:cubicBezTo>
                    <a:pt x="15719" y="6491"/>
                    <a:pt x="15991" y="6209"/>
                    <a:pt x="16309" y="5937"/>
                  </a:cubicBezTo>
                  <a:cubicBezTo>
                    <a:pt x="16628" y="5665"/>
                    <a:pt x="16992" y="5529"/>
                    <a:pt x="17403" y="5529"/>
                  </a:cubicBezTo>
                  <a:cubicBezTo>
                    <a:pt x="17655" y="5529"/>
                    <a:pt x="17891" y="5609"/>
                    <a:pt x="18109" y="5768"/>
                  </a:cubicBezTo>
                  <a:cubicBezTo>
                    <a:pt x="18328" y="5927"/>
                    <a:pt x="18517" y="6133"/>
                    <a:pt x="18676" y="6385"/>
                  </a:cubicBezTo>
                  <a:cubicBezTo>
                    <a:pt x="18835" y="6636"/>
                    <a:pt x="18958" y="6918"/>
                    <a:pt x="19044" y="7230"/>
                  </a:cubicBezTo>
                  <a:cubicBezTo>
                    <a:pt x="19130" y="7541"/>
                    <a:pt x="19173" y="7850"/>
                    <a:pt x="19173" y="8155"/>
                  </a:cubicBezTo>
                  <a:cubicBezTo>
                    <a:pt x="19173" y="8950"/>
                    <a:pt x="18895" y="9573"/>
                    <a:pt x="18338" y="10024"/>
                  </a:cubicBezTo>
                  <a:cubicBezTo>
                    <a:pt x="17781" y="10475"/>
                    <a:pt x="17085" y="10701"/>
                    <a:pt x="16250" y="10701"/>
                  </a:cubicBezTo>
                  <a:cubicBezTo>
                    <a:pt x="15958" y="10701"/>
                    <a:pt x="15660" y="10667"/>
                    <a:pt x="15355" y="10601"/>
                  </a:cubicBezTo>
                  <a:close/>
                  <a:moveTo>
                    <a:pt x="24106" y="5629"/>
                  </a:moveTo>
                  <a:lnTo>
                    <a:pt x="25101" y="5629"/>
                  </a:lnTo>
                  <a:lnTo>
                    <a:pt x="25101" y="8672"/>
                  </a:lnTo>
                  <a:cubicBezTo>
                    <a:pt x="25101" y="9202"/>
                    <a:pt x="25104" y="9736"/>
                    <a:pt x="25110" y="10273"/>
                  </a:cubicBezTo>
                  <a:cubicBezTo>
                    <a:pt x="25117" y="10810"/>
                    <a:pt x="25120" y="11330"/>
                    <a:pt x="25120" y="11834"/>
                  </a:cubicBezTo>
                  <a:cubicBezTo>
                    <a:pt x="25160" y="12139"/>
                    <a:pt x="25276" y="12365"/>
                    <a:pt x="25469" y="12510"/>
                  </a:cubicBezTo>
                  <a:cubicBezTo>
                    <a:pt x="25661" y="12656"/>
                    <a:pt x="25870" y="12729"/>
                    <a:pt x="26095" y="12729"/>
                  </a:cubicBezTo>
                  <a:cubicBezTo>
                    <a:pt x="26320" y="12729"/>
                    <a:pt x="26539" y="12650"/>
                    <a:pt x="26751" y="12491"/>
                  </a:cubicBezTo>
                  <a:cubicBezTo>
                    <a:pt x="26964" y="12331"/>
                    <a:pt x="27070" y="12086"/>
                    <a:pt x="27070" y="11755"/>
                  </a:cubicBezTo>
                  <a:cubicBezTo>
                    <a:pt x="27070" y="11344"/>
                    <a:pt x="27066" y="10933"/>
                    <a:pt x="27060" y="10522"/>
                  </a:cubicBezTo>
                  <a:cubicBezTo>
                    <a:pt x="27053" y="10110"/>
                    <a:pt x="27050" y="9699"/>
                    <a:pt x="27050" y="9288"/>
                  </a:cubicBezTo>
                  <a:lnTo>
                    <a:pt x="27050" y="5629"/>
                  </a:lnTo>
                  <a:lnTo>
                    <a:pt x="28740" y="5629"/>
                  </a:lnTo>
                  <a:cubicBezTo>
                    <a:pt x="29350" y="5470"/>
                    <a:pt x="29655" y="5178"/>
                    <a:pt x="29655" y="4754"/>
                  </a:cubicBezTo>
                  <a:cubicBezTo>
                    <a:pt x="29655" y="4568"/>
                    <a:pt x="29586" y="4396"/>
                    <a:pt x="29446" y="4236"/>
                  </a:cubicBezTo>
                  <a:cubicBezTo>
                    <a:pt x="29307" y="4077"/>
                    <a:pt x="29092" y="3958"/>
                    <a:pt x="28800" y="3878"/>
                  </a:cubicBezTo>
                  <a:lnTo>
                    <a:pt x="27050" y="3878"/>
                  </a:lnTo>
                  <a:lnTo>
                    <a:pt x="27050" y="776"/>
                  </a:lnTo>
                  <a:cubicBezTo>
                    <a:pt x="26983" y="510"/>
                    <a:pt x="26857" y="315"/>
                    <a:pt x="26672" y="189"/>
                  </a:cubicBezTo>
                  <a:cubicBezTo>
                    <a:pt x="26486" y="63"/>
                    <a:pt x="26287" y="0"/>
                    <a:pt x="26075" y="0"/>
                  </a:cubicBezTo>
                  <a:cubicBezTo>
                    <a:pt x="25850" y="0"/>
                    <a:pt x="25648" y="70"/>
                    <a:pt x="25469" y="209"/>
                  </a:cubicBezTo>
                  <a:cubicBezTo>
                    <a:pt x="25290" y="348"/>
                    <a:pt x="25167" y="557"/>
                    <a:pt x="25101" y="835"/>
                  </a:cubicBezTo>
                  <a:lnTo>
                    <a:pt x="25101" y="3878"/>
                  </a:lnTo>
                  <a:lnTo>
                    <a:pt x="24186" y="3878"/>
                  </a:lnTo>
                  <a:cubicBezTo>
                    <a:pt x="23828" y="3878"/>
                    <a:pt x="23559" y="3971"/>
                    <a:pt x="23380" y="4157"/>
                  </a:cubicBezTo>
                  <a:cubicBezTo>
                    <a:pt x="23201" y="4343"/>
                    <a:pt x="23112" y="4541"/>
                    <a:pt x="23112" y="4754"/>
                  </a:cubicBezTo>
                  <a:cubicBezTo>
                    <a:pt x="23112" y="4966"/>
                    <a:pt x="23194" y="5151"/>
                    <a:pt x="23360" y="5310"/>
                  </a:cubicBezTo>
                  <a:cubicBezTo>
                    <a:pt x="23526" y="5470"/>
                    <a:pt x="23775" y="5576"/>
                    <a:pt x="24106" y="5629"/>
                  </a:cubicBezTo>
                  <a:close/>
                  <a:moveTo>
                    <a:pt x="33176" y="11814"/>
                  </a:moveTo>
                  <a:lnTo>
                    <a:pt x="33116" y="4276"/>
                  </a:lnTo>
                  <a:cubicBezTo>
                    <a:pt x="33050" y="4011"/>
                    <a:pt x="32924" y="3815"/>
                    <a:pt x="32738" y="3690"/>
                  </a:cubicBezTo>
                  <a:cubicBezTo>
                    <a:pt x="32552" y="3564"/>
                    <a:pt x="32354" y="3501"/>
                    <a:pt x="32141" y="3501"/>
                  </a:cubicBezTo>
                  <a:cubicBezTo>
                    <a:pt x="31903" y="3501"/>
                    <a:pt x="31697" y="3570"/>
                    <a:pt x="31525" y="3709"/>
                  </a:cubicBezTo>
                  <a:cubicBezTo>
                    <a:pt x="31352" y="3849"/>
                    <a:pt x="31233" y="4057"/>
                    <a:pt x="31167" y="4336"/>
                  </a:cubicBezTo>
                  <a:lnTo>
                    <a:pt x="31227" y="11894"/>
                  </a:lnTo>
                  <a:cubicBezTo>
                    <a:pt x="31266" y="12199"/>
                    <a:pt x="31379" y="12424"/>
                    <a:pt x="31565" y="12570"/>
                  </a:cubicBezTo>
                  <a:cubicBezTo>
                    <a:pt x="31750" y="12716"/>
                    <a:pt x="31962" y="12789"/>
                    <a:pt x="32201" y="12789"/>
                  </a:cubicBezTo>
                  <a:cubicBezTo>
                    <a:pt x="32440" y="12789"/>
                    <a:pt x="32659" y="12709"/>
                    <a:pt x="32857" y="12550"/>
                  </a:cubicBezTo>
                  <a:cubicBezTo>
                    <a:pt x="33056" y="12391"/>
                    <a:pt x="33162" y="12146"/>
                    <a:pt x="33176" y="11814"/>
                  </a:cubicBezTo>
                  <a:close/>
                  <a:moveTo>
                    <a:pt x="31028" y="1173"/>
                  </a:moveTo>
                  <a:cubicBezTo>
                    <a:pt x="31028" y="1478"/>
                    <a:pt x="31137" y="1737"/>
                    <a:pt x="31356" y="1949"/>
                  </a:cubicBezTo>
                  <a:cubicBezTo>
                    <a:pt x="31575" y="2161"/>
                    <a:pt x="31836" y="2267"/>
                    <a:pt x="32141" y="2267"/>
                  </a:cubicBezTo>
                  <a:cubicBezTo>
                    <a:pt x="32460" y="2267"/>
                    <a:pt x="32728" y="2161"/>
                    <a:pt x="32947" y="1949"/>
                  </a:cubicBezTo>
                  <a:cubicBezTo>
                    <a:pt x="33166" y="1737"/>
                    <a:pt x="33275" y="1478"/>
                    <a:pt x="33275" y="1173"/>
                  </a:cubicBezTo>
                  <a:cubicBezTo>
                    <a:pt x="33275" y="869"/>
                    <a:pt x="33166" y="607"/>
                    <a:pt x="32947" y="388"/>
                  </a:cubicBezTo>
                  <a:cubicBezTo>
                    <a:pt x="32728" y="169"/>
                    <a:pt x="32460" y="60"/>
                    <a:pt x="32141" y="60"/>
                  </a:cubicBezTo>
                  <a:cubicBezTo>
                    <a:pt x="31836" y="60"/>
                    <a:pt x="31575" y="169"/>
                    <a:pt x="31356" y="388"/>
                  </a:cubicBezTo>
                  <a:cubicBezTo>
                    <a:pt x="31137" y="607"/>
                    <a:pt x="31028" y="869"/>
                    <a:pt x="31028" y="1173"/>
                  </a:cubicBezTo>
                  <a:close/>
                  <a:moveTo>
                    <a:pt x="39640" y="3839"/>
                  </a:moveTo>
                  <a:cubicBezTo>
                    <a:pt x="39003" y="3839"/>
                    <a:pt x="38403" y="3991"/>
                    <a:pt x="37840" y="4296"/>
                  </a:cubicBezTo>
                  <a:cubicBezTo>
                    <a:pt x="37276" y="4601"/>
                    <a:pt x="36786" y="5002"/>
                    <a:pt x="36368" y="5499"/>
                  </a:cubicBezTo>
                  <a:cubicBezTo>
                    <a:pt x="35950" y="5997"/>
                    <a:pt x="35619" y="6560"/>
                    <a:pt x="35373" y="7190"/>
                  </a:cubicBezTo>
                  <a:cubicBezTo>
                    <a:pt x="35128" y="7820"/>
                    <a:pt x="35006" y="8466"/>
                    <a:pt x="35006" y="9129"/>
                  </a:cubicBezTo>
                  <a:cubicBezTo>
                    <a:pt x="35006" y="9607"/>
                    <a:pt x="35088" y="10081"/>
                    <a:pt x="35254" y="10551"/>
                  </a:cubicBezTo>
                  <a:cubicBezTo>
                    <a:pt x="35420" y="11022"/>
                    <a:pt x="35655" y="11446"/>
                    <a:pt x="35960" y="11824"/>
                  </a:cubicBezTo>
                  <a:cubicBezTo>
                    <a:pt x="36265" y="12202"/>
                    <a:pt x="36640" y="12510"/>
                    <a:pt x="37084" y="12749"/>
                  </a:cubicBezTo>
                  <a:cubicBezTo>
                    <a:pt x="37528" y="12988"/>
                    <a:pt x="38022" y="13107"/>
                    <a:pt x="38566" y="13107"/>
                  </a:cubicBezTo>
                  <a:cubicBezTo>
                    <a:pt x="39083" y="13107"/>
                    <a:pt x="39577" y="13008"/>
                    <a:pt x="40048" y="12809"/>
                  </a:cubicBezTo>
                  <a:cubicBezTo>
                    <a:pt x="40518" y="12610"/>
                    <a:pt x="40946" y="12335"/>
                    <a:pt x="41330" y="11983"/>
                  </a:cubicBezTo>
                  <a:cubicBezTo>
                    <a:pt x="41715" y="11632"/>
                    <a:pt x="42050" y="11218"/>
                    <a:pt x="42335" y="10740"/>
                  </a:cubicBezTo>
                  <a:cubicBezTo>
                    <a:pt x="42620" y="10263"/>
                    <a:pt x="42835" y="9752"/>
                    <a:pt x="42981" y="9209"/>
                  </a:cubicBezTo>
                  <a:cubicBezTo>
                    <a:pt x="43021" y="9010"/>
                    <a:pt x="43054" y="8814"/>
                    <a:pt x="43081" y="8622"/>
                  </a:cubicBezTo>
                  <a:cubicBezTo>
                    <a:pt x="43107" y="8430"/>
                    <a:pt x="43120" y="8221"/>
                    <a:pt x="43120" y="7996"/>
                  </a:cubicBezTo>
                  <a:cubicBezTo>
                    <a:pt x="43120" y="7478"/>
                    <a:pt x="43044" y="6971"/>
                    <a:pt x="42892" y="6474"/>
                  </a:cubicBezTo>
                  <a:cubicBezTo>
                    <a:pt x="42739" y="5977"/>
                    <a:pt x="42514" y="5533"/>
                    <a:pt x="42215" y="5141"/>
                  </a:cubicBezTo>
                  <a:cubicBezTo>
                    <a:pt x="41917" y="4750"/>
                    <a:pt x="41552" y="4435"/>
                    <a:pt x="41122" y="4197"/>
                  </a:cubicBezTo>
                  <a:cubicBezTo>
                    <a:pt x="40691" y="3958"/>
                    <a:pt x="40197" y="3839"/>
                    <a:pt x="39640" y="3839"/>
                  </a:cubicBezTo>
                  <a:close/>
                  <a:moveTo>
                    <a:pt x="37074" y="8115"/>
                  </a:moveTo>
                  <a:cubicBezTo>
                    <a:pt x="37140" y="7850"/>
                    <a:pt x="37246" y="7568"/>
                    <a:pt x="37392" y="7270"/>
                  </a:cubicBezTo>
                  <a:cubicBezTo>
                    <a:pt x="37538" y="6971"/>
                    <a:pt x="37720" y="6699"/>
                    <a:pt x="37939" y="6454"/>
                  </a:cubicBezTo>
                  <a:cubicBezTo>
                    <a:pt x="38158" y="6209"/>
                    <a:pt x="38407" y="6003"/>
                    <a:pt x="38685" y="5838"/>
                  </a:cubicBezTo>
                  <a:cubicBezTo>
                    <a:pt x="38964" y="5672"/>
                    <a:pt x="39262" y="5589"/>
                    <a:pt x="39580" y="5589"/>
                  </a:cubicBezTo>
                  <a:cubicBezTo>
                    <a:pt x="39832" y="5589"/>
                    <a:pt x="40057" y="5659"/>
                    <a:pt x="40256" y="5798"/>
                  </a:cubicBezTo>
                  <a:cubicBezTo>
                    <a:pt x="40455" y="5937"/>
                    <a:pt x="40624" y="6119"/>
                    <a:pt x="40764" y="6345"/>
                  </a:cubicBezTo>
                  <a:cubicBezTo>
                    <a:pt x="40903" y="6570"/>
                    <a:pt x="41006" y="6825"/>
                    <a:pt x="41072" y="7110"/>
                  </a:cubicBezTo>
                  <a:cubicBezTo>
                    <a:pt x="41138" y="7396"/>
                    <a:pt x="41171" y="7684"/>
                    <a:pt x="41171" y="7976"/>
                  </a:cubicBezTo>
                  <a:cubicBezTo>
                    <a:pt x="41171" y="8294"/>
                    <a:pt x="41112" y="8649"/>
                    <a:pt x="40992" y="9040"/>
                  </a:cubicBezTo>
                  <a:cubicBezTo>
                    <a:pt x="40873" y="9431"/>
                    <a:pt x="40704" y="9796"/>
                    <a:pt x="40485" y="10134"/>
                  </a:cubicBezTo>
                  <a:cubicBezTo>
                    <a:pt x="40266" y="10472"/>
                    <a:pt x="40001" y="10757"/>
                    <a:pt x="39690" y="10989"/>
                  </a:cubicBezTo>
                  <a:cubicBezTo>
                    <a:pt x="39378" y="11221"/>
                    <a:pt x="39023" y="11337"/>
                    <a:pt x="38625" y="11337"/>
                  </a:cubicBezTo>
                  <a:cubicBezTo>
                    <a:pt x="38214" y="11337"/>
                    <a:pt x="37886" y="11224"/>
                    <a:pt x="37641" y="10999"/>
                  </a:cubicBezTo>
                  <a:cubicBezTo>
                    <a:pt x="37396" y="10773"/>
                    <a:pt x="37220" y="10498"/>
                    <a:pt x="37114" y="10173"/>
                  </a:cubicBezTo>
                  <a:cubicBezTo>
                    <a:pt x="37008" y="9849"/>
                    <a:pt x="36955" y="9501"/>
                    <a:pt x="36955" y="9129"/>
                  </a:cubicBezTo>
                  <a:cubicBezTo>
                    <a:pt x="36955" y="8758"/>
                    <a:pt x="36994" y="8420"/>
                    <a:pt x="37074" y="8115"/>
                  </a:cubicBezTo>
                  <a:close/>
                  <a:moveTo>
                    <a:pt x="51633" y="11854"/>
                  </a:moveTo>
                  <a:lnTo>
                    <a:pt x="51633" y="8234"/>
                  </a:lnTo>
                  <a:cubicBezTo>
                    <a:pt x="51633" y="7996"/>
                    <a:pt x="51646" y="7740"/>
                    <a:pt x="51673" y="7469"/>
                  </a:cubicBezTo>
                  <a:cubicBezTo>
                    <a:pt x="51699" y="7197"/>
                    <a:pt x="51713" y="6922"/>
                    <a:pt x="51713" y="6643"/>
                  </a:cubicBezTo>
                  <a:cubicBezTo>
                    <a:pt x="51713" y="6365"/>
                    <a:pt x="51693" y="6093"/>
                    <a:pt x="51653" y="5828"/>
                  </a:cubicBezTo>
                  <a:cubicBezTo>
                    <a:pt x="51613" y="5562"/>
                    <a:pt x="51527" y="5310"/>
                    <a:pt x="51394" y="5072"/>
                  </a:cubicBezTo>
                  <a:cubicBezTo>
                    <a:pt x="51116" y="4581"/>
                    <a:pt x="50748" y="4217"/>
                    <a:pt x="50291" y="3978"/>
                  </a:cubicBezTo>
                  <a:cubicBezTo>
                    <a:pt x="49833" y="3739"/>
                    <a:pt x="49352" y="3620"/>
                    <a:pt x="48849" y="3620"/>
                  </a:cubicBezTo>
                  <a:cubicBezTo>
                    <a:pt x="48385" y="3620"/>
                    <a:pt x="47934" y="3696"/>
                    <a:pt x="47496" y="3849"/>
                  </a:cubicBezTo>
                  <a:cubicBezTo>
                    <a:pt x="47059" y="4001"/>
                    <a:pt x="46648" y="4210"/>
                    <a:pt x="46263" y="4475"/>
                  </a:cubicBezTo>
                  <a:cubicBezTo>
                    <a:pt x="46197" y="4250"/>
                    <a:pt x="46071" y="4081"/>
                    <a:pt x="45885" y="3968"/>
                  </a:cubicBezTo>
                  <a:cubicBezTo>
                    <a:pt x="45699" y="3855"/>
                    <a:pt x="45514" y="3799"/>
                    <a:pt x="45328" y="3799"/>
                  </a:cubicBezTo>
                  <a:cubicBezTo>
                    <a:pt x="45103" y="3799"/>
                    <a:pt x="44901" y="3865"/>
                    <a:pt x="44722" y="3998"/>
                  </a:cubicBezTo>
                  <a:cubicBezTo>
                    <a:pt x="44543" y="4130"/>
                    <a:pt x="44420" y="4343"/>
                    <a:pt x="44354" y="4634"/>
                  </a:cubicBezTo>
                  <a:cubicBezTo>
                    <a:pt x="44354" y="5271"/>
                    <a:pt x="44357" y="5884"/>
                    <a:pt x="44364" y="6474"/>
                  </a:cubicBezTo>
                  <a:cubicBezTo>
                    <a:pt x="44370" y="7064"/>
                    <a:pt x="44373" y="7651"/>
                    <a:pt x="44373" y="8234"/>
                  </a:cubicBezTo>
                  <a:lnTo>
                    <a:pt x="44373" y="11814"/>
                  </a:lnTo>
                  <a:cubicBezTo>
                    <a:pt x="44413" y="12119"/>
                    <a:pt x="44529" y="12345"/>
                    <a:pt x="44722" y="12491"/>
                  </a:cubicBezTo>
                  <a:cubicBezTo>
                    <a:pt x="44914" y="12636"/>
                    <a:pt x="45123" y="12709"/>
                    <a:pt x="45348" y="12709"/>
                  </a:cubicBezTo>
                  <a:cubicBezTo>
                    <a:pt x="45587" y="12709"/>
                    <a:pt x="45806" y="12630"/>
                    <a:pt x="46004" y="12471"/>
                  </a:cubicBezTo>
                  <a:cubicBezTo>
                    <a:pt x="46203" y="12312"/>
                    <a:pt x="46309" y="12066"/>
                    <a:pt x="46323" y="11735"/>
                  </a:cubicBezTo>
                  <a:cubicBezTo>
                    <a:pt x="46309" y="11059"/>
                    <a:pt x="46303" y="10392"/>
                    <a:pt x="46303" y="9736"/>
                  </a:cubicBezTo>
                  <a:lnTo>
                    <a:pt x="46303" y="7737"/>
                  </a:lnTo>
                  <a:cubicBezTo>
                    <a:pt x="46329" y="7472"/>
                    <a:pt x="46372" y="7270"/>
                    <a:pt x="46432" y="7130"/>
                  </a:cubicBezTo>
                  <a:cubicBezTo>
                    <a:pt x="46492" y="6991"/>
                    <a:pt x="46575" y="6842"/>
                    <a:pt x="46681" y="6683"/>
                  </a:cubicBezTo>
                  <a:cubicBezTo>
                    <a:pt x="46986" y="6245"/>
                    <a:pt x="47327" y="5914"/>
                    <a:pt x="47705" y="5688"/>
                  </a:cubicBezTo>
                  <a:cubicBezTo>
                    <a:pt x="48083" y="5463"/>
                    <a:pt x="48471" y="5350"/>
                    <a:pt x="48869" y="5350"/>
                  </a:cubicBezTo>
                  <a:cubicBezTo>
                    <a:pt x="49107" y="5350"/>
                    <a:pt x="49283" y="5443"/>
                    <a:pt x="49396" y="5629"/>
                  </a:cubicBezTo>
                  <a:cubicBezTo>
                    <a:pt x="49508" y="5814"/>
                    <a:pt x="49585" y="6036"/>
                    <a:pt x="49624" y="6295"/>
                  </a:cubicBezTo>
                  <a:cubicBezTo>
                    <a:pt x="49664" y="6554"/>
                    <a:pt x="49677" y="6815"/>
                    <a:pt x="49664" y="7081"/>
                  </a:cubicBezTo>
                  <a:cubicBezTo>
                    <a:pt x="49651" y="7346"/>
                    <a:pt x="49644" y="7565"/>
                    <a:pt x="49644" y="7737"/>
                  </a:cubicBezTo>
                  <a:lnTo>
                    <a:pt x="49644" y="9577"/>
                  </a:lnTo>
                  <a:cubicBezTo>
                    <a:pt x="49644" y="10048"/>
                    <a:pt x="49648" y="10432"/>
                    <a:pt x="49654" y="10730"/>
                  </a:cubicBezTo>
                  <a:cubicBezTo>
                    <a:pt x="49661" y="11029"/>
                    <a:pt x="49664" y="11267"/>
                    <a:pt x="49664" y="11446"/>
                  </a:cubicBezTo>
                  <a:lnTo>
                    <a:pt x="49664" y="11934"/>
                  </a:lnTo>
                  <a:cubicBezTo>
                    <a:pt x="49704" y="12239"/>
                    <a:pt x="49820" y="12464"/>
                    <a:pt x="50012" y="12610"/>
                  </a:cubicBezTo>
                  <a:cubicBezTo>
                    <a:pt x="50204" y="12756"/>
                    <a:pt x="50420" y="12829"/>
                    <a:pt x="50659" y="12829"/>
                  </a:cubicBezTo>
                  <a:cubicBezTo>
                    <a:pt x="50884" y="12829"/>
                    <a:pt x="51099" y="12749"/>
                    <a:pt x="51305" y="12590"/>
                  </a:cubicBezTo>
                  <a:cubicBezTo>
                    <a:pt x="51510" y="12431"/>
                    <a:pt x="51620" y="12186"/>
                    <a:pt x="51633" y="11854"/>
                  </a:cubicBezTo>
                  <a:close/>
                  <a:moveTo>
                    <a:pt x="61498" y="11576"/>
                  </a:moveTo>
                  <a:cubicBezTo>
                    <a:pt x="61525" y="11549"/>
                    <a:pt x="61508" y="11490"/>
                    <a:pt x="61449" y="11397"/>
                  </a:cubicBezTo>
                  <a:cubicBezTo>
                    <a:pt x="61389" y="11304"/>
                    <a:pt x="61313" y="11185"/>
                    <a:pt x="61220" y="11039"/>
                  </a:cubicBezTo>
                  <a:lnTo>
                    <a:pt x="61240" y="11039"/>
                  </a:lnTo>
                  <a:cubicBezTo>
                    <a:pt x="61134" y="10880"/>
                    <a:pt x="61031" y="10701"/>
                    <a:pt x="60931" y="10502"/>
                  </a:cubicBezTo>
                  <a:cubicBezTo>
                    <a:pt x="60832" y="10303"/>
                    <a:pt x="60769" y="10130"/>
                    <a:pt x="60743" y="9985"/>
                  </a:cubicBezTo>
                  <a:cubicBezTo>
                    <a:pt x="60676" y="9507"/>
                    <a:pt x="60630" y="9020"/>
                    <a:pt x="60603" y="8523"/>
                  </a:cubicBezTo>
                  <a:cubicBezTo>
                    <a:pt x="60577" y="8025"/>
                    <a:pt x="60564" y="7545"/>
                    <a:pt x="60564" y="7081"/>
                  </a:cubicBezTo>
                  <a:lnTo>
                    <a:pt x="60564" y="6743"/>
                  </a:lnTo>
                  <a:cubicBezTo>
                    <a:pt x="60564" y="6623"/>
                    <a:pt x="60567" y="6474"/>
                    <a:pt x="60573" y="6295"/>
                  </a:cubicBezTo>
                  <a:cubicBezTo>
                    <a:pt x="60580" y="6116"/>
                    <a:pt x="60583" y="5894"/>
                    <a:pt x="60583" y="5629"/>
                  </a:cubicBezTo>
                  <a:lnTo>
                    <a:pt x="60583" y="4634"/>
                  </a:lnTo>
                  <a:cubicBezTo>
                    <a:pt x="60438" y="4250"/>
                    <a:pt x="60202" y="4008"/>
                    <a:pt x="59877" y="3908"/>
                  </a:cubicBezTo>
                  <a:cubicBezTo>
                    <a:pt x="59552" y="3809"/>
                    <a:pt x="59185" y="3759"/>
                    <a:pt x="58773" y="3759"/>
                  </a:cubicBezTo>
                  <a:cubicBezTo>
                    <a:pt x="58561" y="3759"/>
                    <a:pt x="58343" y="3776"/>
                    <a:pt x="58117" y="3809"/>
                  </a:cubicBezTo>
                  <a:cubicBezTo>
                    <a:pt x="57892" y="3842"/>
                    <a:pt x="57673" y="3888"/>
                    <a:pt x="57461" y="3948"/>
                  </a:cubicBezTo>
                  <a:cubicBezTo>
                    <a:pt x="57249" y="4008"/>
                    <a:pt x="57060" y="4071"/>
                    <a:pt x="56894" y="4137"/>
                  </a:cubicBezTo>
                  <a:cubicBezTo>
                    <a:pt x="56728" y="4203"/>
                    <a:pt x="56599" y="4263"/>
                    <a:pt x="56506" y="4316"/>
                  </a:cubicBezTo>
                  <a:cubicBezTo>
                    <a:pt x="56069" y="4594"/>
                    <a:pt x="55661" y="4913"/>
                    <a:pt x="55283" y="5271"/>
                  </a:cubicBezTo>
                  <a:cubicBezTo>
                    <a:pt x="54905" y="5629"/>
                    <a:pt x="54570" y="6023"/>
                    <a:pt x="54278" y="6454"/>
                  </a:cubicBezTo>
                  <a:cubicBezTo>
                    <a:pt x="53987" y="6885"/>
                    <a:pt x="53758" y="7349"/>
                    <a:pt x="53592" y="7846"/>
                  </a:cubicBezTo>
                  <a:cubicBezTo>
                    <a:pt x="53427" y="8344"/>
                    <a:pt x="53344" y="8871"/>
                    <a:pt x="53344" y="9428"/>
                  </a:cubicBezTo>
                  <a:cubicBezTo>
                    <a:pt x="53344" y="9971"/>
                    <a:pt x="53450" y="10488"/>
                    <a:pt x="53662" y="10979"/>
                  </a:cubicBezTo>
                  <a:cubicBezTo>
                    <a:pt x="53874" y="11470"/>
                    <a:pt x="54232" y="11894"/>
                    <a:pt x="54736" y="12252"/>
                  </a:cubicBezTo>
                  <a:cubicBezTo>
                    <a:pt x="55081" y="12477"/>
                    <a:pt x="55422" y="12627"/>
                    <a:pt x="55760" y="12699"/>
                  </a:cubicBezTo>
                  <a:cubicBezTo>
                    <a:pt x="56098" y="12772"/>
                    <a:pt x="56446" y="12809"/>
                    <a:pt x="56804" y="12809"/>
                  </a:cubicBezTo>
                  <a:cubicBezTo>
                    <a:pt x="57295" y="12809"/>
                    <a:pt x="57749" y="12759"/>
                    <a:pt x="58167" y="12660"/>
                  </a:cubicBezTo>
                  <a:cubicBezTo>
                    <a:pt x="58585" y="12560"/>
                    <a:pt x="59032" y="12331"/>
                    <a:pt x="59509" y="11973"/>
                  </a:cubicBezTo>
                  <a:cubicBezTo>
                    <a:pt x="59576" y="12080"/>
                    <a:pt x="59659" y="12189"/>
                    <a:pt x="59758" y="12302"/>
                  </a:cubicBezTo>
                  <a:cubicBezTo>
                    <a:pt x="59857" y="12414"/>
                    <a:pt x="59960" y="12524"/>
                    <a:pt x="60066" y="12630"/>
                  </a:cubicBezTo>
                  <a:cubicBezTo>
                    <a:pt x="60305" y="12749"/>
                    <a:pt x="60530" y="12799"/>
                    <a:pt x="60743" y="12779"/>
                  </a:cubicBezTo>
                  <a:cubicBezTo>
                    <a:pt x="60955" y="12759"/>
                    <a:pt x="61130" y="12693"/>
                    <a:pt x="61270" y="12580"/>
                  </a:cubicBezTo>
                  <a:cubicBezTo>
                    <a:pt x="61409" y="12467"/>
                    <a:pt x="61502" y="12322"/>
                    <a:pt x="61548" y="12143"/>
                  </a:cubicBezTo>
                  <a:cubicBezTo>
                    <a:pt x="61594" y="11964"/>
                    <a:pt x="61578" y="11775"/>
                    <a:pt x="61498" y="11576"/>
                  </a:cubicBezTo>
                  <a:close/>
                  <a:moveTo>
                    <a:pt x="58813" y="10164"/>
                  </a:moveTo>
                  <a:cubicBezTo>
                    <a:pt x="58362" y="10535"/>
                    <a:pt x="57991" y="10807"/>
                    <a:pt x="57699" y="10979"/>
                  </a:cubicBezTo>
                  <a:cubicBezTo>
                    <a:pt x="57461" y="11059"/>
                    <a:pt x="57212" y="11098"/>
                    <a:pt x="56954" y="11098"/>
                  </a:cubicBezTo>
                  <a:cubicBezTo>
                    <a:pt x="56695" y="11098"/>
                    <a:pt x="56453" y="11049"/>
                    <a:pt x="56228" y="10949"/>
                  </a:cubicBezTo>
                  <a:cubicBezTo>
                    <a:pt x="56002" y="10850"/>
                    <a:pt x="55807" y="10704"/>
                    <a:pt x="55641" y="10512"/>
                  </a:cubicBezTo>
                  <a:cubicBezTo>
                    <a:pt x="55475" y="10319"/>
                    <a:pt x="55372" y="10077"/>
                    <a:pt x="55333" y="9786"/>
                  </a:cubicBezTo>
                  <a:cubicBezTo>
                    <a:pt x="55266" y="9414"/>
                    <a:pt x="55276" y="9033"/>
                    <a:pt x="55362" y="8642"/>
                  </a:cubicBezTo>
                  <a:cubicBezTo>
                    <a:pt x="55449" y="8251"/>
                    <a:pt x="55585" y="7876"/>
                    <a:pt x="55770" y="7518"/>
                  </a:cubicBezTo>
                  <a:cubicBezTo>
                    <a:pt x="55956" y="7160"/>
                    <a:pt x="56191" y="6835"/>
                    <a:pt x="56476" y="6544"/>
                  </a:cubicBezTo>
                  <a:cubicBezTo>
                    <a:pt x="56761" y="6252"/>
                    <a:pt x="57083" y="6027"/>
                    <a:pt x="57441" y="5867"/>
                  </a:cubicBezTo>
                  <a:cubicBezTo>
                    <a:pt x="57534" y="5828"/>
                    <a:pt x="57696" y="5761"/>
                    <a:pt x="57928" y="5669"/>
                  </a:cubicBezTo>
                  <a:cubicBezTo>
                    <a:pt x="58160" y="5576"/>
                    <a:pt x="58389" y="5516"/>
                    <a:pt x="58614" y="5490"/>
                  </a:cubicBezTo>
                  <a:cubicBezTo>
                    <a:pt x="58614" y="5755"/>
                    <a:pt x="58608" y="6027"/>
                    <a:pt x="58594" y="6305"/>
                  </a:cubicBezTo>
                  <a:cubicBezTo>
                    <a:pt x="58581" y="6583"/>
                    <a:pt x="58575" y="6895"/>
                    <a:pt x="58575" y="7240"/>
                  </a:cubicBezTo>
                  <a:cubicBezTo>
                    <a:pt x="58575" y="7730"/>
                    <a:pt x="58588" y="8224"/>
                    <a:pt x="58614" y="8722"/>
                  </a:cubicBezTo>
                  <a:cubicBezTo>
                    <a:pt x="58641" y="9219"/>
                    <a:pt x="58707" y="9699"/>
                    <a:pt x="58813" y="10164"/>
                  </a:cubicBezTo>
                  <a:close/>
                  <a:moveTo>
                    <a:pt x="65576" y="11436"/>
                  </a:moveTo>
                  <a:lnTo>
                    <a:pt x="65476" y="11387"/>
                  </a:lnTo>
                  <a:cubicBezTo>
                    <a:pt x="65436" y="11367"/>
                    <a:pt x="65403" y="11344"/>
                    <a:pt x="65377" y="11317"/>
                  </a:cubicBezTo>
                  <a:lnTo>
                    <a:pt x="65377" y="776"/>
                  </a:lnTo>
                  <a:cubicBezTo>
                    <a:pt x="65284" y="524"/>
                    <a:pt x="65151" y="335"/>
                    <a:pt x="64979" y="209"/>
                  </a:cubicBezTo>
                  <a:cubicBezTo>
                    <a:pt x="64807" y="83"/>
                    <a:pt x="64608" y="20"/>
                    <a:pt x="64382" y="20"/>
                  </a:cubicBezTo>
                  <a:cubicBezTo>
                    <a:pt x="64157" y="20"/>
                    <a:pt x="63958" y="90"/>
                    <a:pt x="63786" y="229"/>
                  </a:cubicBezTo>
                  <a:cubicBezTo>
                    <a:pt x="63613" y="368"/>
                    <a:pt x="63494" y="570"/>
                    <a:pt x="63428" y="835"/>
                  </a:cubicBezTo>
                  <a:lnTo>
                    <a:pt x="63428" y="11735"/>
                  </a:lnTo>
                  <a:cubicBezTo>
                    <a:pt x="63454" y="11894"/>
                    <a:pt x="63487" y="12020"/>
                    <a:pt x="63527" y="12113"/>
                  </a:cubicBezTo>
                  <a:cubicBezTo>
                    <a:pt x="63567" y="12206"/>
                    <a:pt x="63646" y="12305"/>
                    <a:pt x="63766" y="12411"/>
                  </a:cubicBezTo>
                  <a:lnTo>
                    <a:pt x="64621" y="12968"/>
                  </a:lnTo>
                  <a:cubicBezTo>
                    <a:pt x="64820" y="13074"/>
                    <a:pt x="65009" y="13124"/>
                    <a:pt x="65188" y="13117"/>
                  </a:cubicBezTo>
                  <a:cubicBezTo>
                    <a:pt x="65367" y="13110"/>
                    <a:pt x="65523" y="13067"/>
                    <a:pt x="65655" y="12988"/>
                  </a:cubicBezTo>
                  <a:cubicBezTo>
                    <a:pt x="65788" y="12908"/>
                    <a:pt x="65894" y="12802"/>
                    <a:pt x="65973" y="12670"/>
                  </a:cubicBezTo>
                  <a:cubicBezTo>
                    <a:pt x="66053" y="12537"/>
                    <a:pt x="66093" y="12391"/>
                    <a:pt x="66093" y="12232"/>
                  </a:cubicBezTo>
                  <a:cubicBezTo>
                    <a:pt x="66093" y="11954"/>
                    <a:pt x="65920" y="11688"/>
                    <a:pt x="65576" y="11436"/>
                  </a:cubicBezTo>
                  <a:close/>
                  <a:moveTo>
                    <a:pt x="74904" y="11039"/>
                  </a:moveTo>
                  <a:lnTo>
                    <a:pt x="74924" y="11039"/>
                  </a:lnTo>
                  <a:cubicBezTo>
                    <a:pt x="75348" y="11622"/>
                    <a:pt x="75912" y="12080"/>
                    <a:pt x="76614" y="12411"/>
                  </a:cubicBezTo>
                  <a:cubicBezTo>
                    <a:pt x="77317" y="12743"/>
                    <a:pt x="78040" y="12908"/>
                    <a:pt x="78782" y="12908"/>
                  </a:cubicBezTo>
                  <a:cubicBezTo>
                    <a:pt x="79114" y="12908"/>
                    <a:pt x="79445" y="12829"/>
                    <a:pt x="79777" y="12670"/>
                  </a:cubicBezTo>
                  <a:cubicBezTo>
                    <a:pt x="80108" y="12510"/>
                    <a:pt x="80403" y="12298"/>
                    <a:pt x="80662" y="12033"/>
                  </a:cubicBezTo>
                  <a:cubicBezTo>
                    <a:pt x="80920" y="11768"/>
                    <a:pt x="81129" y="11466"/>
                    <a:pt x="81288" y="11128"/>
                  </a:cubicBezTo>
                  <a:cubicBezTo>
                    <a:pt x="81448" y="10790"/>
                    <a:pt x="81527" y="10442"/>
                    <a:pt x="81527" y="10084"/>
                  </a:cubicBezTo>
                  <a:cubicBezTo>
                    <a:pt x="81527" y="9633"/>
                    <a:pt x="81457" y="9249"/>
                    <a:pt x="81318" y="8930"/>
                  </a:cubicBezTo>
                  <a:cubicBezTo>
                    <a:pt x="81179" y="8612"/>
                    <a:pt x="80983" y="8340"/>
                    <a:pt x="80731" y="8115"/>
                  </a:cubicBezTo>
                  <a:cubicBezTo>
                    <a:pt x="80480" y="7890"/>
                    <a:pt x="80181" y="7701"/>
                    <a:pt x="79836" y="7548"/>
                  </a:cubicBezTo>
                  <a:cubicBezTo>
                    <a:pt x="79492" y="7396"/>
                    <a:pt x="79114" y="7260"/>
                    <a:pt x="78703" y="7140"/>
                  </a:cubicBezTo>
                  <a:cubicBezTo>
                    <a:pt x="78557" y="7101"/>
                    <a:pt x="78404" y="7057"/>
                    <a:pt x="78245" y="7011"/>
                  </a:cubicBezTo>
                  <a:cubicBezTo>
                    <a:pt x="78086" y="6965"/>
                    <a:pt x="77937" y="6908"/>
                    <a:pt x="77798" y="6842"/>
                  </a:cubicBezTo>
                  <a:cubicBezTo>
                    <a:pt x="77659" y="6776"/>
                    <a:pt x="77533" y="6693"/>
                    <a:pt x="77420" y="6593"/>
                  </a:cubicBezTo>
                  <a:cubicBezTo>
                    <a:pt x="77307" y="6494"/>
                    <a:pt x="77211" y="6371"/>
                    <a:pt x="77131" y="6225"/>
                  </a:cubicBezTo>
                  <a:cubicBezTo>
                    <a:pt x="77092" y="5854"/>
                    <a:pt x="77165" y="5589"/>
                    <a:pt x="77350" y="5430"/>
                  </a:cubicBezTo>
                  <a:cubicBezTo>
                    <a:pt x="77536" y="5271"/>
                    <a:pt x="77768" y="5181"/>
                    <a:pt x="78046" y="5161"/>
                  </a:cubicBezTo>
                  <a:cubicBezTo>
                    <a:pt x="78325" y="5141"/>
                    <a:pt x="78607" y="5168"/>
                    <a:pt x="78892" y="5241"/>
                  </a:cubicBezTo>
                  <a:cubicBezTo>
                    <a:pt x="79177" y="5314"/>
                    <a:pt x="79399" y="5390"/>
                    <a:pt x="79558" y="5470"/>
                  </a:cubicBezTo>
                  <a:cubicBezTo>
                    <a:pt x="79757" y="5576"/>
                    <a:pt x="79946" y="5629"/>
                    <a:pt x="80125" y="5629"/>
                  </a:cubicBezTo>
                  <a:cubicBezTo>
                    <a:pt x="80304" y="5629"/>
                    <a:pt x="80463" y="5589"/>
                    <a:pt x="80602" y="5509"/>
                  </a:cubicBezTo>
                  <a:cubicBezTo>
                    <a:pt x="80741" y="5430"/>
                    <a:pt x="80854" y="5327"/>
                    <a:pt x="80940" y="5201"/>
                  </a:cubicBezTo>
                  <a:cubicBezTo>
                    <a:pt x="81027" y="5075"/>
                    <a:pt x="81070" y="4933"/>
                    <a:pt x="81070" y="4773"/>
                  </a:cubicBezTo>
                  <a:cubicBezTo>
                    <a:pt x="81070" y="4641"/>
                    <a:pt x="81023" y="4502"/>
                    <a:pt x="80930" y="4356"/>
                  </a:cubicBezTo>
                  <a:cubicBezTo>
                    <a:pt x="80838" y="4210"/>
                    <a:pt x="80698" y="4071"/>
                    <a:pt x="80513" y="3938"/>
                  </a:cubicBezTo>
                  <a:cubicBezTo>
                    <a:pt x="80035" y="3673"/>
                    <a:pt x="79495" y="3487"/>
                    <a:pt x="78892" y="3381"/>
                  </a:cubicBezTo>
                  <a:cubicBezTo>
                    <a:pt x="78288" y="3275"/>
                    <a:pt x="77708" y="3295"/>
                    <a:pt x="77151" y="3441"/>
                  </a:cubicBezTo>
                  <a:cubicBezTo>
                    <a:pt x="76873" y="3507"/>
                    <a:pt x="76611" y="3630"/>
                    <a:pt x="76366" y="3809"/>
                  </a:cubicBezTo>
                  <a:cubicBezTo>
                    <a:pt x="76120" y="3988"/>
                    <a:pt x="75908" y="4200"/>
                    <a:pt x="75729" y="4445"/>
                  </a:cubicBezTo>
                  <a:cubicBezTo>
                    <a:pt x="75550" y="4691"/>
                    <a:pt x="75408" y="4959"/>
                    <a:pt x="75302" y="5251"/>
                  </a:cubicBezTo>
                  <a:cubicBezTo>
                    <a:pt x="75196" y="5543"/>
                    <a:pt x="75143" y="5828"/>
                    <a:pt x="75143" y="6106"/>
                  </a:cubicBezTo>
                  <a:cubicBezTo>
                    <a:pt x="75143" y="6305"/>
                    <a:pt x="75182" y="6520"/>
                    <a:pt x="75262" y="6752"/>
                  </a:cubicBezTo>
                  <a:cubicBezTo>
                    <a:pt x="75341" y="6985"/>
                    <a:pt x="75454" y="7200"/>
                    <a:pt x="75600" y="7399"/>
                  </a:cubicBezTo>
                  <a:cubicBezTo>
                    <a:pt x="75759" y="7611"/>
                    <a:pt x="75925" y="7787"/>
                    <a:pt x="76097" y="7926"/>
                  </a:cubicBezTo>
                  <a:cubicBezTo>
                    <a:pt x="76270" y="8065"/>
                    <a:pt x="76449" y="8181"/>
                    <a:pt x="76634" y="8274"/>
                  </a:cubicBezTo>
                  <a:cubicBezTo>
                    <a:pt x="76820" y="8367"/>
                    <a:pt x="77012" y="8443"/>
                    <a:pt x="77211" y="8503"/>
                  </a:cubicBezTo>
                  <a:cubicBezTo>
                    <a:pt x="77410" y="8562"/>
                    <a:pt x="77609" y="8619"/>
                    <a:pt x="77808" y="8672"/>
                  </a:cubicBezTo>
                  <a:cubicBezTo>
                    <a:pt x="77927" y="8712"/>
                    <a:pt x="78056" y="8745"/>
                    <a:pt x="78196" y="8771"/>
                  </a:cubicBezTo>
                  <a:cubicBezTo>
                    <a:pt x="78335" y="8798"/>
                    <a:pt x="78481" y="8838"/>
                    <a:pt x="78633" y="8891"/>
                  </a:cubicBezTo>
                  <a:cubicBezTo>
                    <a:pt x="78786" y="8944"/>
                    <a:pt x="78931" y="9023"/>
                    <a:pt x="79071" y="9129"/>
                  </a:cubicBezTo>
                  <a:cubicBezTo>
                    <a:pt x="79210" y="9235"/>
                    <a:pt x="79339" y="9381"/>
                    <a:pt x="79459" y="9567"/>
                  </a:cubicBezTo>
                  <a:cubicBezTo>
                    <a:pt x="79551" y="9713"/>
                    <a:pt x="79598" y="9872"/>
                    <a:pt x="79598" y="10044"/>
                  </a:cubicBezTo>
                  <a:cubicBezTo>
                    <a:pt x="79598" y="10217"/>
                    <a:pt x="79561" y="10376"/>
                    <a:pt x="79488" y="10522"/>
                  </a:cubicBezTo>
                  <a:cubicBezTo>
                    <a:pt x="79415" y="10667"/>
                    <a:pt x="79303" y="10797"/>
                    <a:pt x="79150" y="10909"/>
                  </a:cubicBezTo>
                  <a:cubicBezTo>
                    <a:pt x="78998" y="11022"/>
                    <a:pt x="78822" y="11098"/>
                    <a:pt x="78623" y="11138"/>
                  </a:cubicBezTo>
                  <a:cubicBezTo>
                    <a:pt x="78199" y="11218"/>
                    <a:pt x="77794" y="11131"/>
                    <a:pt x="77410" y="10880"/>
                  </a:cubicBezTo>
                  <a:cubicBezTo>
                    <a:pt x="77025" y="10628"/>
                    <a:pt x="76694" y="10316"/>
                    <a:pt x="76415" y="9945"/>
                  </a:cubicBezTo>
                  <a:cubicBezTo>
                    <a:pt x="76150" y="9772"/>
                    <a:pt x="75905" y="9686"/>
                    <a:pt x="75680" y="9686"/>
                  </a:cubicBezTo>
                  <a:cubicBezTo>
                    <a:pt x="75335" y="9686"/>
                    <a:pt x="75073" y="9815"/>
                    <a:pt x="74894" y="10074"/>
                  </a:cubicBezTo>
                  <a:cubicBezTo>
                    <a:pt x="74715" y="10333"/>
                    <a:pt x="74718" y="10654"/>
                    <a:pt x="74904" y="11039"/>
                  </a:cubicBezTo>
                  <a:close/>
                  <a:moveTo>
                    <a:pt x="89861" y="10064"/>
                  </a:moveTo>
                  <a:cubicBezTo>
                    <a:pt x="89476" y="10303"/>
                    <a:pt x="89055" y="10531"/>
                    <a:pt x="88598" y="10750"/>
                  </a:cubicBezTo>
                  <a:cubicBezTo>
                    <a:pt x="88140" y="10969"/>
                    <a:pt x="87699" y="11092"/>
                    <a:pt x="87275" y="11118"/>
                  </a:cubicBezTo>
                  <a:cubicBezTo>
                    <a:pt x="86771" y="11158"/>
                    <a:pt x="86347" y="11065"/>
                    <a:pt x="86002" y="10840"/>
                  </a:cubicBezTo>
                  <a:cubicBezTo>
                    <a:pt x="85657" y="10614"/>
                    <a:pt x="85392" y="10309"/>
                    <a:pt x="85207" y="9925"/>
                  </a:cubicBezTo>
                  <a:cubicBezTo>
                    <a:pt x="85233" y="9925"/>
                    <a:pt x="85303" y="9912"/>
                    <a:pt x="85415" y="9885"/>
                  </a:cubicBezTo>
                  <a:cubicBezTo>
                    <a:pt x="85528" y="9859"/>
                    <a:pt x="85790" y="9792"/>
                    <a:pt x="86201" y="9686"/>
                  </a:cubicBezTo>
                  <a:cubicBezTo>
                    <a:pt x="86586" y="9593"/>
                    <a:pt x="86997" y="9487"/>
                    <a:pt x="87434" y="9368"/>
                  </a:cubicBezTo>
                  <a:cubicBezTo>
                    <a:pt x="87872" y="9249"/>
                    <a:pt x="88296" y="9103"/>
                    <a:pt x="88707" y="8930"/>
                  </a:cubicBezTo>
                  <a:cubicBezTo>
                    <a:pt x="89118" y="8758"/>
                    <a:pt x="89496" y="8556"/>
                    <a:pt x="89841" y="8324"/>
                  </a:cubicBezTo>
                  <a:cubicBezTo>
                    <a:pt x="90186" y="8092"/>
                    <a:pt x="90457" y="7817"/>
                    <a:pt x="90656" y="7498"/>
                  </a:cubicBezTo>
                  <a:cubicBezTo>
                    <a:pt x="90762" y="7339"/>
                    <a:pt x="90835" y="7173"/>
                    <a:pt x="90875" y="7001"/>
                  </a:cubicBezTo>
                  <a:cubicBezTo>
                    <a:pt x="90915" y="6829"/>
                    <a:pt x="90935" y="6650"/>
                    <a:pt x="90935" y="6464"/>
                  </a:cubicBezTo>
                  <a:cubicBezTo>
                    <a:pt x="90935" y="6186"/>
                    <a:pt x="90882" y="5907"/>
                    <a:pt x="90776" y="5629"/>
                  </a:cubicBezTo>
                  <a:cubicBezTo>
                    <a:pt x="90670" y="5350"/>
                    <a:pt x="90524" y="5095"/>
                    <a:pt x="90338" y="4863"/>
                  </a:cubicBezTo>
                  <a:cubicBezTo>
                    <a:pt x="90152" y="4631"/>
                    <a:pt x="89934" y="4432"/>
                    <a:pt x="89682" y="4266"/>
                  </a:cubicBezTo>
                  <a:cubicBezTo>
                    <a:pt x="89430" y="4101"/>
                    <a:pt x="89158" y="3985"/>
                    <a:pt x="88866" y="3918"/>
                  </a:cubicBezTo>
                  <a:cubicBezTo>
                    <a:pt x="88561" y="3852"/>
                    <a:pt x="88250" y="3819"/>
                    <a:pt x="87931" y="3819"/>
                  </a:cubicBezTo>
                  <a:cubicBezTo>
                    <a:pt x="87335" y="3819"/>
                    <a:pt x="86758" y="3918"/>
                    <a:pt x="86201" y="4117"/>
                  </a:cubicBezTo>
                  <a:cubicBezTo>
                    <a:pt x="85644" y="4316"/>
                    <a:pt x="85127" y="4581"/>
                    <a:pt x="84650" y="4913"/>
                  </a:cubicBezTo>
                  <a:cubicBezTo>
                    <a:pt x="84053" y="5310"/>
                    <a:pt x="83619" y="5828"/>
                    <a:pt x="83347" y="6464"/>
                  </a:cubicBezTo>
                  <a:cubicBezTo>
                    <a:pt x="83075" y="7101"/>
                    <a:pt x="82939" y="7764"/>
                    <a:pt x="82939" y="8453"/>
                  </a:cubicBezTo>
                  <a:cubicBezTo>
                    <a:pt x="82939" y="9156"/>
                    <a:pt x="83095" y="9842"/>
                    <a:pt x="83407" y="10512"/>
                  </a:cubicBezTo>
                  <a:cubicBezTo>
                    <a:pt x="83718" y="11181"/>
                    <a:pt x="84152" y="11722"/>
                    <a:pt x="84709" y="12133"/>
                  </a:cubicBezTo>
                  <a:cubicBezTo>
                    <a:pt x="85054" y="12371"/>
                    <a:pt x="85425" y="12547"/>
                    <a:pt x="85823" y="12660"/>
                  </a:cubicBezTo>
                  <a:cubicBezTo>
                    <a:pt x="86221" y="12772"/>
                    <a:pt x="86612" y="12829"/>
                    <a:pt x="86997" y="12829"/>
                  </a:cubicBezTo>
                  <a:cubicBezTo>
                    <a:pt x="87646" y="12829"/>
                    <a:pt x="88293" y="12713"/>
                    <a:pt x="88936" y="12481"/>
                  </a:cubicBezTo>
                  <a:cubicBezTo>
                    <a:pt x="89579" y="12249"/>
                    <a:pt x="90179" y="11967"/>
                    <a:pt x="90736" y="11635"/>
                  </a:cubicBezTo>
                  <a:cubicBezTo>
                    <a:pt x="90935" y="11516"/>
                    <a:pt x="91081" y="11387"/>
                    <a:pt x="91173" y="11248"/>
                  </a:cubicBezTo>
                  <a:cubicBezTo>
                    <a:pt x="91266" y="11108"/>
                    <a:pt x="91313" y="10966"/>
                    <a:pt x="91313" y="10820"/>
                  </a:cubicBezTo>
                  <a:cubicBezTo>
                    <a:pt x="91313" y="10674"/>
                    <a:pt x="91276" y="10538"/>
                    <a:pt x="91203" y="10412"/>
                  </a:cubicBezTo>
                  <a:cubicBezTo>
                    <a:pt x="91130" y="10286"/>
                    <a:pt x="91031" y="10183"/>
                    <a:pt x="90905" y="10104"/>
                  </a:cubicBezTo>
                  <a:cubicBezTo>
                    <a:pt x="90779" y="10024"/>
                    <a:pt x="90627" y="9978"/>
                    <a:pt x="90448" y="9965"/>
                  </a:cubicBezTo>
                  <a:cubicBezTo>
                    <a:pt x="90269" y="9951"/>
                    <a:pt x="90073" y="9985"/>
                    <a:pt x="89861" y="10064"/>
                  </a:cubicBezTo>
                  <a:close/>
                  <a:moveTo>
                    <a:pt x="86201" y="6066"/>
                  </a:moveTo>
                  <a:cubicBezTo>
                    <a:pt x="86427" y="5960"/>
                    <a:pt x="86712" y="5851"/>
                    <a:pt x="87056" y="5738"/>
                  </a:cubicBezTo>
                  <a:cubicBezTo>
                    <a:pt x="87401" y="5625"/>
                    <a:pt x="87726" y="5569"/>
                    <a:pt x="88031" y="5569"/>
                  </a:cubicBezTo>
                  <a:cubicBezTo>
                    <a:pt x="88309" y="5569"/>
                    <a:pt x="88548" y="5642"/>
                    <a:pt x="88747" y="5788"/>
                  </a:cubicBezTo>
                  <a:cubicBezTo>
                    <a:pt x="88946" y="5934"/>
                    <a:pt x="89032" y="6199"/>
                    <a:pt x="89006" y="6583"/>
                  </a:cubicBezTo>
                  <a:cubicBezTo>
                    <a:pt x="88926" y="6743"/>
                    <a:pt x="88770" y="6888"/>
                    <a:pt x="88538" y="7021"/>
                  </a:cubicBezTo>
                  <a:cubicBezTo>
                    <a:pt x="88306" y="7154"/>
                    <a:pt x="88054" y="7270"/>
                    <a:pt x="87782" y="7369"/>
                  </a:cubicBezTo>
                  <a:cubicBezTo>
                    <a:pt x="87510" y="7469"/>
                    <a:pt x="87242" y="7555"/>
                    <a:pt x="86977" y="7628"/>
                  </a:cubicBezTo>
                  <a:cubicBezTo>
                    <a:pt x="86712" y="7701"/>
                    <a:pt x="86513" y="7757"/>
                    <a:pt x="86380" y="7797"/>
                  </a:cubicBezTo>
                  <a:cubicBezTo>
                    <a:pt x="86009" y="7903"/>
                    <a:pt x="85724" y="7986"/>
                    <a:pt x="85525" y="8045"/>
                  </a:cubicBezTo>
                  <a:cubicBezTo>
                    <a:pt x="85326" y="8105"/>
                    <a:pt x="85177" y="8148"/>
                    <a:pt x="85077" y="8175"/>
                  </a:cubicBezTo>
                  <a:cubicBezTo>
                    <a:pt x="84978" y="8201"/>
                    <a:pt x="84918" y="8218"/>
                    <a:pt x="84898" y="8224"/>
                  </a:cubicBezTo>
                  <a:lnTo>
                    <a:pt x="84869" y="8234"/>
                  </a:lnTo>
                  <a:cubicBezTo>
                    <a:pt x="84895" y="7770"/>
                    <a:pt x="85014" y="7349"/>
                    <a:pt x="85227" y="6971"/>
                  </a:cubicBezTo>
                  <a:cubicBezTo>
                    <a:pt x="85439" y="6593"/>
                    <a:pt x="85764" y="6292"/>
                    <a:pt x="86201" y="6066"/>
                  </a:cubicBezTo>
                  <a:close/>
                  <a:moveTo>
                    <a:pt x="93958" y="5629"/>
                  </a:moveTo>
                  <a:lnTo>
                    <a:pt x="94952" y="5629"/>
                  </a:lnTo>
                  <a:lnTo>
                    <a:pt x="94952" y="8672"/>
                  </a:lnTo>
                  <a:cubicBezTo>
                    <a:pt x="94952" y="9202"/>
                    <a:pt x="94956" y="9736"/>
                    <a:pt x="94962" y="10273"/>
                  </a:cubicBezTo>
                  <a:cubicBezTo>
                    <a:pt x="94969" y="10810"/>
                    <a:pt x="94972" y="11330"/>
                    <a:pt x="94972" y="11834"/>
                  </a:cubicBezTo>
                  <a:cubicBezTo>
                    <a:pt x="95012" y="12139"/>
                    <a:pt x="95128" y="12365"/>
                    <a:pt x="95320" y="12510"/>
                  </a:cubicBezTo>
                  <a:cubicBezTo>
                    <a:pt x="95513" y="12656"/>
                    <a:pt x="95722" y="12729"/>
                    <a:pt x="95947" y="12729"/>
                  </a:cubicBezTo>
                  <a:cubicBezTo>
                    <a:pt x="96172" y="12729"/>
                    <a:pt x="96391" y="12650"/>
                    <a:pt x="96603" y="12491"/>
                  </a:cubicBezTo>
                  <a:cubicBezTo>
                    <a:pt x="96815" y="12331"/>
                    <a:pt x="96922" y="12086"/>
                    <a:pt x="96922" y="11755"/>
                  </a:cubicBezTo>
                  <a:cubicBezTo>
                    <a:pt x="96922" y="11344"/>
                    <a:pt x="96918" y="10933"/>
                    <a:pt x="96912" y="10522"/>
                  </a:cubicBezTo>
                  <a:cubicBezTo>
                    <a:pt x="96905" y="10110"/>
                    <a:pt x="96902" y="9699"/>
                    <a:pt x="96902" y="9288"/>
                  </a:cubicBezTo>
                  <a:lnTo>
                    <a:pt x="96902" y="5629"/>
                  </a:lnTo>
                  <a:lnTo>
                    <a:pt x="98592" y="5629"/>
                  </a:lnTo>
                  <a:cubicBezTo>
                    <a:pt x="99202" y="5470"/>
                    <a:pt x="99507" y="5178"/>
                    <a:pt x="99507" y="4754"/>
                  </a:cubicBezTo>
                  <a:cubicBezTo>
                    <a:pt x="99507" y="4568"/>
                    <a:pt x="99438" y="4396"/>
                    <a:pt x="99298" y="4236"/>
                  </a:cubicBezTo>
                  <a:cubicBezTo>
                    <a:pt x="99159" y="4077"/>
                    <a:pt x="98944" y="3958"/>
                    <a:pt x="98652" y="3878"/>
                  </a:cubicBezTo>
                  <a:lnTo>
                    <a:pt x="96902" y="3878"/>
                  </a:lnTo>
                  <a:lnTo>
                    <a:pt x="96902" y="776"/>
                  </a:lnTo>
                  <a:cubicBezTo>
                    <a:pt x="96835" y="510"/>
                    <a:pt x="96709" y="315"/>
                    <a:pt x="96524" y="189"/>
                  </a:cubicBezTo>
                  <a:cubicBezTo>
                    <a:pt x="96338" y="63"/>
                    <a:pt x="96139" y="0"/>
                    <a:pt x="95927" y="0"/>
                  </a:cubicBezTo>
                  <a:cubicBezTo>
                    <a:pt x="95702" y="0"/>
                    <a:pt x="95499" y="70"/>
                    <a:pt x="95320" y="209"/>
                  </a:cubicBezTo>
                  <a:cubicBezTo>
                    <a:pt x="95141" y="348"/>
                    <a:pt x="95019" y="557"/>
                    <a:pt x="94952" y="835"/>
                  </a:cubicBezTo>
                  <a:lnTo>
                    <a:pt x="94952" y="3878"/>
                  </a:lnTo>
                  <a:lnTo>
                    <a:pt x="94038" y="3878"/>
                  </a:lnTo>
                  <a:cubicBezTo>
                    <a:pt x="93680" y="3878"/>
                    <a:pt x="93411" y="3971"/>
                    <a:pt x="93232" y="4157"/>
                  </a:cubicBezTo>
                  <a:cubicBezTo>
                    <a:pt x="93053" y="4343"/>
                    <a:pt x="92964" y="4541"/>
                    <a:pt x="92964" y="4754"/>
                  </a:cubicBezTo>
                  <a:cubicBezTo>
                    <a:pt x="92964" y="4966"/>
                    <a:pt x="93046" y="5151"/>
                    <a:pt x="93212" y="5310"/>
                  </a:cubicBezTo>
                  <a:cubicBezTo>
                    <a:pt x="93378" y="5470"/>
                    <a:pt x="93627" y="5576"/>
                    <a:pt x="93958" y="5629"/>
                  </a:cubicBezTo>
                  <a:close/>
                  <a:moveTo>
                    <a:pt x="108835" y="11039"/>
                  </a:moveTo>
                  <a:cubicBezTo>
                    <a:pt x="108690" y="10866"/>
                    <a:pt x="108570" y="10644"/>
                    <a:pt x="108477" y="10372"/>
                  </a:cubicBezTo>
                  <a:cubicBezTo>
                    <a:pt x="108385" y="10101"/>
                    <a:pt x="108308" y="9799"/>
                    <a:pt x="108249" y="9467"/>
                  </a:cubicBezTo>
                  <a:cubicBezTo>
                    <a:pt x="108189" y="9136"/>
                    <a:pt x="108149" y="8788"/>
                    <a:pt x="108129" y="8423"/>
                  </a:cubicBezTo>
                  <a:cubicBezTo>
                    <a:pt x="108109" y="8059"/>
                    <a:pt x="108099" y="7697"/>
                    <a:pt x="108099" y="7339"/>
                  </a:cubicBezTo>
                  <a:cubicBezTo>
                    <a:pt x="108099" y="7074"/>
                    <a:pt x="108106" y="6815"/>
                    <a:pt x="108119" y="6564"/>
                  </a:cubicBezTo>
                  <a:cubicBezTo>
                    <a:pt x="108133" y="6312"/>
                    <a:pt x="108152" y="6073"/>
                    <a:pt x="108179" y="5848"/>
                  </a:cubicBezTo>
                  <a:cubicBezTo>
                    <a:pt x="108219" y="5490"/>
                    <a:pt x="108239" y="5171"/>
                    <a:pt x="108239" y="4893"/>
                  </a:cubicBezTo>
                  <a:cubicBezTo>
                    <a:pt x="108239" y="4575"/>
                    <a:pt x="108143" y="4336"/>
                    <a:pt x="107950" y="4177"/>
                  </a:cubicBezTo>
                  <a:cubicBezTo>
                    <a:pt x="107758" y="4018"/>
                    <a:pt x="107543" y="3938"/>
                    <a:pt x="107304" y="3938"/>
                  </a:cubicBezTo>
                  <a:cubicBezTo>
                    <a:pt x="106999" y="3938"/>
                    <a:pt x="106770" y="4041"/>
                    <a:pt x="106618" y="4246"/>
                  </a:cubicBezTo>
                  <a:cubicBezTo>
                    <a:pt x="106465" y="4452"/>
                    <a:pt x="106352" y="4717"/>
                    <a:pt x="106280" y="5042"/>
                  </a:cubicBezTo>
                  <a:cubicBezTo>
                    <a:pt x="106207" y="5367"/>
                    <a:pt x="106167" y="5728"/>
                    <a:pt x="106160" y="6126"/>
                  </a:cubicBezTo>
                  <a:cubicBezTo>
                    <a:pt x="106154" y="6524"/>
                    <a:pt x="106150" y="6915"/>
                    <a:pt x="106150" y="7299"/>
                  </a:cubicBezTo>
                  <a:cubicBezTo>
                    <a:pt x="106150" y="7962"/>
                    <a:pt x="106190" y="8612"/>
                    <a:pt x="106270" y="9249"/>
                  </a:cubicBezTo>
                  <a:cubicBezTo>
                    <a:pt x="105965" y="9633"/>
                    <a:pt x="105646" y="9975"/>
                    <a:pt x="105315" y="10273"/>
                  </a:cubicBezTo>
                  <a:cubicBezTo>
                    <a:pt x="104983" y="10571"/>
                    <a:pt x="104625" y="10720"/>
                    <a:pt x="104241" y="10720"/>
                  </a:cubicBezTo>
                  <a:cubicBezTo>
                    <a:pt x="103764" y="10720"/>
                    <a:pt x="103386" y="10495"/>
                    <a:pt x="103107" y="10044"/>
                  </a:cubicBezTo>
                  <a:cubicBezTo>
                    <a:pt x="102829" y="9593"/>
                    <a:pt x="102690" y="9010"/>
                    <a:pt x="102690" y="8294"/>
                  </a:cubicBezTo>
                  <a:cubicBezTo>
                    <a:pt x="102690" y="7962"/>
                    <a:pt x="102693" y="7651"/>
                    <a:pt x="102699" y="7359"/>
                  </a:cubicBezTo>
                  <a:cubicBezTo>
                    <a:pt x="102706" y="7067"/>
                    <a:pt x="102716" y="6769"/>
                    <a:pt x="102729" y="6464"/>
                  </a:cubicBezTo>
                  <a:cubicBezTo>
                    <a:pt x="102743" y="6172"/>
                    <a:pt x="102749" y="5881"/>
                    <a:pt x="102749" y="5589"/>
                  </a:cubicBezTo>
                  <a:lnTo>
                    <a:pt x="102749" y="4694"/>
                  </a:lnTo>
                  <a:cubicBezTo>
                    <a:pt x="102683" y="4429"/>
                    <a:pt x="102554" y="4233"/>
                    <a:pt x="102361" y="4107"/>
                  </a:cubicBezTo>
                  <a:cubicBezTo>
                    <a:pt x="102169" y="3981"/>
                    <a:pt x="101973" y="3918"/>
                    <a:pt x="101775" y="3918"/>
                  </a:cubicBezTo>
                  <a:cubicBezTo>
                    <a:pt x="101536" y="3918"/>
                    <a:pt x="101327" y="3985"/>
                    <a:pt x="101148" y="4117"/>
                  </a:cubicBezTo>
                  <a:cubicBezTo>
                    <a:pt x="100969" y="4250"/>
                    <a:pt x="100846" y="4462"/>
                    <a:pt x="100780" y="4754"/>
                  </a:cubicBezTo>
                  <a:cubicBezTo>
                    <a:pt x="100780" y="4939"/>
                    <a:pt x="100777" y="5138"/>
                    <a:pt x="100770" y="5350"/>
                  </a:cubicBezTo>
                  <a:cubicBezTo>
                    <a:pt x="100764" y="5562"/>
                    <a:pt x="100754" y="5781"/>
                    <a:pt x="100740" y="6007"/>
                  </a:cubicBezTo>
                  <a:cubicBezTo>
                    <a:pt x="100727" y="6272"/>
                    <a:pt x="100720" y="6544"/>
                    <a:pt x="100720" y="6822"/>
                  </a:cubicBezTo>
                  <a:lnTo>
                    <a:pt x="100720" y="7677"/>
                  </a:lnTo>
                  <a:cubicBezTo>
                    <a:pt x="100720" y="8128"/>
                    <a:pt x="100737" y="8559"/>
                    <a:pt x="100770" y="8970"/>
                  </a:cubicBezTo>
                  <a:cubicBezTo>
                    <a:pt x="100803" y="9381"/>
                    <a:pt x="100873" y="9759"/>
                    <a:pt x="100979" y="10104"/>
                  </a:cubicBezTo>
                  <a:cubicBezTo>
                    <a:pt x="101098" y="10435"/>
                    <a:pt x="101267" y="10747"/>
                    <a:pt x="101486" y="11039"/>
                  </a:cubicBezTo>
                  <a:cubicBezTo>
                    <a:pt x="101705" y="11330"/>
                    <a:pt x="101964" y="11586"/>
                    <a:pt x="102262" y="11804"/>
                  </a:cubicBezTo>
                  <a:cubicBezTo>
                    <a:pt x="102560" y="12023"/>
                    <a:pt x="102885" y="12196"/>
                    <a:pt x="103236" y="12322"/>
                  </a:cubicBezTo>
                  <a:cubicBezTo>
                    <a:pt x="103588" y="12448"/>
                    <a:pt x="103943" y="12510"/>
                    <a:pt x="104301" y="12510"/>
                  </a:cubicBezTo>
                  <a:cubicBezTo>
                    <a:pt x="104765" y="12510"/>
                    <a:pt x="105222" y="12398"/>
                    <a:pt x="105673" y="12172"/>
                  </a:cubicBezTo>
                  <a:cubicBezTo>
                    <a:pt x="106124" y="11947"/>
                    <a:pt x="106515" y="11682"/>
                    <a:pt x="106846" y="11377"/>
                  </a:cubicBezTo>
                  <a:cubicBezTo>
                    <a:pt x="106992" y="11682"/>
                    <a:pt x="107175" y="11947"/>
                    <a:pt x="107393" y="12172"/>
                  </a:cubicBezTo>
                  <a:cubicBezTo>
                    <a:pt x="107612" y="12398"/>
                    <a:pt x="107874" y="12510"/>
                    <a:pt x="108179" y="12510"/>
                  </a:cubicBezTo>
                  <a:cubicBezTo>
                    <a:pt x="108431" y="12510"/>
                    <a:pt x="108646" y="12434"/>
                    <a:pt x="108825" y="12282"/>
                  </a:cubicBezTo>
                  <a:cubicBezTo>
                    <a:pt x="109004" y="12129"/>
                    <a:pt x="109094" y="11934"/>
                    <a:pt x="109094" y="11695"/>
                  </a:cubicBezTo>
                  <a:cubicBezTo>
                    <a:pt x="109094" y="11496"/>
                    <a:pt x="109008" y="11277"/>
                    <a:pt x="108835" y="11039"/>
                  </a:cubicBezTo>
                  <a:close/>
                  <a:moveTo>
                    <a:pt x="110486" y="4515"/>
                  </a:moveTo>
                  <a:lnTo>
                    <a:pt x="110486" y="16469"/>
                  </a:lnTo>
                  <a:cubicBezTo>
                    <a:pt x="110526" y="16773"/>
                    <a:pt x="110642" y="16999"/>
                    <a:pt x="110834" y="17145"/>
                  </a:cubicBezTo>
                  <a:cubicBezTo>
                    <a:pt x="111027" y="17291"/>
                    <a:pt x="111235" y="17364"/>
                    <a:pt x="111461" y="17364"/>
                  </a:cubicBezTo>
                  <a:cubicBezTo>
                    <a:pt x="111699" y="17364"/>
                    <a:pt x="111922" y="17284"/>
                    <a:pt x="112127" y="17125"/>
                  </a:cubicBezTo>
                  <a:cubicBezTo>
                    <a:pt x="112333" y="16966"/>
                    <a:pt x="112442" y="16720"/>
                    <a:pt x="112455" y="16389"/>
                  </a:cubicBezTo>
                  <a:lnTo>
                    <a:pt x="112455" y="12371"/>
                  </a:lnTo>
                  <a:cubicBezTo>
                    <a:pt x="112601" y="12398"/>
                    <a:pt x="112747" y="12411"/>
                    <a:pt x="112893" y="12411"/>
                  </a:cubicBezTo>
                  <a:lnTo>
                    <a:pt x="113350" y="12411"/>
                  </a:lnTo>
                  <a:cubicBezTo>
                    <a:pt x="114146" y="12411"/>
                    <a:pt x="114842" y="12302"/>
                    <a:pt x="115439" y="12083"/>
                  </a:cubicBezTo>
                  <a:cubicBezTo>
                    <a:pt x="116035" y="11864"/>
                    <a:pt x="116539" y="11562"/>
                    <a:pt x="116950" y="11178"/>
                  </a:cubicBezTo>
                  <a:cubicBezTo>
                    <a:pt x="117361" y="10793"/>
                    <a:pt x="117670" y="10336"/>
                    <a:pt x="117875" y="9806"/>
                  </a:cubicBezTo>
                  <a:cubicBezTo>
                    <a:pt x="118081" y="9275"/>
                    <a:pt x="118183" y="8692"/>
                    <a:pt x="118183" y="8055"/>
                  </a:cubicBezTo>
                  <a:cubicBezTo>
                    <a:pt x="118183" y="7485"/>
                    <a:pt x="118087" y="6941"/>
                    <a:pt x="117895" y="6424"/>
                  </a:cubicBezTo>
                  <a:cubicBezTo>
                    <a:pt x="117703" y="5907"/>
                    <a:pt x="117438" y="5456"/>
                    <a:pt x="117099" y="5072"/>
                  </a:cubicBezTo>
                  <a:cubicBezTo>
                    <a:pt x="116761" y="4687"/>
                    <a:pt x="116364" y="4382"/>
                    <a:pt x="115906" y="4157"/>
                  </a:cubicBezTo>
                  <a:cubicBezTo>
                    <a:pt x="115449" y="3931"/>
                    <a:pt x="114955" y="3819"/>
                    <a:pt x="114424" y="3819"/>
                  </a:cubicBezTo>
                  <a:cubicBezTo>
                    <a:pt x="114080" y="3819"/>
                    <a:pt x="113735" y="3865"/>
                    <a:pt x="113390" y="3958"/>
                  </a:cubicBezTo>
                  <a:cubicBezTo>
                    <a:pt x="113045" y="4051"/>
                    <a:pt x="112727" y="4190"/>
                    <a:pt x="112435" y="4376"/>
                  </a:cubicBezTo>
                  <a:cubicBezTo>
                    <a:pt x="112356" y="4150"/>
                    <a:pt x="112223" y="3978"/>
                    <a:pt x="112038" y="3859"/>
                  </a:cubicBezTo>
                  <a:cubicBezTo>
                    <a:pt x="111852" y="3739"/>
                    <a:pt x="111660" y="3680"/>
                    <a:pt x="111461" y="3680"/>
                  </a:cubicBezTo>
                  <a:cubicBezTo>
                    <a:pt x="111235" y="3680"/>
                    <a:pt x="111033" y="3749"/>
                    <a:pt x="110854" y="3888"/>
                  </a:cubicBezTo>
                  <a:cubicBezTo>
                    <a:pt x="110675" y="4028"/>
                    <a:pt x="110552" y="4236"/>
                    <a:pt x="110486" y="4515"/>
                  </a:cubicBezTo>
                  <a:close/>
                  <a:moveTo>
                    <a:pt x="112455" y="6941"/>
                  </a:moveTo>
                  <a:lnTo>
                    <a:pt x="112594" y="6782"/>
                  </a:lnTo>
                  <a:cubicBezTo>
                    <a:pt x="112820" y="6491"/>
                    <a:pt x="113092" y="6209"/>
                    <a:pt x="113410" y="5937"/>
                  </a:cubicBezTo>
                  <a:cubicBezTo>
                    <a:pt x="113728" y="5665"/>
                    <a:pt x="114093" y="5529"/>
                    <a:pt x="114504" y="5529"/>
                  </a:cubicBezTo>
                  <a:cubicBezTo>
                    <a:pt x="114756" y="5529"/>
                    <a:pt x="114991" y="5609"/>
                    <a:pt x="115210" y="5768"/>
                  </a:cubicBezTo>
                  <a:cubicBezTo>
                    <a:pt x="115429" y="5927"/>
                    <a:pt x="115618" y="6133"/>
                    <a:pt x="115777" y="6385"/>
                  </a:cubicBezTo>
                  <a:cubicBezTo>
                    <a:pt x="115936" y="6636"/>
                    <a:pt x="116059" y="6918"/>
                    <a:pt x="116145" y="7230"/>
                  </a:cubicBezTo>
                  <a:cubicBezTo>
                    <a:pt x="116231" y="7541"/>
                    <a:pt x="116274" y="7850"/>
                    <a:pt x="116274" y="8155"/>
                  </a:cubicBezTo>
                  <a:cubicBezTo>
                    <a:pt x="116274" y="8950"/>
                    <a:pt x="115996" y="9573"/>
                    <a:pt x="115439" y="10024"/>
                  </a:cubicBezTo>
                  <a:cubicBezTo>
                    <a:pt x="114882" y="10475"/>
                    <a:pt x="114186" y="10701"/>
                    <a:pt x="113350" y="10701"/>
                  </a:cubicBezTo>
                  <a:cubicBezTo>
                    <a:pt x="113059" y="10701"/>
                    <a:pt x="112760" y="10667"/>
                    <a:pt x="112455" y="10601"/>
                  </a:cubicBezTo>
                  <a:close/>
                </a:path>
              </a:pathLst>
            </a:custGeom>
            <a:solidFill>
              <a:srgbClr val="398ACA"/>
            </a:solidFill>
            <a:ln w="5550" cap="rnd" cmpd="sng">
              <a:noFill/>
              <a:round/>
            </a:ln>
            <a:effectLst/>
          </p:spPr>
        </p:sp>
        <p:sp>
          <p:nvSpPr>
            <p:cNvPr id="28" name="instruction-to-agent shaft" descr="instruction-to-agent shaft"/>
            <p:cNvSpPr/>
            <p:nvPr/>
          </p:nvSpPr>
          <p:spPr>
            <a:xfrm>
              <a:off x="1365300" y="976800"/>
              <a:ext cx="753412" cy="56"/>
            </a:xfrm>
            <a:custGeom>
              <a:avLst/>
              <a:gdLst/>
              <a:ahLst/>
              <a:cxnLst/>
              <a:rect l="0" t="0" r="r" b="b"/>
              <a:pathLst>
                <a:path w="135750" h="10">
                  <a:moveTo>
                    <a:pt x="0" y="0"/>
                  </a:moveTo>
                  <a:lnTo>
                    <a:pt x="135750" y="0"/>
                  </a:lnTo>
                </a:path>
              </a:pathLst>
            </a:custGeom>
            <a:noFill/>
            <a:ln w="27750" cap="rnd" cmpd="sng">
              <a:solidFill>
                <a:srgbClr val="EDB178"/>
              </a:solidFill>
              <a:round/>
            </a:ln>
            <a:effectLst/>
          </p:spPr>
        </p:sp>
        <p:sp>
          <p:nvSpPr>
            <p:cNvPr id="29" name="instruction-to-agent head" descr="instruction-to-agent head"/>
            <p:cNvSpPr/>
            <p:nvPr/>
          </p:nvSpPr>
          <p:spPr>
            <a:xfrm>
              <a:off x="2081250" y="935175"/>
              <a:ext cx="83250" cy="83250"/>
            </a:xfrm>
            <a:custGeom>
              <a:avLst/>
              <a:gdLst/>
              <a:ahLst/>
              <a:cxnLst/>
              <a:rect l="0" t="0" r="r" b="b"/>
              <a:pathLst>
                <a:path w="15000" h="15000">
                  <a:moveTo>
                    <a:pt x="15000" y="7500"/>
                  </a:moveTo>
                  <a:lnTo>
                    <a:pt x="0" y="15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B178"/>
            </a:solidFill>
            <a:ln w="5550" cap="rnd" cmpd="sng">
              <a:noFill/>
              <a:round/>
            </a:ln>
            <a:effectLst/>
          </p:spPr>
        </p:sp>
        <p:sp>
          <p:nvSpPr>
            <p:cNvPr id="30" name="instruction-label" descr="Instruction"/>
            <p:cNvSpPr/>
            <p:nvPr/>
          </p:nvSpPr>
          <p:spPr>
            <a:xfrm>
              <a:off x="1415281" y="833052"/>
              <a:ext cx="544820" cy="80828"/>
            </a:xfrm>
            <a:custGeom>
              <a:avLst/>
              <a:gdLst/>
              <a:ahLst/>
              <a:cxnLst/>
              <a:rect l="0" t="0" r="r" b="b"/>
              <a:pathLst>
                <a:path w="98166" h="14564">
                  <a:moveTo>
                    <a:pt x="4464" y="11912"/>
                  </a:moveTo>
                  <a:lnTo>
                    <a:pt x="4464" y="2541"/>
                  </a:lnTo>
                  <a:lnTo>
                    <a:pt x="5635" y="2541"/>
                  </a:lnTo>
                  <a:cubicBezTo>
                    <a:pt x="5974" y="2468"/>
                    <a:pt x="6228" y="2339"/>
                    <a:pt x="6398" y="2155"/>
                  </a:cubicBezTo>
                  <a:cubicBezTo>
                    <a:pt x="6567" y="1971"/>
                    <a:pt x="6652" y="1775"/>
                    <a:pt x="6652" y="1569"/>
                  </a:cubicBezTo>
                  <a:cubicBezTo>
                    <a:pt x="6652" y="1378"/>
                    <a:pt x="6575" y="1190"/>
                    <a:pt x="6420" y="1006"/>
                  </a:cubicBezTo>
                  <a:cubicBezTo>
                    <a:pt x="6265" y="821"/>
                    <a:pt x="6033" y="678"/>
                    <a:pt x="5724" y="575"/>
                  </a:cubicBezTo>
                  <a:lnTo>
                    <a:pt x="1149" y="575"/>
                  </a:lnTo>
                  <a:cubicBezTo>
                    <a:pt x="766" y="604"/>
                    <a:pt x="479" y="711"/>
                    <a:pt x="287" y="895"/>
                  </a:cubicBezTo>
                  <a:cubicBezTo>
                    <a:pt x="96" y="1079"/>
                    <a:pt x="0" y="1289"/>
                    <a:pt x="0" y="1525"/>
                  </a:cubicBezTo>
                  <a:cubicBezTo>
                    <a:pt x="0" y="1761"/>
                    <a:pt x="88" y="1974"/>
                    <a:pt x="265" y="2166"/>
                  </a:cubicBezTo>
                  <a:cubicBezTo>
                    <a:pt x="442" y="2357"/>
                    <a:pt x="715" y="2483"/>
                    <a:pt x="1083" y="2541"/>
                  </a:cubicBezTo>
                  <a:lnTo>
                    <a:pt x="2276" y="2541"/>
                  </a:lnTo>
                  <a:lnTo>
                    <a:pt x="2276" y="11867"/>
                  </a:lnTo>
                  <a:cubicBezTo>
                    <a:pt x="2070" y="11853"/>
                    <a:pt x="1890" y="11849"/>
                    <a:pt x="1735" y="11856"/>
                  </a:cubicBezTo>
                  <a:cubicBezTo>
                    <a:pt x="1580" y="11864"/>
                    <a:pt x="1392" y="11867"/>
                    <a:pt x="1171" y="11867"/>
                  </a:cubicBezTo>
                  <a:cubicBezTo>
                    <a:pt x="788" y="11897"/>
                    <a:pt x="501" y="12004"/>
                    <a:pt x="309" y="12188"/>
                  </a:cubicBezTo>
                  <a:cubicBezTo>
                    <a:pt x="118" y="12372"/>
                    <a:pt x="22" y="12589"/>
                    <a:pt x="22" y="12840"/>
                  </a:cubicBezTo>
                  <a:cubicBezTo>
                    <a:pt x="22" y="13061"/>
                    <a:pt x="110" y="13267"/>
                    <a:pt x="287" y="13459"/>
                  </a:cubicBezTo>
                  <a:cubicBezTo>
                    <a:pt x="464" y="13650"/>
                    <a:pt x="737" y="13775"/>
                    <a:pt x="1105" y="13834"/>
                  </a:cubicBezTo>
                  <a:lnTo>
                    <a:pt x="4862" y="13834"/>
                  </a:lnTo>
                  <a:cubicBezTo>
                    <a:pt x="5142" y="13834"/>
                    <a:pt x="5414" y="13827"/>
                    <a:pt x="5680" y="13812"/>
                  </a:cubicBezTo>
                  <a:cubicBezTo>
                    <a:pt x="6033" y="13738"/>
                    <a:pt x="6295" y="13606"/>
                    <a:pt x="6464" y="13414"/>
                  </a:cubicBezTo>
                  <a:cubicBezTo>
                    <a:pt x="6634" y="13223"/>
                    <a:pt x="6718" y="13024"/>
                    <a:pt x="6718" y="12818"/>
                  </a:cubicBezTo>
                  <a:cubicBezTo>
                    <a:pt x="6718" y="12567"/>
                    <a:pt x="6604" y="12339"/>
                    <a:pt x="6376" y="12133"/>
                  </a:cubicBezTo>
                  <a:cubicBezTo>
                    <a:pt x="6147" y="11926"/>
                    <a:pt x="5820" y="11838"/>
                    <a:pt x="5392" y="11867"/>
                  </a:cubicBezTo>
                  <a:lnTo>
                    <a:pt x="5304" y="11867"/>
                  </a:lnTo>
                  <a:cubicBezTo>
                    <a:pt x="5142" y="11882"/>
                    <a:pt x="5002" y="11893"/>
                    <a:pt x="4884" y="11901"/>
                  </a:cubicBezTo>
                  <a:cubicBezTo>
                    <a:pt x="4766" y="11908"/>
                    <a:pt x="4626" y="11912"/>
                    <a:pt x="4464" y="11912"/>
                  </a:cubicBezTo>
                  <a:close/>
                  <a:moveTo>
                    <a:pt x="17039" y="13171"/>
                  </a:moveTo>
                  <a:lnTo>
                    <a:pt x="17039" y="9149"/>
                  </a:lnTo>
                  <a:cubicBezTo>
                    <a:pt x="17039" y="8884"/>
                    <a:pt x="17053" y="8600"/>
                    <a:pt x="17083" y="8298"/>
                  </a:cubicBezTo>
                  <a:cubicBezTo>
                    <a:pt x="17112" y="7996"/>
                    <a:pt x="17127" y="7691"/>
                    <a:pt x="17127" y="7381"/>
                  </a:cubicBezTo>
                  <a:cubicBezTo>
                    <a:pt x="17127" y="7072"/>
                    <a:pt x="17105" y="6770"/>
                    <a:pt x="17061" y="6475"/>
                  </a:cubicBezTo>
                  <a:cubicBezTo>
                    <a:pt x="17017" y="6180"/>
                    <a:pt x="16921" y="5901"/>
                    <a:pt x="16773" y="5635"/>
                  </a:cubicBezTo>
                  <a:cubicBezTo>
                    <a:pt x="16464" y="5090"/>
                    <a:pt x="16055" y="4685"/>
                    <a:pt x="15547" y="4420"/>
                  </a:cubicBezTo>
                  <a:cubicBezTo>
                    <a:pt x="15039" y="4155"/>
                    <a:pt x="14505" y="4022"/>
                    <a:pt x="13945" y="4022"/>
                  </a:cubicBezTo>
                  <a:cubicBezTo>
                    <a:pt x="13429" y="4022"/>
                    <a:pt x="12928" y="4107"/>
                    <a:pt x="12442" y="4276"/>
                  </a:cubicBezTo>
                  <a:cubicBezTo>
                    <a:pt x="11956" y="4446"/>
                    <a:pt x="11499" y="4678"/>
                    <a:pt x="11072" y="4972"/>
                  </a:cubicBezTo>
                  <a:cubicBezTo>
                    <a:pt x="10998" y="4722"/>
                    <a:pt x="10858" y="4534"/>
                    <a:pt x="10652" y="4409"/>
                  </a:cubicBezTo>
                  <a:cubicBezTo>
                    <a:pt x="10446" y="4284"/>
                    <a:pt x="10239" y="4221"/>
                    <a:pt x="10033" y="4221"/>
                  </a:cubicBezTo>
                  <a:cubicBezTo>
                    <a:pt x="9783" y="4221"/>
                    <a:pt x="9558" y="4295"/>
                    <a:pt x="9359" y="4442"/>
                  </a:cubicBezTo>
                  <a:cubicBezTo>
                    <a:pt x="9160" y="4589"/>
                    <a:pt x="9024" y="4825"/>
                    <a:pt x="8950" y="5149"/>
                  </a:cubicBezTo>
                  <a:cubicBezTo>
                    <a:pt x="8950" y="5856"/>
                    <a:pt x="8954" y="6538"/>
                    <a:pt x="8961" y="7193"/>
                  </a:cubicBezTo>
                  <a:cubicBezTo>
                    <a:pt x="8969" y="7849"/>
                    <a:pt x="8972" y="8501"/>
                    <a:pt x="8972" y="9149"/>
                  </a:cubicBezTo>
                  <a:lnTo>
                    <a:pt x="8972" y="13127"/>
                  </a:lnTo>
                  <a:cubicBezTo>
                    <a:pt x="9017" y="13466"/>
                    <a:pt x="9145" y="13716"/>
                    <a:pt x="9359" y="13878"/>
                  </a:cubicBezTo>
                  <a:cubicBezTo>
                    <a:pt x="9573" y="14041"/>
                    <a:pt x="9805" y="14122"/>
                    <a:pt x="10055" y="14122"/>
                  </a:cubicBezTo>
                  <a:cubicBezTo>
                    <a:pt x="10320" y="14122"/>
                    <a:pt x="10564" y="14033"/>
                    <a:pt x="10785" y="13856"/>
                  </a:cubicBezTo>
                  <a:cubicBezTo>
                    <a:pt x="11006" y="13680"/>
                    <a:pt x="11123" y="13407"/>
                    <a:pt x="11138" y="13039"/>
                  </a:cubicBezTo>
                  <a:cubicBezTo>
                    <a:pt x="11123" y="12287"/>
                    <a:pt x="11116" y="11547"/>
                    <a:pt x="11116" y="10818"/>
                  </a:cubicBezTo>
                  <a:lnTo>
                    <a:pt x="11116" y="8597"/>
                  </a:lnTo>
                  <a:cubicBezTo>
                    <a:pt x="11145" y="8302"/>
                    <a:pt x="11193" y="8077"/>
                    <a:pt x="11260" y="7923"/>
                  </a:cubicBezTo>
                  <a:cubicBezTo>
                    <a:pt x="11326" y="7768"/>
                    <a:pt x="11418" y="7602"/>
                    <a:pt x="11536" y="7425"/>
                  </a:cubicBezTo>
                  <a:cubicBezTo>
                    <a:pt x="11875" y="6939"/>
                    <a:pt x="12254" y="6571"/>
                    <a:pt x="12674" y="6320"/>
                  </a:cubicBezTo>
                  <a:cubicBezTo>
                    <a:pt x="13094" y="6070"/>
                    <a:pt x="13525" y="5945"/>
                    <a:pt x="13967" y="5945"/>
                  </a:cubicBezTo>
                  <a:cubicBezTo>
                    <a:pt x="14232" y="5945"/>
                    <a:pt x="14427" y="6048"/>
                    <a:pt x="14552" y="6254"/>
                  </a:cubicBezTo>
                  <a:cubicBezTo>
                    <a:pt x="14678" y="6460"/>
                    <a:pt x="14762" y="6707"/>
                    <a:pt x="14807" y="6994"/>
                  </a:cubicBezTo>
                  <a:cubicBezTo>
                    <a:pt x="14851" y="7282"/>
                    <a:pt x="14866" y="7573"/>
                    <a:pt x="14851" y="7867"/>
                  </a:cubicBezTo>
                  <a:cubicBezTo>
                    <a:pt x="14836" y="8162"/>
                    <a:pt x="14829" y="8405"/>
                    <a:pt x="14829" y="8597"/>
                  </a:cubicBezTo>
                  <a:lnTo>
                    <a:pt x="14829" y="10641"/>
                  </a:lnTo>
                  <a:cubicBezTo>
                    <a:pt x="14829" y="11164"/>
                    <a:pt x="14832" y="11591"/>
                    <a:pt x="14840" y="11923"/>
                  </a:cubicBezTo>
                  <a:cubicBezTo>
                    <a:pt x="14847" y="12254"/>
                    <a:pt x="14851" y="12519"/>
                    <a:pt x="14851" y="12718"/>
                  </a:cubicBezTo>
                  <a:lnTo>
                    <a:pt x="14851" y="13260"/>
                  </a:lnTo>
                  <a:cubicBezTo>
                    <a:pt x="14895" y="13599"/>
                    <a:pt x="15024" y="13849"/>
                    <a:pt x="15238" y="14011"/>
                  </a:cubicBezTo>
                  <a:cubicBezTo>
                    <a:pt x="15451" y="14173"/>
                    <a:pt x="15691" y="14254"/>
                    <a:pt x="15956" y="14254"/>
                  </a:cubicBezTo>
                  <a:cubicBezTo>
                    <a:pt x="16206" y="14254"/>
                    <a:pt x="16446" y="14166"/>
                    <a:pt x="16674" y="13989"/>
                  </a:cubicBezTo>
                  <a:cubicBezTo>
                    <a:pt x="16902" y="13812"/>
                    <a:pt x="17024" y="13540"/>
                    <a:pt x="17039" y="13171"/>
                  </a:cubicBezTo>
                  <a:close/>
                  <a:moveTo>
                    <a:pt x="18519" y="12265"/>
                  </a:moveTo>
                  <a:lnTo>
                    <a:pt x="18541" y="12265"/>
                  </a:lnTo>
                  <a:cubicBezTo>
                    <a:pt x="19013" y="12913"/>
                    <a:pt x="19639" y="13422"/>
                    <a:pt x="20420" y="13790"/>
                  </a:cubicBezTo>
                  <a:cubicBezTo>
                    <a:pt x="21201" y="14158"/>
                    <a:pt x="22004" y="14343"/>
                    <a:pt x="22829" y="14343"/>
                  </a:cubicBezTo>
                  <a:cubicBezTo>
                    <a:pt x="23197" y="14343"/>
                    <a:pt x="23565" y="14254"/>
                    <a:pt x="23934" y="14077"/>
                  </a:cubicBezTo>
                  <a:cubicBezTo>
                    <a:pt x="24302" y="13901"/>
                    <a:pt x="24630" y="13665"/>
                    <a:pt x="24917" y="13370"/>
                  </a:cubicBezTo>
                  <a:cubicBezTo>
                    <a:pt x="25204" y="13076"/>
                    <a:pt x="25436" y="12740"/>
                    <a:pt x="25613" y="12365"/>
                  </a:cubicBezTo>
                  <a:cubicBezTo>
                    <a:pt x="25790" y="11989"/>
                    <a:pt x="25878" y="11602"/>
                    <a:pt x="25878" y="11204"/>
                  </a:cubicBezTo>
                  <a:cubicBezTo>
                    <a:pt x="25878" y="10703"/>
                    <a:pt x="25801" y="10276"/>
                    <a:pt x="25646" y="9923"/>
                  </a:cubicBezTo>
                  <a:cubicBezTo>
                    <a:pt x="25492" y="9569"/>
                    <a:pt x="25274" y="9267"/>
                    <a:pt x="24994" y="9017"/>
                  </a:cubicBezTo>
                  <a:cubicBezTo>
                    <a:pt x="24715" y="8766"/>
                    <a:pt x="24383" y="8556"/>
                    <a:pt x="24000" y="8387"/>
                  </a:cubicBezTo>
                  <a:cubicBezTo>
                    <a:pt x="23617" y="8217"/>
                    <a:pt x="23197" y="8066"/>
                    <a:pt x="22740" y="7934"/>
                  </a:cubicBezTo>
                  <a:cubicBezTo>
                    <a:pt x="22578" y="7890"/>
                    <a:pt x="22409" y="7842"/>
                    <a:pt x="22232" y="7790"/>
                  </a:cubicBezTo>
                  <a:cubicBezTo>
                    <a:pt x="22055" y="7738"/>
                    <a:pt x="21890" y="7676"/>
                    <a:pt x="21735" y="7602"/>
                  </a:cubicBezTo>
                  <a:cubicBezTo>
                    <a:pt x="21580" y="7529"/>
                    <a:pt x="21440" y="7436"/>
                    <a:pt x="21315" y="7326"/>
                  </a:cubicBezTo>
                  <a:cubicBezTo>
                    <a:pt x="21190" y="7215"/>
                    <a:pt x="21083" y="7079"/>
                    <a:pt x="20994" y="6917"/>
                  </a:cubicBezTo>
                  <a:cubicBezTo>
                    <a:pt x="20950" y="6505"/>
                    <a:pt x="21031" y="6210"/>
                    <a:pt x="21238" y="6033"/>
                  </a:cubicBezTo>
                  <a:cubicBezTo>
                    <a:pt x="21444" y="5856"/>
                    <a:pt x="21702" y="5757"/>
                    <a:pt x="22011" y="5735"/>
                  </a:cubicBezTo>
                  <a:cubicBezTo>
                    <a:pt x="22320" y="5713"/>
                    <a:pt x="22634" y="5742"/>
                    <a:pt x="22950" y="5823"/>
                  </a:cubicBezTo>
                  <a:cubicBezTo>
                    <a:pt x="23267" y="5904"/>
                    <a:pt x="23514" y="5989"/>
                    <a:pt x="23691" y="6077"/>
                  </a:cubicBezTo>
                  <a:cubicBezTo>
                    <a:pt x="23912" y="6195"/>
                    <a:pt x="24122" y="6254"/>
                    <a:pt x="24320" y="6254"/>
                  </a:cubicBezTo>
                  <a:cubicBezTo>
                    <a:pt x="24519" y="6254"/>
                    <a:pt x="24696" y="6210"/>
                    <a:pt x="24851" y="6122"/>
                  </a:cubicBezTo>
                  <a:cubicBezTo>
                    <a:pt x="25006" y="6033"/>
                    <a:pt x="25131" y="5919"/>
                    <a:pt x="25227" y="5779"/>
                  </a:cubicBezTo>
                  <a:cubicBezTo>
                    <a:pt x="25322" y="5639"/>
                    <a:pt x="25370" y="5481"/>
                    <a:pt x="25370" y="5304"/>
                  </a:cubicBezTo>
                  <a:cubicBezTo>
                    <a:pt x="25370" y="5157"/>
                    <a:pt x="25319" y="5002"/>
                    <a:pt x="25215" y="4840"/>
                  </a:cubicBezTo>
                  <a:cubicBezTo>
                    <a:pt x="25112" y="4678"/>
                    <a:pt x="24958" y="4523"/>
                    <a:pt x="24751" y="4376"/>
                  </a:cubicBezTo>
                  <a:cubicBezTo>
                    <a:pt x="24221" y="4081"/>
                    <a:pt x="23621" y="3875"/>
                    <a:pt x="22950" y="3757"/>
                  </a:cubicBezTo>
                  <a:cubicBezTo>
                    <a:pt x="22280" y="3639"/>
                    <a:pt x="21635" y="3661"/>
                    <a:pt x="21017" y="3823"/>
                  </a:cubicBezTo>
                  <a:cubicBezTo>
                    <a:pt x="20707" y="3897"/>
                    <a:pt x="20416" y="4033"/>
                    <a:pt x="20144" y="4232"/>
                  </a:cubicBezTo>
                  <a:cubicBezTo>
                    <a:pt x="19871" y="4431"/>
                    <a:pt x="19635" y="4667"/>
                    <a:pt x="19436" y="4939"/>
                  </a:cubicBezTo>
                  <a:cubicBezTo>
                    <a:pt x="19238" y="5212"/>
                    <a:pt x="19079" y="5510"/>
                    <a:pt x="18961" y="5834"/>
                  </a:cubicBezTo>
                  <a:cubicBezTo>
                    <a:pt x="18843" y="6158"/>
                    <a:pt x="18785" y="6475"/>
                    <a:pt x="18785" y="6785"/>
                  </a:cubicBezTo>
                  <a:cubicBezTo>
                    <a:pt x="18785" y="7006"/>
                    <a:pt x="18829" y="7245"/>
                    <a:pt x="18917" y="7503"/>
                  </a:cubicBezTo>
                  <a:cubicBezTo>
                    <a:pt x="19006" y="7761"/>
                    <a:pt x="19131" y="8000"/>
                    <a:pt x="19293" y="8221"/>
                  </a:cubicBezTo>
                  <a:cubicBezTo>
                    <a:pt x="19470" y="8457"/>
                    <a:pt x="19654" y="8652"/>
                    <a:pt x="19845" y="8807"/>
                  </a:cubicBezTo>
                  <a:cubicBezTo>
                    <a:pt x="20037" y="8961"/>
                    <a:pt x="20236" y="9090"/>
                    <a:pt x="20442" y="9193"/>
                  </a:cubicBezTo>
                  <a:cubicBezTo>
                    <a:pt x="20648" y="9297"/>
                    <a:pt x="20862" y="9381"/>
                    <a:pt x="21083" y="9448"/>
                  </a:cubicBezTo>
                  <a:cubicBezTo>
                    <a:pt x="21304" y="9514"/>
                    <a:pt x="21525" y="9576"/>
                    <a:pt x="21746" y="9635"/>
                  </a:cubicBezTo>
                  <a:cubicBezTo>
                    <a:pt x="21878" y="9680"/>
                    <a:pt x="22022" y="9716"/>
                    <a:pt x="22177" y="9746"/>
                  </a:cubicBezTo>
                  <a:cubicBezTo>
                    <a:pt x="22331" y="9775"/>
                    <a:pt x="22494" y="9820"/>
                    <a:pt x="22663" y="9878"/>
                  </a:cubicBezTo>
                  <a:cubicBezTo>
                    <a:pt x="22832" y="9937"/>
                    <a:pt x="22994" y="10026"/>
                    <a:pt x="23149" y="10144"/>
                  </a:cubicBezTo>
                  <a:cubicBezTo>
                    <a:pt x="23304" y="10262"/>
                    <a:pt x="23448" y="10424"/>
                    <a:pt x="23580" y="10630"/>
                  </a:cubicBezTo>
                  <a:cubicBezTo>
                    <a:pt x="23683" y="10792"/>
                    <a:pt x="23735" y="10969"/>
                    <a:pt x="23735" y="11160"/>
                  </a:cubicBezTo>
                  <a:cubicBezTo>
                    <a:pt x="23735" y="11352"/>
                    <a:pt x="23694" y="11529"/>
                    <a:pt x="23613" y="11691"/>
                  </a:cubicBezTo>
                  <a:cubicBezTo>
                    <a:pt x="23532" y="11853"/>
                    <a:pt x="23407" y="11996"/>
                    <a:pt x="23238" y="12122"/>
                  </a:cubicBezTo>
                  <a:cubicBezTo>
                    <a:pt x="23068" y="12247"/>
                    <a:pt x="22873" y="12331"/>
                    <a:pt x="22652" y="12376"/>
                  </a:cubicBezTo>
                  <a:cubicBezTo>
                    <a:pt x="22180" y="12464"/>
                    <a:pt x="21731" y="12368"/>
                    <a:pt x="21304" y="12088"/>
                  </a:cubicBezTo>
                  <a:cubicBezTo>
                    <a:pt x="20877" y="11808"/>
                    <a:pt x="20508" y="11462"/>
                    <a:pt x="20199" y="11050"/>
                  </a:cubicBezTo>
                  <a:cubicBezTo>
                    <a:pt x="19904" y="10858"/>
                    <a:pt x="19632" y="10762"/>
                    <a:pt x="19381" y="10762"/>
                  </a:cubicBezTo>
                  <a:cubicBezTo>
                    <a:pt x="18998" y="10762"/>
                    <a:pt x="18707" y="10906"/>
                    <a:pt x="18508" y="11193"/>
                  </a:cubicBezTo>
                  <a:cubicBezTo>
                    <a:pt x="18309" y="11481"/>
                    <a:pt x="18313" y="11838"/>
                    <a:pt x="18519" y="12265"/>
                  </a:cubicBezTo>
                  <a:close/>
                  <a:moveTo>
                    <a:pt x="29171" y="6254"/>
                  </a:moveTo>
                  <a:lnTo>
                    <a:pt x="30276" y="6254"/>
                  </a:lnTo>
                  <a:lnTo>
                    <a:pt x="30276" y="9635"/>
                  </a:lnTo>
                  <a:cubicBezTo>
                    <a:pt x="30276" y="10225"/>
                    <a:pt x="30280" y="10818"/>
                    <a:pt x="30287" y="11414"/>
                  </a:cubicBezTo>
                  <a:cubicBezTo>
                    <a:pt x="30295" y="12011"/>
                    <a:pt x="30298" y="12589"/>
                    <a:pt x="30298" y="13149"/>
                  </a:cubicBezTo>
                  <a:cubicBezTo>
                    <a:pt x="30343" y="13488"/>
                    <a:pt x="30471" y="13738"/>
                    <a:pt x="30685" y="13901"/>
                  </a:cubicBezTo>
                  <a:cubicBezTo>
                    <a:pt x="30899" y="14063"/>
                    <a:pt x="31131" y="14144"/>
                    <a:pt x="31381" y="14144"/>
                  </a:cubicBezTo>
                  <a:cubicBezTo>
                    <a:pt x="31632" y="14144"/>
                    <a:pt x="31875" y="14055"/>
                    <a:pt x="32110" y="13878"/>
                  </a:cubicBezTo>
                  <a:cubicBezTo>
                    <a:pt x="32346" y="13702"/>
                    <a:pt x="32464" y="13429"/>
                    <a:pt x="32464" y="13061"/>
                  </a:cubicBezTo>
                  <a:cubicBezTo>
                    <a:pt x="32464" y="12604"/>
                    <a:pt x="32460" y="12147"/>
                    <a:pt x="32453" y="11691"/>
                  </a:cubicBezTo>
                  <a:cubicBezTo>
                    <a:pt x="32446" y="11234"/>
                    <a:pt x="32442" y="10777"/>
                    <a:pt x="32442" y="10320"/>
                  </a:cubicBezTo>
                  <a:lnTo>
                    <a:pt x="32442" y="6254"/>
                  </a:lnTo>
                  <a:lnTo>
                    <a:pt x="34320" y="6254"/>
                  </a:lnTo>
                  <a:cubicBezTo>
                    <a:pt x="34998" y="6077"/>
                    <a:pt x="35337" y="5753"/>
                    <a:pt x="35337" y="5282"/>
                  </a:cubicBezTo>
                  <a:cubicBezTo>
                    <a:pt x="35337" y="5076"/>
                    <a:pt x="35260" y="4884"/>
                    <a:pt x="35105" y="4707"/>
                  </a:cubicBezTo>
                  <a:cubicBezTo>
                    <a:pt x="34950" y="4530"/>
                    <a:pt x="34711" y="4398"/>
                    <a:pt x="34387" y="4309"/>
                  </a:cubicBezTo>
                  <a:lnTo>
                    <a:pt x="32442" y="4309"/>
                  </a:lnTo>
                  <a:lnTo>
                    <a:pt x="32442" y="862"/>
                  </a:lnTo>
                  <a:cubicBezTo>
                    <a:pt x="32368" y="567"/>
                    <a:pt x="32228" y="350"/>
                    <a:pt x="32022" y="210"/>
                  </a:cubicBezTo>
                  <a:cubicBezTo>
                    <a:pt x="31816" y="70"/>
                    <a:pt x="31595" y="0"/>
                    <a:pt x="31359" y="0"/>
                  </a:cubicBezTo>
                  <a:cubicBezTo>
                    <a:pt x="31109" y="0"/>
                    <a:pt x="30884" y="77"/>
                    <a:pt x="30685" y="232"/>
                  </a:cubicBezTo>
                  <a:cubicBezTo>
                    <a:pt x="30486" y="387"/>
                    <a:pt x="30350" y="619"/>
                    <a:pt x="30276" y="928"/>
                  </a:cubicBezTo>
                  <a:lnTo>
                    <a:pt x="30276" y="4309"/>
                  </a:lnTo>
                  <a:lnTo>
                    <a:pt x="29260" y="4309"/>
                  </a:lnTo>
                  <a:cubicBezTo>
                    <a:pt x="28862" y="4309"/>
                    <a:pt x="28564" y="4413"/>
                    <a:pt x="28365" y="4619"/>
                  </a:cubicBezTo>
                  <a:cubicBezTo>
                    <a:pt x="28166" y="4825"/>
                    <a:pt x="28066" y="5046"/>
                    <a:pt x="28066" y="5282"/>
                  </a:cubicBezTo>
                  <a:cubicBezTo>
                    <a:pt x="28066" y="5517"/>
                    <a:pt x="28158" y="5724"/>
                    <a:pt x="28343" y="5901"/>
                  </a:cubicBezTo>
                  <a:cubicBezTo>
                    <a:pt x="28527" y="6077"/>
                    <a:pt x="28803" y="6195"/>
                    <a:pt x="29171" y="6254"/>
                  </a:cubicBezTo>
                  <a:close/>
                  <a:moveTo>
                    <a:pt x="37370" y="6343"/>
                  </a:moveTo>
                  <a:lnTo>
                    <a:pt x="37414" y="6365"/>
                  </a:lnTo>
                  <a:lnTo>
                    <a:pt x="37414" y="13282"/>
                  </a:lnTo>
                  <a:cubicBezTo>
                    <a:pt x="37459" y="13621"/>
                    <a:pt x="37584" y="13875"/>
                    <a:pt x="37790" y="14044"/>
                  </a:cubicBezTo>
                  <a:cubicBezTo>
                    <a:pt x="37996" y="14214"/>
                    <a:pt x="38232" y="14298"/>
                    <a:pt x="38497" y="14298"/>
                  </a:cubicBezTo>
                  <a:cubicBezTo>
                    <a:pt x="38748" y="14298"/>
                    <a:pt x="38987" y="14210"/>
                    <a:pt x="39215" y="14033"/>
                  </a:cubicBezTo>
                  <a:cubicBezTo>
                    <a:pt x="39444" y="13856"/>
                    <a:pt x="39565" y="13584"/>
                    <a:pt x="39580" y="13215"/>
                  </a:cubicBezTo>
                  <a:lnTo>
                    <a:pt x="39580" y="7425"/>
                  </a:lnTo>
                  <a:cubicBezTo>
                    <a:pt x="39727" y="7278"/>
                    <a:pt x="39908" y="7105"/>
                    <a:pt x="40122" y="6906"/>
                  </a:cubicBezTo>
                  <a:cubicBezTo>
                    <a:pt x="40335" y="6707"/>
                    <a:pt x="40552" y="6527"/>
                    <a:pt x="40773" y="6365"/>
                  </a:cubicBezTo>
                  <a:cubicBezTo>
                    <a:pt x="40994" y="6203"/>
                    <a:pt x="41215" y="6063"/>
                    <a:pt x="41436" y="5945"/>
                  </a:cubicBezTo>
                  <a:cubicBezTo>
                    <a:pt x="41657" y="5827"/>
                    <a:pt x="41849" y="5768"/>
                    <a:pt x="42011" y="5768"/>
                  </a:cubicBezTo>
                  <a:cubicBezTo>
                    <a:pt x="42129" y="5768"/>
                    <a:pt x="42258" y="5816"/>
                    <a:pt x="42398" y="5912"/>
                  </a:cubicBezTo>
                  <a:cubicBezTo>
                    <a:pt x="42538" y="6007"/>
                    <a:pt x="42659" y="6107"/>
                    <a:pt x="42762" y="6210"/>
                  </a:cubicBezTo>
                  <a:cubicBezTo>
                    <a:pt x="42895" y="6328"/>
                    <a:pt x="43028" y="6431"/>
                    <a:pt x="43160" y="6519"/>
                  </a:cubicBezTo>
                  <a:cubicBezTo>
                    <a:pt x="43293" y="6608"/>
                    <a:pt x="43462" y="6652"/>
                    <a:pt x="43669" y="6652"/>
                  </a:cubicBezTo>
                  <a:cubicBezTo>
                    <a:pt x="43948" y="6652"/>
                    <a:pt x="44188" y="6567"/>
                    <a:pt x="44387" y="6398"/>
                  </a:cubicBezTo>
                  <a:cubicBezTo>
                    <a:pt x="44586" y="6228"/>
                    <a:pt x="44685" y="6011"/>
                    <a:pt x="44685" y="5746"/>
                  </a:cubicBezTo>
                  <a:cubicBezTo>
                    <a:pt x="44685" y="5422"/>
                    <a:pt x="44575" y="5138"/>
                    <a:pt x="44354" y="4895"/>
                  </a:cubicBezTo>
                  <a:cubicBezTo>
                    <a:pt x="44133" y="4652"/>
                    <a:pt x="43878" y="4453"/>
                    <a:pt x="43591" y="4298"/>
                  </a:cubicBezTo>
                  <a:cubicBezTo>
                    <a:pt x="43304" y="4144"/>
                    <a:pt x="43009" y="4029"/>
                    <a:pt x="42707" y="3956"/>
                  </a:cubicBezTo>
                  <a:cubicBezTo>
                    <a:pt x="42405" y="3882"/>
                    <a:pt x="42180" y="3845"/>
                    <a:pt x="42033" y="3845"/>
                  </a:cubicBezTo>
                  <a:cubicBezTo>
                    <a:pt x="41517" y="3845"/>
                    <a:pt x="41028" y="3956"/>
                    <a:pt x="40564" y="4177"/>
                  </a:cubicBezTo>
                  <a:cubicBezTo>
                    <a:pt x="40099" y="4398"/>
                    <a:pt x="39639" y="4692"/>
                    <a:pt x="39182" y="5061"/>
                  </a:cubicBezTo>
                  <a:cubicBezTo>
                    <a:pt x="38991" y="4899"/>
                    <a:pt x="38751" y="4759"/>
                    <a:pt x="38464" y="4641"/>
                  </a:cubicBezTo>
                  <a:cubicBezTo>
                    <a:pt x="38177" y="4523"/>
                    <a:pt x="37923" y="4464"/>
                    <a:pt x="37702" y="4464"/>
                  </a:cubicBezTo>
                  <a:cubicBezTo>
                    <a:pt x="37378" y="4464"/>
                    <a:pt x="37116" y="4552"/>
                    <a:pt x="36917" y="4729"/>
                  </a:cubicBezTo>
                  <a:cubicBezTo>
                    <a:pt x="36718" y="4906"/>
                    <a:pt x="36619" y="5120"/>
                    <a:pt x="36619" y="5370"/>
                  </a:cubicBezTo>
                  <a:cubicBezTo>
                    <a:pt x="36619" y="5547"/>
                    <a:pt x="36674" y="5713"/>
                    <a:pt x="36785" y="5867"/>
                  </a:cubicBezTo>
                  <a:cubicBezTo>
                    <a:pt x="36895" y="6022"/>
                    <a:pt x="37090" y="6180"/>
                    <a:pt x="37370" y="6343"/>
                  </a:cubicBezTo>
                  <a:close/>
                  <a:moveTo>
                    <a:pt x="54453" y="12265"/>
                  </a:moveTo>
                  <a:cubicBezTo>
                    <a:pt x="54291" y="12074"/>
                    <a:pt x="54158" y="11827"/>
                    <a:pt x="54055" y="11525"/>
                  </a:cubicBezTo>
                  <a:cubicBezTo>
                    <a:pt x="53952" y="11223"/>
                    <a:pt x="53867" y="10888"/>
                    <a:pt x="53801" y="10519"/>
                  </a:cubicBezTo>
                  <a:cubicBezTo>
                    <a:pt x="53735" y="10151"/>
                    <a:pt x="53691" y="9764"/>
                    <a:pt x="53669" y="9359"/>
                  </a:cubicBezTo>
                  <a:cubicBezTo>
                    <a:pt x="53646" y="8954"/>
                    <a:pt x="53635" y="8552"/>
                    <a:pt x="53635" y="8155"/>
                  </a:cubicBezTo>
                  <a:cubicBezTo>
                    <a:pt x="53635" y="7860"/>
                    <a:pt x="53643" y="7573"/>
                    <a:pt x="53657" y="7293"/>
                  </a:cubicBezTo>
                  <a:cubicBezTo>
                    <a:pt x="53672" y="7013"/>
                    <a:pt x="53694" y="6748"/>
                    <a:pt x="53724" y="6497"/>
                  </a:cubicBezTo>
                  <a:cubicBezTo>
                    <a:pt x="53768" y="6099"/>
                    <a:pt x="53790" y="5746"/>
                    <a:pt x="53790" y="5436"/>
                  </a:cubicBezTo>
                  <a:cubicBezTo>
                    <a:pt x="53790" y="5083"/>
                    <a:pt x="53683" y="4818"/>
                    <a:pt x="53470" y="4641"/>
                  </a:cubicBezTo>
                  <a:cubicBezTo>
                    <a:pt x="53256" y="4464"/>
                    <a:pt x="53017" y="4376"/>
                    <a:pt x="52751" y="4376"/>
                  </a:cubicBezTo>
                  <a:cubicBezTo>
                    <a:pt x="52413" y="4376"/>
                    <a:pt x="52158" y="4490"/>
                    <a:pt x="51989" y="4718"/>
                  </a:cubicBezTo>
                  <a:cubicBezTo>
                    <a:pt x="51820" y="4947"/>
                    <a:pt x="51694" y="5241"/>
                    <a:pt x="51613" y="5602"/>
                  </a:cubicBezTo>
                  <a:cubicBezTo>
                    <a:pt x="51532" y="5963"/>
                    <a:pt x="51488" y="6365"/>
                    <a:pt x="51481" y="6807"/>
                  </a:cubicBezTo>
                  <a:cubicBezTo>
                    <a:pt x="51473" y="7249"/>
                    <a:pt x="51470" y="7683"/>
                    <a:pt x="51470" y="8110"/>
                  </a:cubicBezTo>
                  <a:cubicBezTo>
                    <a:pt x="51470" y="8847"/>
                    <a:pt x="51514" y="9569"/>
                    <a:pt x="51602" y="10276"/>
                  </a:cubicBezTo>
                  <a:cubicBezTo>
                    <a:pt x="51263" y="10703"/>
                    <a:pt x="50910" y="11083"/>
                    <a:pt x="50541" y="11414"/>
                  </a:cubicBezTo>
                  <a:cubicBezTo>
                    <a:pt x="50173" y="11746"/>
                    <a:pt x="49775" y="11912"/>
                    <a:pt x="49348" y="11912"/>
                  </a:cubicBezTo>
                  <a:cubicBezTo>
                    <a:pt x="48818" y="11912"/>
                    <a:pt x="48398" y="11661"/>
                    <a:pt x="48088" y="11160"/>
                  </a:cubicBezTo>
                  <a:cubicBezTo>
                    <a:pt x="47779" y="10659"/>
                    <a:pt x="47624" y="10011"/>
                    <a:pt x="47624" y="9215"/>
                  </a:cubicBezTo>
                  <a:cubicBezTo>
                    <a:pt x="47624" y="8847"/>
                    <a:pt x="47628" y="8501"/>
                    <a:pt x="47635" y="8177"/>
                  </a:cubicBezTo>
                  <a:cubicBezTo>
                    <a:pt x="47643" y="7853"/>
                    <a:pt x="47654" y="7521"/>
                    <a:pt x="47669" y="7182"/>
                  </a:cubicBezTo>
                  <a:cubicBezTo>
                    <a:pt x="47683" y="6858"/>
                    <a:pt x="47691" y="6534"/>
                    <a:pt x="47691" y="6210"/>
                  </a:cubicBezTo>
                  <a:lnTo>
                    <a:pt x="47691" y="5215"/>
                  </a:lnTo>
                  <a:cubicBezTo>
                    <a:pt x="47617" y="4921"/>
                    <a:pt x="47473" y="4703"/>
                    <a:pt x="47260" y="4564"/>
                  </a:cubicBezTo>
                  <a:cubicBezTo>
                    <a:pt x="47046" y="4424"/>
                    <a:pt x="46829" y="4354"/>
                    <a:pt x="46608" y="4354"/>
                  </a:cubicBezTo>
                  <a:cubicBezTo>
                    <a:pt x="46343" y="4354"/>
                    <a:pt x="46110" y="4427"/>
                    <a:pt x="45912" y="4575"/>
                  </a:cubicBezTo>
                  <a:cubicBezTo>
                    <a:pt x="45713" y="4722"/>
                    <a:pt x="45576" y="4958"/>
                    <a:pt x="45503" y="5282"/>
                  </a:cubicBezTo>
                  <a:cubicBezTo>
                    <a:pt x="45503" y="5488"/>
                    <a:pt x="45499" y="5709"/>
                    <a:pt x="45492" y="5945"/>
                  </a:cubicBezTo>
                  <a:cubicBezTo>
                    <a:pt x="45484" y="6180"/>
                    <a:pt x="45473" y="6424"/>
                    <a:pt x="45459" y="6674"/>
                  </a:cubicBezTo>
                  <a:cubicBezTo>
                    <a:pt x="45444" y="6969"/>
                    <a:pt x="45436" y="7271"/>
                    <a:pt x="45436" y="7580"/>
                  </a:cubicBezTo>
                  <a:lnTo>
                    <a:pt x="45436" y="8530"/>
                  </a:lnTo>
                  <a:cubicBezTo>
                    <a:pt x="45436" y="9031"/>
                    <a:pt x="45455" y="9510"/>
                    <a:pt x="45492" y="9967"/>
                  </a:cubicBezTo>
                  <a:cubicBezTo>
                    <a:pt x="45529" y="10424"/>
                    <a:pt x="45606" y="10843"/>
                    <a:pt x="45724" y="11227"/>
                  </a:cubicBezTo>
                  <a:cubicBezTo>
                    <a:pt x="45856" y="11595"/>
                    <a:pt x="46044" y="11941"/>
                    <a:pt x="46287" y="12265"/>
                  </a:cubicBezTo>
                  <a:cubicBezTo>
                    <a:pt x="46530" y="12589"/>
                    <a:pt x="46818" y="12873"/>
                    <a:pt x="47149" y="13116"/>
                  </a:cubicBezTo>
                  <a:cubicBezTo>
                    <a:pt x="47481" y="13359"/>
                    <a:pt x="47842" y="13551"/>
                    <a:pt x="48232" y="13691"/>
                  </a:cubicBezTo>
                  <a:cubicBezTo>
                    <a:pt x="48622" y="13831"/>
                    <a:pt x="49017" y="13901"/>
                    <a:pt x="49414" y="13901"/>
                  </a:cubicBezTo>
                  <a:cubicBezTo>
                    <a:pt x="49930" y="13901"/>
                    <a:pt x="50438" y="13775"/>
                    <a:pt x="50939" y="13525"/>
                  </a:cubicBezTo>
                  <a:cubicBezTo>
                    <a:pt x="51440" y="13274"/>
                    <a:pt x="51875" y="12980"/>
                    <a:pt x="52243" y="12641"/>
                  </a:cubicBezTo>
                  <a:cubicBezTo>
                    <a:pt x="52405" y="12980"/>
                    <a:pt x="52608" y="13274"/>
                    <a:pt x="52851" y="13525"/>
                  </a:cubicBezTo>
                  <a:cubicBezTo>
                    <a:pt x="53094" y="13775"/>
                    <a:pt x="53385" y="13901"/>
                    <a:pt x="53724" y="13901"/>
                  </a:cubicBezTo>
                  <a:cubicBezTo>
                    <a:pt x="54004" y="13901"/>
                    <a:pt x="54243" y="13816"/>
                    <a:pt x="54442" y="13646"/>
                  </a:cubicBezTo>
                  <a:cubicBezTo>
                    <a:pt x="54641" y="13477"/>
                    <a:pt x="54740" y="13260"/>
                    <a:pt x="54740" y="12994"/>
                  </a:cubicBezTo>
                  <a:cubicBezTo>
                    <a:pt x="54740" y="12773"/>
                    <a:pt x="54645" y="12530"/>
                    <a:pt x="54453" y="12265"/>
                  </a:cubicBezTo>
                  <a:close/>
                  <a:moveTo>
                    <a:pt x="61878" y="11403"/>
                  </a:moveTo>
                  <a:lnTo>
                    <a:pt x="61856" y="11403"/>
                  </a:lnTo>
                  <a:cubicBezTo>
                    <a:pt x="61606" y="11669"/>
                    <a:pt x="61341" y="11867"/>
                    <a:pt x="61061" y="12000"/>
                  </a:cubicBezTo>
                  <a:cubicBezTo>
                    <a:pt x="60781" y="12133"/>
                    <a:pt x="60516" y="12199"/>
                    <a:pt x="60265" y="12199"/>
                  </a:cubicBezTo>
                  <a:cubicBezTo>
                    <a:pt x="59926" y="12199"/>
                    <a:pt x="59602" y="12096"/>
                    <a:pt x="59293" y="11890"/>
                  </a:cubicBezTo>
                  <a:cubicBezTo>
                    <a:pt x="58983" y="11683"/>
                    <a:pt x="58733" y="11359"/>
                    <a:pt x="58541" y="10917"/>
                  </a:cubicBezTo>
                  <a:cubicBezTo>
                    <a:pt x="58438" y="10696"/>
                    <a:pt x="58368" y="10460"/>
                    <a:pt x="58331" y="10210"/>
                  </a:cubicBezTo>
                  <a:cubicBezTo>
                    <a:pt x="58295" y="9959"/>
                    <a:pt x="58276" y="9709"/>
                    <a:pt x="58276" y="9459"/>
                  </a:cubicBezTo>
                  <a:cubicBezTo>
                    <a:pt x="58276" y="9002"/>
                    <a:pt x="58343" y="8552"/>
                    <a:pt x="58475" y="8110"/>
                  </a:cubicBezTo>
                  <a:cubicBezTo>
                    <a:pt x="58608" y="7669"/>
                    <a:pt x="58785" y="7271"/>
                    <a:pt x="59006" y="6917"/>
                  </a:cubicBezTo>
                  <a:cubicBezTo>
                    <a:pt x="59227" y="6564"/>
                    <a:pt x="59492" y="6280"/>
                    <a:pt x="59801" y="6066"/>
                  </a:cubicBezTo>
                  <a:cubicBezTo>
                    <a:pt x="60110" y="5853"/>
                    <a:pt x="60442" y="5746"/>
                    <a:pt x="60796" y="5746"/>
                  </a:cubicBezTo>
                  <a:cubicBezTo>
                    <a:pt x="61061" y="5746"/>
                    <a:pt x="61337" y="5816"/>
                    <a:pt x="61624" y="5956"/>
                  </a:cubicBezTo>
                  <a:cubicBezTo>
                    <a:pt x="61912" y="6096"/>
                    <a:pt x="62210" y="6328"/>
                    <a:pt x="62519" y="6652"/>
                  </a:cubicBezTo>
                  <a:cubicBezTo>
                    <a:pt x="62755" y="6770"/>
                    <a:pt x="62980" y="6832"/>
                    <a:pt x="63193" y="6840"/>
                  </a:cubicBezTo>
                  <a:cubicBezTo>
                    <a:pt x="63407" y="6847"/>
                    <a:pt x="63591" y="6814"/>
                    <a:pt x="63746" y="6740"/>
                  </a:cubicBezTo>
                  <a:cubicBezTo>
                    <a:pt x="63901" y="6667"/>
                    <a:pt x="64022" y="6556"/>
                    <a:pt x="64110" y="6409"/>
                  </a:cubicBezTo>
                  <a:cubicBezTo>
                    <a:pt x="64199" y="6262"/>
                    <a:pt x="64243" y="6092"/>
                    <a:pt x="64243" y="5901"/>
                  </a:cubicBezTo>
                  <a:cubicBezTo>
                    <a:pt x="64243" y="5724"/>
                    <a:pt x="64169" y="5510"/>
                    <a:pt x="64022" y="5260"/>
                  </a:cubicBezTo>
                  <a:cubicBezTo>
                    <a:pt x="63683" y="4921"/>
                    <a:pt x="63348" y="4656"/>
                    <a:pt x="63017" y="4464"/>
                  </a:cubicBezTo>
                  <a:cubicBezTo>
                    <a:pt x="62685" y="4273"/>
                    <a:pt x="62313" y="4103"/>
                    <a:pt x="61901" y="3956"/>
                  </a:cubicBezTo>
                  <a:cubicBezTo>
                    <a:pt x="61694" y="3882"/>
                    <a:pt x="61495" y="3834"/>
                    <a:pt x="61304" y="3812"/>
                  </a:cubicBezTo>
                  <a:cubicBezTo>
                    <a:pt x="61112" y="3790"/>
                    <a:pt x="60913" y="3779"/>
                    <a:pt x="60707" y="3779"/>
                  </a:cubicBezTo>
                  <a:cubicBezTo>
                    <a:pt x="60044" y="3779"/>
                    <a:pt x="59436" y="3941"/>
                    <a:pt x="58884" y="4265"/>
                  </a:cubicBezTo>
                  <a:cubicBezTo>
                    <a:pt x="58331" y="4589"/>
                    <a:pt x="57856" y="5009"/>
                    <a:pt x="57459" y="5525"/>
                  </a:cubicBezTo>
                  <a:cubicBezTo>
                    <a:pt x="57061" y="6041"/>
                    <a:pt x="56748" y="6611"/>
                    <a:pt x="56519" y="7238"/>
                  </a:cubicBezTo>
                  <a:cubicBezTo>
                    <a:pt x="56291" y="7864"/>
                    <a:pt x="56155" y="8486"/>
                    <a:pt x="56110" y="9105"/>
                  </a:cubicBezTo>
                  <a:cubicBezTo>
                    <a:pt x="56037" y="9974"/>
                    <a:pt x="56184" y="10829"/>
                    <a:pt x="56552" y="11669"/>
                  </a:cubicBezTo>
                  <a:lnTo>
                    <a:pt x="56552" y="11646"/>
                  </a:lnTo>
                  <a:cubicBezTo>
                    <a:pt x="56700" y="12059"/>
                    <a:pt x="56906" y="12420"/>
                    <a:pt x="57171" y="12729"/>
                  </a:cubicBezTo>
                  <a:cubicBezTo>
                    <a:pt x="57436" y="13039"/>
                    <a:pt x="57735" y="13300"/>
                    <a:pt x="58066" y="13514"/>
                  </a:cubicBezTo>
                  <a:cubicBezTo>
                    <a:pt x="58398" y="13727"/>
                    <a:pt x="58751" y="13886"/>
                    <a:pt x="59127" y="13989"/>
                  </a:cubicBezTo>
                  <a:cubicBezTo>
                    <a:pt x="59503" y="14092"/>
                    <a:pt x="59882" y="14144"/>
                    <a:pt x="60265" y="14144"/>
                  </a:cubicBezTo>
                  <a:cubicBezTo>
                    <a:pt x="60855" y="14144"/>
                    <a:pt x="61422" y="14033"/>
                    <a:pt x="61967" y="13812"/>
                  </a:cubicBezTo>
                  <a:cubicBezTo>
                    <a:pt x="62512" y="13591"/>
                    <a:pt x="62991" y="13252"/>
                    <a:pt x="63403" y="12796"/>
                  </a:cubicBezTo>
                  <a:cubicBezTo>
                    <a:pt x="63624" y="12530"/>
                    <a:pt x="63735" y="12273"/>
                    <a:pt x="63735" y="12022"/>
                  </a:cubicBezTo>
                  <a:cubicBezTo>
                    <a:pt x="63735" y="11772"/>
                    <a:pt x="63639" y="11554"/>
                    <a:pt x="63448" y="11370"/>
                  </a:cubicBezTo>
                  <a:cubicBezTo>
                    <a:pt x="63256" y="11186"/>
                    <a:pt x="63013" y="11094"/>
                    <a:pt x="62718" y="11094"/>
                  </a:cubicBezTo>
                  <a:cubicBezTo>
                    <a:pt x="62571" y="11094"/>
                    <a:pt x="62424" y="11116"/>
                    <a:pt x="62276" y="11160"/>
                  </a:cubicBezTo>
                  <a:cubicBezTo>
                    <a:pt x="62129" y="11204"/>
                    <a:pt x="61996" y="11285"/>
                    <a:pt x="61878" y="11403"/>
                  </a:cubicBezTo>
                  <a:close/>
                  <a:moveTo>
                    <a:pt x="67492" y="6254"/>
                  </a:moveTo>
                  <a:lnTo>
                    <a:pt x="68597" y="6254"/>
                  </a:lnTo>
                  <a:lnTo>
                    <a:pt x="68597" y="9635"/>
                  </a:lnTo>
                  <a:cubicBezTo>
                    <a:pt x="68597" y="10225"/>
                    <a:pt x="68600" y="10818"/>
                    <a:pt x="68608" y="11414"/>
                  </a:cubicBezTo>
                  <a:cubicBezTo>
                    <a:pt x="68615" y="12011"/>
                    <a:pt x="68619" y="12589"/>
                    <a:pt x="68619" y="13149"/>
                  </a:cubicBezTo>
                  <a:cubicBezTo>
                    <a:pt x="68663" y="13488"/>
                    <a:pt x="68792" y="13738"/>
                    <a:pt x="69006" y="13901"/>
                  </a:cubicBezTo>
                  <a:cubicBezTo>
                    <a:pt x="69219" y="14063"/>
                    <a:pt x="69451" y="14144"/>
                    <a:pt x="69702" y="14144"/>
                  </a:cubicBezTo>
                  <a:cubicBezTo>
                    <a:pt x="69952" y="14144"/>
                    <a:pt x="70195" y="14055"/>
                    <a:pt x="70431" y="13878"/>
                  </a:cubicBezTo>
                  <a:cubicBezTo>
                    <a:pt x="70667" y="13702"/>
                    <a:pt x="70785" y="13429"/>
                    <a:pt x="70785" y="13061"/>
                  </a:cubicBezTo>
                  <a:cubicBezTo>
                    <a:pt x="70785" y="12604"/>
                    <a:pt x="70781" y="12147"/>
                    <a:pt x="70773" y="11691"/>
                  </a:cubicBezTo>
                  <a:cubicBezTo>
                    <a:pt x="70766" y="11234"/>
                    <a:pt x="70762" y="10777"/>
                    <a:pt x="70762" y="10320"/>
                  </a:cubicBezTo>
                  <a:lnTo>
                    <a:pt x="70762" y="6254"/>
                  </a:lnTo>
                  <a:lnTo>
                    <a:pt x="72641" y="6254"/>
                  </a:lnTo>
                  <a:cubicBezTo>
                    <a:pt x="73319" y="6077"/>
                    <a:pt x="73657" y="5753"/>
                    <a:pt x="73657" y="5282"/>
                  </a:cubicBezTo>
                  <a:cubicBezTo>
                    <a:pt x="73657" y="5076"/>
                    <a:pt x="73580" y="4884"/>
                    <a:pt x="73425" y="4707"/>
                  </a:cubicBezTo>
                  <a:cubicBezTo>
                    <a:pt x="73271" y="4530"/>
                    <a:pt x="73031" y="4398"/>
                    <a:pt x="72707" y="4309"/>
                  </a:cubicBezTo>
                  <a:lnTo>
                    <a:pt x="70762" y="4309"/>
                  </a:lnTo>
                  <a:lnTo>
                    <a:pt x="70762" y="862"/>
                  </a:lnTo>
                  <a:cubicBezTo>
                    <a:pt x="70689" y="567"/>
                    <a:pt x="70549" y="350"/>
                    <a:pt x="70343" y="210"/>
                  </a:cubicBezTo>
                  <a:cubicBezTo>
                    <a:pt x="70136" y="70"/>
                    <a:pt x="69915" y="0"/>
                    <a:pt x="69680" y="0"/>
                  </a:cubicBezTo>
                  <a:cubicBezTo>
                    <a:pt x="69429" y="0"/>
                    <a:pt x="69204" y="77"/>
                    <a:pt x="69006" y="232"/>
                  </a:cubicBezTo>
                  <a:cubicBezTo>
                    <a:pt x="68807" y="387"/>
                    <a:pt x="68670" y="619"/>
                    <a:pt x="68597" y="928"/>
                  </a:cubicBezTo>
                  <a:lnTo>
                    <a:pt x="68597" y="4309"/>
                  </a:lnTo>
                  <a:lnTo>
                    <a:pt x="67580" y="4309"/>
                  </a:lnTo>
                  <a:cubicBezTo>
                    <a:pt x="67182" y="4309"/>
                    <a:pt x="66884" y="4413"/>
                    <a:pt x="66685" y="4619"/>
                  </a:cubicBezTo>
                  <a:cubicBezTo>
                    <a:pt x="66486" y="4825"/>
                    <a:pt x="66387" y="5046"/>
                    <a:pt x="66387" y="5282"/>
                  </a:cubicBezTo>
                  <a:cubicBezTo>
                    <a:pt x="66387" y="5517"/>
                    <a:pt x="66479" y="5724"/>
                    <a:pt x="66663" y="5901"/>
                  </a:cubicBezTo>
                  <a:cubicBezTo>
                    <a:pt x="66847" y="6077"/>
                    <a:pt x="67123" y="6195"/>
                    <a:pt x="67492" y="6254"/>
                  </a:cubicBezTo>
                  <a:close/>
                  <a:moveTo>
                    <a:pt x="77569" y="13127"/>
                  </a:moveTo>
                  <a:lnTo>
                    <a:pt x="77503" y="4751"/>
                  </a:lnTo>
                  <a:cubicBezTo>
                    <a:pt x="77429" y="4457"/>
                    <a:pt x="77289" y="4239"/>
                    <a:pt x="77083" y="4099"/>
                  </a:cubicBezTo>
                  <a:cubicBezTo>
                    <a:pt x="76877" y="3959"/>
                    <a:pt x="76656" y="3890"/>
                    <a:pt x="76420" y="3890"/>
                  </a:cubicBezTo>
                  <a:cubicBezTo>
                    <a:pt x="76155" y="3890"/>
                    <a:pt x="75926" y="3967"/>
                    <a:pt x="75735" y="4122"/>
                  </a:cubicBezTo>
                  <a:cubicBezTo>
                    <a:pt x="75543" y="4276"/>
                    <a:pt x="75411" y="4508"/>
                    <a:pt x="75337" y="4818"/>
                  </a:cubicBezTo>
                  <a:lnTo>
                    <a:pt x="75403" y="13215"/>
                  </a:lnTo>
                  <a:cubicBezTo>
                    <a:pt x="75448" y="13554"/>
                    <a:pt x="75573" y="13805"/>
                    <a:pt x="75779" y="13967"/>
                  </a:cubicBezTo>
                  <a:cubicBezTo>
                    <a:pt x="75985" y="14129"/>
                    <a:pt x="76221" y="14210"/>
                    <a:pt x="76486" y="14210"/>
                  </a:cubicBezTo>
                  <a:cubicBezTo>
                    <a:pt x="76751" y="14210"/>
                    <a:pt x="76994" y="14122"/>
                    <a:pt x="77215" y="13945"/>
                  </a:cubicBezTo>
                  <a:cubicBezTo>
                    <a:pt x="77436" y="13768"/>
                    <a:pt x="77554" y="13495"/>
                    <a:pt x="77569" y="13127"/>
                  </a:cubicBezTo>
                  <a:close/>
                  <a:moveTo>
                    <a:pt x="75182" y="1304"/>
                  </a:moveTo>
                  <a:cubicBezTo>
                    <a:pt x="75182" y="1643"/>
                    <a:pt x="75304" y="1930"/>
                    <a:pt x="75547" y="2166"/>
                  </a:cubicBezTo>
                  <a:cubicBezTo>
                    <a:pt x="75790" y="2401"/>
                    <a:pt x="76081" y="2519"/>
                    <a:pt x="76420" y="2519"/>
                  </a:cubicBezTo>
                  <a:cubicBezTo>
                    <a:pt x="76773" y="2519"/>
                    <a:pt x="77072" y="2401"/>
                    <a:pt x="77315" y="2166"/>
                  </a:cubicBezTo>
                  <a:cubicBezTo>
                    <a:pt x="77558" y="1930"/>
                    <a:pt x="77680" y="1643"/>
                    <a:pt x="77680" y="1304"/>
                  </a:cubicBezTo>
                  <a:cubicBezTo>
                    <a:pt x="77680" y="965"/>
                    <a:pt x="77558" y="674"/>
                    <a:pt x="77315" y="431"/>
                  </a:cubicBezTo>
                  <a:cubicBezTo>
                    <a:pt x="77072" y="188"/>
                    <a:pt x="76773" y="66"/>
                    <a:pt x="76420" y="66"/>
                  </a:cubicBezTo>
                  <a:cubicBezTo>
                    <a:pt x="76081" y="66"/>
                    <a:pt x="75790" y="188"/>
                    <a:pt x="75547" y="431"/>
                  </a:cubicBezTo>
                  <a:cubicBezTo>
                    <a:pt x="75304" y="674"/>
                    <a:pt x="75182" y="965"/>
                    <a:pt x="75182" y="1304"/>
                  </a:cubicBezTo>
                  <a:close/>
                  <a:moveTo>
                    <a:pt x="84751" y="4265"/>
                  </a:moveTo>
                  <a:cubicBezTo>
                    <a:pt x="84044" y="4265"/>
                    <a:pt x="83378" y="4435"/>
                    <a:pt x="82751" y="4773"/>
                  </a:cubicBezTo>
                  <a:cubicBezTo>
                    <a:pt x="82125" y="5112"/>
                    <a:pt x="81580" y="5558"/>
                    <a:pt x="81116" y="6110"/>
                  </a:cubicBezTo>
                  <a:cubicBezTo>
                    <a:pt x="80652" y="6663"/>
                    <a:pt x="80284" y="7289"/>
                    <a:pt x="80011" y="7989"/>
                  </a:cubicBezTo>
                  <a:cubicBezTo>
                    <a:pt x="79738" y="8689"/>
                    <a:pt x="79602" y="9407"/>
                    <a:pt x="79602" y="10144"/>
                  </a:cubicBezTo>
                  <a:cubicBezTo>
                    <a:pt x="79602" y="10674"/>
                    <a:pt x="79694" y="11201"/>
                    <a:pt x="79878" y="11724"/>
                  </a:cubicBezTo>
                  <a:cubicBezTo>
                    <a:pt x="80063" y="12247"/>
                    <a:pt x="80324" y="12718"/>
                    <a:pt x="80663" y="13138"/>
                  </a:cubicBezTo>
                  <a:cubicBezTo>
                    <a:pt x="81002" y="13558"/>
                    <a:pt x="81418" y="13901"/>
                    <a:pt x="81912" y="14166"/>
                  </a:cubicBezTo>
                  <a:cubicBezTo>
                    <a:pt x="82405" y="14431"/>
                    <a:pt x="82954" y="14564"/>
                    <a:pt x="83558" y="14564"/>
                  </a:cubicBezTo>
                  <a:cubicBezTo>
                    <a:pt x="84133" y="14564"/>
                    <a:pt x="84681" y="14453"/>
                    <a:pt x="85204" y="14232"/>
                  </a:cubicBezTo>
                  <a:cubicBezTo>
                    <a:pt x="85727" y="14011"/>
                    <a:pt x="86203" y="13705"/>
                    <a:pt x="86630" y="13315"/>
                  </a:cubicBezTo>
                  <a:cubicBezTo>
                    <a:pt x="87057" y="12924"/>
                    <a:pt x="87429" y="12464"/>
                    <a:pt x="87746" y="11934"/>
                  </a:cubicBezTo>
                  <a:cubicBezTo>
                    <a:pt x="88063" y="11403"/>
                    <a:pt x="88302" y="10836"/>
                    <a:pt x="88464" y="10232"/>
                  </a:cubicBezTo>
                  <a:cubicBezTo>
                    <a:pt x="88508" y="10011"/>
                    <a:pt x="88545" y="9794"/>
                    <a:pt x="88575" y="9580"/>
                  </a:cubicBezTo>
                  <a:cubicBezTo>
                    <a:pt x="88604" y="9366"/>
                    <a:pt x="88619" y="9134"/>
                    <a:pt x="88619" y="8884"/>
                  </a:cubicBezTo>
                  <a:cubicBezTo>
                    <a:pt x="88619" y="8309"/>
                    <a:pt x="88534" y="7746"/>
                    <a:pt x="88365" y="7193"/>
                  </a:cubicBezTo>
                  <a:cubicBezTo>
                    <a:pt x="88195" y="6641"/>
                    <a:pt x="87945" y="6147"/>
                    <a:pt x="87613" y="5713"/>
                  </a:cubicBezTo>
                  <a:cubicBezTo>
                    <a:pt x="87282" y="5278"/>
                    <a:pt x="86877" y="4928"/>
                    <a:pt x="86398" y="4663"/>
                  </a:cubicBezTo>
                  <a:cubicBezTo>
                    <a:pt x="85919" y="4398"/>
                    <a:pt x="85370" y="4265"/>
                    <a:pt x="84751" y="4265"/>
                  </a:cubicBezTo>
                  <a:close/>
                  <a:moveTo>
                    <a:pt x="81901" y="9017"/>
                  </a:moveTo>
                  <a:cubicBezTo>
                    <a:pt x="81974" y="8722"/>
                    <a:pt x="82092" y="8409"/>
                    <a:pt x="82254" y="8077"/>
                  </a:cubicBezTo>
                  <a:cubicBezTo>
                    <a:pt x="82416" y="7746"/>
                    <a:pt x="82619" y="7444"/>
                    <a:pt x="82862" y="7171"/>
                  </a:cubicBezTo>
                  <a:cubicBezTo>
                    <a:pt x="83105" y="6899"/>
                    <a:pt x="83381" y="6670"/>
                    <a:pt x="83691" y="6486"/>
                  </a:cubicBezTo>
                  <a:cubicBezTo>
                    <a:pt x="84000" y="6302"/>
                    <a:pt x="84331" y="6210"/>
                    <a:pt x="84685" y="6210"/>
                  </a:cubicBezTo>
                  <a:cubicBezTo>
                    <a:pt x="84965" y="6210"/>
                    <a:pt x="85215" y="6287"/>
                    <a:pt x="85436" y="6442"/>
                  </a:cubicBezTo>
                  <a:cubicBezTo>
                    <a:pt x="85657" y="6597"/>
                    <a:pt x="85845" y="6799"/>
                    <a:pt x="86000" y="7050"/>
                  </a:cubicBezTo>
                  <a:cubicBezTo>
                    <a:pt x="86155" y="7300"/>
                    <a:pt x="86269" y="7584"/>
                    <a:pt x="86343" y="7901"/>
                  </a:cubicBezTo>
                  <a:cubicBezTo>
                    <a:pt x="86416" y="8217"/>
                    <a:pt x="86453" y="8538"/>
                    <a:pt x="86453" y="8862"/>
                  </a:cubicBezTo>
                  <a:cubicBezTo>
                    <a:pt x="86453" y="9215"/>
                    <a:pt x="86387" y="9610"/>
                    <a:pt x="86254" y="10044"/>
                  </a:cubicBezTo>
                  <a:cubicBezTo>
                    <a:pt x="86122" y="10479"/>
                    <a:pt x="85934" y="10884"/>
                    <a:pt x="85691" y="11260"/>
                  </a:cubicBezTo>
                  <a:cubicBezTo>
                    <a:pt x="85448" y="11635"/>
                    <a:pt x="85153" y="11952"/>
                    <a:pt x="84807" y="12210"/>
                  </a:cubicBezTo>
                  <a:cubicBezTo>
                    <a:pt x="84460" y="12468"/>
                    <a:pt x="84066" y="12597"/>
                    <a:pt x="83624" y="12597"/>
                  </a:cubicBezTo>
                  <a:cubicBezTo>
                    <a:pt x="83168" y="12597"/>
                    <a:pt x="82803" y="12471"/>
                    <a:pt x="82530" y="12221"/>
                  </a:cubicBezTo>
                  <a:cubicBezTo>
                    <a:pt x="82258" y="11971"/>
                    <a:pt x="82063" y="11665"/>
                    <a:pt x="81945" y="11304"/>
                  </a:cubicBezTo>
                  <a:cubicBezTo>
                    <a:pt x="81827" y="10943"/>
                    <a:pt x="81768" y="10556"/>
                    <a:pt x="81768" y="10144"/>
                  </a:cubicBezTo>
                  <a:cubicBezTo>
                    <a:pt x="81768" y="9731"/>
                    <a:pt x="81812" y="9355"/>
                    <a:pt x="81901" y="9017"/>
                  </a:cubicBezTo>
                  <a:close/>
                  <a:moveTo>
                    <a:pt x="98077" y="13171"/>
                  </a:moveTo>
                  <a:lnTo>
                    <a:pt x="98077" y="9149"/>
                  </a:lnTo>
                  <a:cubicBezTo>
                    <a:pt x="98077" y="8884"/>
                    <a:pt x="98092" y="8600"/>
                    <a:pt x="98122" y="8298"/>
                  </a:cubicBezTo>
                  <a:cubicBezTo>
                    <a:pt x="98151" y="7996"/>
                    <a:pt x="98166" y="7691"/>
                    <a:pt x="98166" y="7381"/>
                  </a:cubicBezTo>
                  <a:cubicBezTo>
                    <a:pt x="98166" y="7072"/>
                    <a:pt x="98144" y="6770"/>
                    <a:pt x="98099" y="6475"/>
                  </a:cubicBezTo>
                  <a:cubicBezTo>
                    <a:pt x="98055" y="6180"/>
                    <a:pt x="97959" y="5901"/>
                    <a:pt x="97812" y="5635"/>
                  </a:cubicBezTo>
                  <a:cubicBezTo>
                    <a:pt x="97503" y="5090"/>
                    <a:pt x="97094" y="4685"/>
                    <a:pt x="96586" y="4420"/>
                  </a:cubicBezTo>
                  <a:cubicBezTo>
                    <a:pt x="96077" y="4155"/>
                    <a:pt x="95543" y="4022"/>
                    <a:pt x="94983" y="4022"/>
                  </a:cubicBezTo>
                  <a:cubicBezTo>
                    <a:pt x="94468" y="4022"/>
                    <a:pt x="93967" y="4107"/>
                    <a:pt x="93481" y="4276"/>
                  </a:cubicBezTo>
                  <a:cubicBezTo>
                    <a:pt x="92994" y="4446"/>
                    <a:pt x="92538" y="4678"/>
                    <a:pt x="92110" y="4972"/>
                  </a:cubicBezTo>
                  <a:cubicBezTo>
                    <a:pt x="92037" y="4722"/>
                    <a:pt x="91897" y="4534"/>
                    <a:pt x="91691" y="4409"/>
                  </a:cubicBezTo>
                  <a:cubicBezTo>
                    <a:pt x="91484" y="4284"/>
                    <a:pt x="91278" y="4221"/>
                    <a:pt x="91072" y="4221"/>
                  </a:cubicBezTo>
                  <a:cubicBezTo>
                    <a:pt x="90821" y="4221"/>
                    <a:pt x="90597" y="4295"/>
                    <a:pt x="90398" y="4442"/>
                  </a:cubicBezTo>
                  <a:cubicBezTo>
                    <a:pt x="90199" y="4589"/>
                    <a:pt x="90063" y="4825"/>
                    <a:pt x="89989" y="5149"/>
                  </a:cubicBezTo>
                  <a:cubicBezTo>
                    <a:pt x="89989" y="5856"/>
                    <a:pt x="89993" y="6538"/>
                    <a:pt x="90000" y="7193"/>
                  </a:cubicBezTo>
                  <a:cubicBezTo>
                    <a:pt x="90007" y="7849"/>
                    <a:pt x="90011" y="8501"/>
                    <a:pt x="90011" y="9149"/>
                  </a:cubicBezTo>
                  <a:lnTo>
                    <a:pt x="90011" y="13127"/>
                  </a:lnTo>
                  <a:cubicBezTo>
                    <a:pt x="90055" y="13466"/>
                    <a:pt x="90184" y="13716"/>
                    <a:pt x="90398" y="13878"/>
                  </a:cubicBezTo>
                  <a:cubicBezTo>
                    <a:pt x="90611" y="14041"/>
                    <a:pt x="90843" y="14122"/>
                    <a:pt x="91094" y="14122"/>
                  </a:cubicBezTo>
                  <a:cubicBezTo>
                    <a:pt x="91359" y="14122"/>
                    <a:pt x="91602" y="14033"/>
                    <a:pt x="91823" y="13856"/>
                  </a:cubicBezTo>
                  <a:cubicBezTo>
                    <a:pt x="92044" y="13680"/>
                    <a:pt x="92162" y="13407"/>
                    <a:pt x="92177" y="13039"/>
                  </a:cubicBezTo>
                  <a:cubicBezTo>
                    <a:pt x="92162" y="12287"/>
                    <a:pt x="92155" y="11547"/>
                    <a:pt x="92155" y="10818"/>
                  </a:cubicBezTo>
                  <a:lnTo>
                    <a:pt x="92155" y="8597"/>
                  </a:lnTo>
                  <a:cubicBezTo>
                    <a:pt x="92184" y="8302"/>
                    <a:pt x="92232" y="8077"/>
                    <a:pt x="92298" y="7923"/>
                  </a:cubicBezTo>
                  <a:cubicBezTo>
                    <a:pt x="92365" y="7768"/>
                    <a:pt x="92457" y="7602"/>
                    <a:pt x="92575" y="7425"/>
                  </a:cubicBezTo>
                  <a:cubicBezTo>
                    <a:pt x="92913" y="6939"/>
                    <a:pt x="93293" y="6571"/>
                    <a:pt x="93713" y="6320"/>
                  </a:cubicBezTo>
                  <a:cubicBezTo>
                    <a:pt x="94133" y="6070"/>
                    <a:pt x="94564" y="5945"/>
                    <a:pt x="95006" y="5945"/>
                  </a:cubicBezTo>
                  <a:cubicBezTo>
                    <a:pt x="95271" y="5945"/>
                    <a:pt x="95466" y="6048"/>
                    <a:pt x="95591" y="6254"/>
                  </a:cubicBezTo>
                  <a:cubicBezTo>
                    <a:pt x="95716" y="6460"/>
                    <a:pt x="95801" y="6707"/>
                    <a:pt x="95845" y="6994"/>
                  </a:cubicBezTo>
                  <a:cubicBezTo>
                    <a:pt x="95890" y="7282"/>
                    <a:pt x="95904" y="7573"/>
                    <a:pt x="95890" y="7867"/>
                  </a:cubicBezTo>
                  <a:cubicBezTo>
                    <a:pt x="95875" y="8162"/>
                    <a:pt x="95867" y="8405"/>
                    <a:pt x="95867" y="8597"/>
                  </a:cubicBezTo>
                  <a:lnTo>
                    <a:pt x="95867" y="10641"/>
                  </a:lnTo>
                  <a:cubicBezTo>
                    <a:pt x="95867" y="11164"/>
                    <a:pt x="95871" y="11591"/>
                    <a:pt x="95878" y="11923"/>
                  </a:cubicBezTo>
                  <a:cubicBezTo>
                    <a:pt x="95886" y="12254"/>
                    <a:pt x="95890" y="12519"/>
                    <a:pt x="95890" y="12718"/>
                  </a:cubicBezTo>
                  <a:lnTo>
                    <a:pt x="95890" y="13260"/>
                  </a:lnTo>
                  <a:cubicBezTo>
                    <a:pt x="95934" y="13599"/>
                    <a:pt x="96063" y="13849"/>
                    <a:pt x="96276" y="14011"/>
                  </a:cubicBezTo>
                  <a:cubicBezTo>
                    <a:pt x="96490" y="14173"/>
                    <a:pt x="96729" y="14254"/>
                    <a:pt x="96994" y="14254"/>
                  </a:cubicBezTo>
                  <a:cubicBezTo>
                    <a:pt x="97245" y="14254"/>
                    <a:pt x="97484" y="14166"/>
                    <a:pt x="97713" y="13989"/>
                  </a:cubicBezTo>
                  <a:cubicBezTo>
                    <a:pt x="97941" y="13812"/>
                    <a:pt x="98063" y="13540"/>
                    <a:pt x="98077" y="13171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31" name="task-criteria-to-checks shaft" descr="task-criteria-to-checks shaft"/>
            <p:cNvSpPr/>
            <p:nvPr/>
          </p:nvSpPr>
          <p:spPr>
            <a:xfrm>
              <a:off x="671550" y="1565100"/>
              <a:ext cx="3729600" cy="495615"/>
            </a:xfrm>
            <a:custGeom>
              <a:avLst/>
              <a:gdLst/>
              <a:ahLst/>
              <a:cxnLst/>
              <a:rect l="0" t="0" r="r" b="b"/>
              <a:pathLst>
                <a:path w="672000" h="89300">
                  <a:moveTo>
                    <a:pt x="0" y="0"/>
                  </a:moveTo>
                  <a:lnTo>
                    <a:pt x="0" y="43000"/>
                  </a:lnTo>
                  <a:cubicBezTo>
                    <a:pt x="0" y="55000"/>
                    <a:pt x="4000" y="58000"/>
                    <a:pt x="16000" y="58000"/>
                  </a:cubicBezTo>
                  <a:lnTo>
                    <a:pt x="654000" y="58000"/>
                  </a:lnTo>
                  <a:cubicBezTo>
                    <a:pt x="665000" y="58000"/>
                    <a:pt x="672000" y="63000"/>
                    <a:pt x="672000" y="73000"/>
                  </a:cubicBezTo>
                  <a:lnTo>
                    <a:pt x="672000" y="89300"/>
                  </a:lnTo>
                </a:path>
              </a:pathLst>
            </a:custGeom>
            <a:noFill/>
            <a:ln w="27750" cap="rnd" cmpd="sng">
              <a:solidFill>
                <a:srgbClr val="9C8AC9"/>
              </a:solidFill>
              <a:round/>
            </a:ln>
            <a:effectLst/>
          </p:spPr>
        </p:sp>
        <p:sp>
          <p:nvSpPr>
            <p:cNvPr id="32" name="task-criteria-to-checks head" descr="task-criteria-to-checks head"/>
            <p:cNvSpPr/>
            <p:nvPr/>
          </p:nvSpPr>
          <p:spPr>
            <a:xfrm>
              <a:off x="4362300" y="2025750"/>
              <a:ext cx="77700" cy="77700"/>
            </a:xfrm>
            <a:custGeom>
              <a:avLst/>
              <a:gdLst/>
              <a:ahLst/>
              <a:cxnLst/>
              <a:rect l="0" t="0" r="r" b="b"/>
              <a:pathLst>
                <a:path w="14000" h="14000">
                  <a:moveTo>
                    <a:pt x="7000" y="14000"/>
                  </a:moveTo>
                  <a:lnTo>
                    <a:pt x="0" y="0"/>
                  </a:lnTo>
                  <a:lnTo>
                    <a:pt x="14000" y="0"/>
                  </a:lnTo>
                  <a:close/>
                </a:path>
              </a:pathLst>
            </a:custGeom>
            <a:solidFill>
              <a:srgbClr val="9C8AC9"/>
            </a:solidFill>
            <a:ln w="5550" cap="rnd" cmpd="sng">
              <a:noFill/>
              <a:round/>
            </a:ln>
            <a:effectLst/>
          </p:spPr>
        </p:sp>
        <p:sp>
          <p:nvSpPr>
            <p:cNvPr id="33" name="task-criteria-label" descr="Task criteria"/>
            <p:cNvSpPr/>
            <p:nvPr/>
          </p:nvSpPr>
          <p:spPr>
            <a:xfrm>
              <a:off x="983617" y="1764225"/>
              <a:ext cx="642757" cy="80828"/>
            </a:xfrm>
            <a:custGeom>
              <a:avLst/>
              <a:gdLst/>
              <a:ahLst/>
              <a:cxnLst/>
              <a:rect l="0" t="0" r="r" b="b"/>
              <a:pathLst>
                <a:path w="115812" h="14564">
                  <a:moveTo>
                    <a:pt x="9937" y="928"/>
                  </a:moveTo>
                  <a:lnTo>
                    <a:pt x="9197" y="928"/>
                  </a:lnTo>
                  <a:cubicBezTo>
                    <a:pt x="8851" y="928"/>
                    <a:pt x="8346" y="932"/>
                    <a:pt x="7683" y="939"/>
                  </a:cubicBezTo>
                  <a:cubicBezTo>
                    <a:pt x="7020" y="947"/>
                    <a:pt x="6166" y="950"/>
                    <a:pt x="5120" y="950"/>
                  </a:cubicBezTo>
                  <a:lnTo>
                    <a:pt x="1230" y="950"/>
                  </a:lnTo>
                  <a:cubicBezTo>
                    <a:pt x="818" y="950"/>
                    <a:pt x="516" y="1046"/>
                    <a:pt x="324" y="1238"/>
                  </a:cubicBezTo>
                  <a:cubicBezTo>
                    <a:pt x="133" y="1429"/>
                    <a:pt x="29" y="1643"/>
                    <a:pt x="15" y="1878"/>
                  </a:cubicBezTo>
                  <a:cubicBezTo>
                    <a:pt x="0" y="2114"/>
                    <a:pt x="77" y="2328"/>
                    <a:pt x="247" y="2519"/>
                  </a:cubicBezTo>
                  <a:cubicBezTo>
                    <a:pt x="416" y="2711"/>
                    <a:pt x="685" y="2843"/>
                    <a:pt x="1053" y="2917"/>
                  </a:cubicBezTo>
                  <a:lnTo>
                    <a:pt x="4346" y="2917"/>
                  </a:lnTo>
                  <a:lnTo>
                    <a:pt x="4368" y="13547"/>
                  </a:lnTo>
                  <a:cubicBezTo>
                    <a:pt x="4413" y="13886"/>
                    <a:pt x="4541" y="14140"/>
                    <a:pt x="4755" y="14309"/>
                  </a:cubicBezTo>
                  <a:cubicBezTo>
                    <a:pt x="4969" y="14479"/>
                    <a:pt x="5201" y="14564"/>
                    <a:pt x="5451" y="14564"/>
                  </a:cubicBezTo>
                  <a:cubicBezTo>
                    <a:pt x="5716" y="14564"/>
                    <a:pt x="5963" y="14475"/>
                    <a:pt x="6192" y="14298"/>
                  </a:cubicBezTo>
                  <a:cubicBezTo>
                    <a:pt x="6420" y="14122"/>
                    <a:pt x="6541" y="13842"/>
                    <a:pt x="6556" y="13459"/>
                  </a:cubicBezTo>
                  <a:cubicBezTo>
                    <a:pt x="6556" y="11705"/>
                    <a:pt x="6552" y="9948"/>
                    <a:pt x="6545" y="8188"/>
                  </a:cubicBezTo>
                  <a:cubicBezTo>
                    <a:pt x="6538" y="6427"/>
                    <a:pt x="6534" y="4670"/>
                    <a:pt x="6534" y="2917"/>
                  </a:cubicBezTo>
                  <a:lnTo>
                    <a:pt x="9783" y="2895"/>
                  </a:lnTo>
                  <a:cubicBezTo>
                    <a:pt x="10122" y="2821"/>
                    <a:pt x="10376" y="2700"/>
                    <a:pt x="10545" y="2530"/>
                  </a:cubicBezTo>
                  <a:cubicBezTo>
                    <a:pt x="10715" y="2361"/>
                    <a:pt x="10807" y="2166"/>
                    <a:pt x="10821" y="1945"/>
                  </a:cubicBezTo>
                  <a:cubicBezTo>
                    <a:pt x="10836" y="1753"/>
                    <a:pt x="10766" y="1562"/>
                    <a:pt x="10611" y="1370"/>
                  </a:cubicBezTo>
                  <a:cubicBezTo>
                    <a:pt x="10457" y="1179"/>
                    <a:pt x="10232" y="1031"/>
                    <a:pt x="9937" y="928"/>
                  </a:cubicBezTo>
                  <a:close/>
                  <a:moveTo>
                    <a:pt x="21142" y="13083"/>
                  </a:moveTo>
                  <a:cubicBezTo>
                    <a:pt x="21171" y="13053"/>
                    <a:pt x="21153" y="12987"/>
                    <a:pt x="21087" y="12884"/>
                  </a:cubicBezTo>
                  <a:cubicBezTo>
                    <a:pt x="21020" y="12781"/>
                    <a:pt x="20936" y="12648"/>
                    <a:pt x="20832" y="12486"/>
                  </a:cubicBezTo>
                  <a:lnTo>
                    <a:pt x="20855" y="12486"/>
                  </a:lnTo>
                  <a:cubicBezTo>
                    <a:pt x="20737" y="12309"/>
                    <a:pt x="20622" y="12110"/>
                    <a:pt x="20512" y="11890"/>
                  </a:cubicBezTo>
                  <a:cubicBezTo>
                    <a:pt x="20401" y="11669"/>
                    <a:pt x="20331" y="11477"/>
                    <a:pt x="20302" y="11315"/>
                  </a:cubicBezTo>
                  <a:cubicBezTo>
                    <a:pt x="20228" y="10785"/>
                    <a:pt x="20177" y="10243"/>
                    <a:pt x="20147" y="9691"/>
                  </a:cubicBezTo>
                  <a:cubicBezTo>
                    <a:pt x="20118" y="9138"/>
                    <a:pt x="20103" y="8604"/>
                    <a:pt x="20103" y="8088"/>
                  </a:cubicBezTo>
                  <a:lnTo>
                    <a:pt x="20103" y="7713"/>
                  </a:lnTo>
                  <a:cubicBezTo>
                    <a:pt x="20103" y="7580"/>
                    <a:pt x="20107" y="7414"/>
                    <a:pt x="20114" y="7215"/>
                  </a:cubicBezTo>
                  <a:cubicBezTo>
                    <a:pt x="20122" y="7017"/>
                    <a:pt x="20125" y="6770"/>
                    <a:pt x="20125" y="6475"/>
                  </a:cubicBezTo>
                  <a:lnTo>
                    <a:pt x="20125" y="5370"/>
                  </a:lnTo>
                  <a:cubicBezTo>
                    <a:pt x="19963" y="4943"/>
                    <a:pt x="19702" y="4674"/>
                    <a:pt x="19341" y="4564"/>
                  </a:cubicBezTo>
                  <a:cubicBezTo>
                    <a:pt x="18980" y="4453"/>
                    <a:pt x="18571" y="4398"/>
                    <a:pt x="18114" y="4398"/>
                  </a:cubicBezTo>
                  <a:cubicBezTo>
                    <a:pt x="17878" y="4398"/>
                    <a:pt x="17635" y="4416"/>
                    <a:pt x="17385" y="4453"/>
                  </a:cubicBezTo>
                  <a:cubicBezTo>
                    <a:pt x="17134" y="4490"/>
                    <a:pt x="16891" y="4541"/>
                    <a:pt x="16656" y="4608"/>
                  </a:cubicBezTo>
                  <a:cubicBezTo>
                    <a:pt x="16420" y="4674"/>
                    <a:pt x="16210" y="4744"/>
                    <a:pt x="16026" y="4818"/>
                  </a:cubicBezTo>
                  <a:cubicBezTo>
                    <a:pt x="15842" y="4891"/>
                    <a:pt x="15698" y="4958"/>
                    <a:pt x="15595" y="5017"/>
                  </a:cubicBezTo>
                  <a:cubicBezTo>
                    <a:pt x="15109" y="5326"/>
                    <a:pt x="14656" y="5680"/>
                    <a:pt x="14236" y="6077"/>
                  </a:cubicBezTo>
                  <a:cubicBezTo>
                    <a:pt x="13816" y="6475"/>
                    <a:pt x="13444" y="6913"/>
                    <a:pt x="13120" y="7392"/>
                  </a:cubicBezTo>
                  <a:cubicBezTo>
                    <a:pt x="12796" y="7871"/>
                    <a:pt x="12541" y="8387"/>
                    <a:pt x="12357" y="8939"/>
                  </a:cubicBezTo>
                  <a:cubicBezTo>
                    <a:pt x="12173" y="9492"/>
                    <a:pt x="12081" y="10077"/>
                    <a:pt x="12081" y="10696"/>
                  </a:cubicBezTo>
                  <a:cubicBezTo>
                    <a:pt x="12081" y="11300"/>
                    <a:pt x="12199" y="11875"/>
                    <a:pt x="12435" y="12420"/>
                  </a:cubicBezTo>
                  <a:cubicBezTo>
                    <a:pt x="12670" y="12965"/>
                    <a:pt x="13068" y="13436"/>
                    <a:pt x="13628" y="13834"/>
                  </a:cubicBezTo>
                  <a:cubicBezTo>
                    <a:pt x="14011" y="14085"/>
                    <a:pt x="14390" y="14250"/>
                    <a:pt x="14766" y="14331"/>
                  </a:cubicBezTo>
                  <a:cubicBezTo>
                    <a:pt x="15142" y="14413"/>
                    <a:pt x="15529" y="14453"/>
                    <a:pt x="15926" y="14453"/>
                  </a:cubicBezTo>
                  <a:cubicBezTo>
                    <a:pt x="16471" y="14453"/>
                    <a:pt x="16976" y="14398"/>
                    <a:pt x="17440" y="14287"/>
                  </a:cubicBezTo>
                  <a:cubicBezTo>
                    <a:pt x="17904" y="14177"/>
                    <a:pt x="18401" y="13923"/>
                    <a:pt x="18932" y="13525"/>
                  </a:cubicBezTo>
                  <a:cubicBezTo>
                    <a:pt x="19006" y="13643"/>
                    <a:pt x="19098" y="13764"/>
                    <a:pt x="19208" y="13890"/>
                  </a:cubicBezTo>
                  <a:cubicBezTo>
                    <a:pt x="19319" y="14015"/>
                    <a:pt x="19433" y="14136"/>
                    <a:pt x="19551" y="14254"/>
                  </a:cubicBezTo>
                  <a:cubicBezTo>
                    <a:pt x="19816" y="14387"/>
                    <a:pt x="20066" y="14442"/>
                    <a:pt x="20302" y="14420"/>
                  </a:cubicBezTo>
                  <a:cubicBezTo>
                    <a:pt x="20538" y="14398"/>
                    <a:pt x="20733" y="14324"/>
                    <a:pt x="20888" y="14199"/>
                  </a:cubicBezTo>
                  <a:cubicBezTo>
                    <a:pt x="21042" y="14074"/>
                    <a:pt x="21145" y="13912"/>
                    <a:pt x="21197" y="13713"/>
                  </a:cubicBezTo>
                  <a:cubicBezTo>
                    <a:pt x="21249" y="13514"/>
                    <a:pt x="21230" y="13304"/>
                    <a:pt x="21142" y="13083"/>
                  </a:cubicBezTo>
                  <a:close/>
                  <a:moveTo>
                    <a:pt x="18158" y="11514"/>
                  </a:moveTo>
                  <a:cubicBezTo>
                    <a:pt x="17657" y="11926"/>
                    <a:pt x="17245" y="12228"/>
                    <a:pt x="16921" y="12420"/>
                  </a:cubicBezTo>
                  <a:cubicBezTo>
                    <a:pt x="16656" y="12508"/>
                    <a:pt x="16379" y="12552"/>
                    <a:pt x="16092" y="12552"/>
                  </a:cubicBezTo>
                  <a:cubicBezTo>
                    <a:pt x="15805" y="12552"/>
                    <a:pt x="15536" y="12497"/>
                    <a:pt x="15285" y="12387"/>
                  </a:cubicBezTo>
                  <a:cubicBezTo>
                    <a:pt x="15035" y="12276"/>
                    <a:pt x="14818" y="12114"/>
                    <a:pt x="14634" y="11901"/>
                  </a:cubicBezTo>
                  <a:cubicBezTo>
                    <a:pt x="14449" y="11687"/>
                    <a:pt x="14335" y="11418"/>
                    <a:pt x="14291" y="11094"/>
                  </a:cubicBezTo>
                  <a:cubicBezTo>
                    <a:pt x="14217" y="10681"/>
                    <a:pt x="14228" y="10258"/>
                    <a:pt x="14324" y="9823"/>
                  </a:cubicBezTo>
                  <a:cubicBezTo>
                    <a:pt x="14420" y="9389"/>
                    <a:pt x="14571" y="8972"/>
                    <a:pt x="14777" y="8575"/>
                  </a:cubicBezTo>
                  <a:cubicBezTo>
                    <a:pt x="14983" y="8177"/>
                    <a:pt x="15245" y="7816"/>
                    <a:pt x="15562" y="7492"/>
                  </a:cubicBezTo>
                  <a:cubicBezTo>
                    <a:pt x="15878" y="7168"/>
                    <a:pt x="16236" y="6917"/>
                    <a:pt x="16634" y="6740"/>
                  </a:cubicBezTo>
                  <a:cubicBezTo>
                    <a:pt x="16737" y="6696"/>
                    <a:pt x="16917" y="6622"/>
                    <a:pt x="17175" y="6519"/>
                  </a:cubicBezTo>
                  <a:cubicBezTo>
                    <a:pt x="17433" y="6416"/>
                    <a:pt x="17687" y="6350"/>
                    <a:pt x="17937" y="6320"/>
                  </a:cubicBezTo>
                  <a:cubicBezTo>
                    <a:pt x="17937" y="6615"/>
                    <a:pt x="17930" y="6917"/>
                    <a:pt x="17915" y="7227"/>
                  </a:cubicBezTo>
                  <a:cubicBezTo>
                    <a:pt x="17901" y="7536"/>
                    <a:pt x="17893" y="7882"/>
                    <a:pt x="17893" y="8265"/>
                  </a:cubicBezTo>
                  <a:cubicBezTo>
                    <a:pt x="17893" y="8810"/>
                    <a:pt x="17908" y="9359"/>
                    <a:pt x="17937" y="9912"/>
                  </a:cubicBezTo>
                  <a:cubicBezTo>
                    <a:pt x="17967" y="10464"/>
                    <a:pt x="18041" y="10998"/>
                    <a:pt x="18158" y="11514"/>
                  </a:cubicBezTo>
                  <a:close/>
                  <a:moveTo>
                    <a:pt x="22379" y="12486"/>
                  </a:moveTo>
                  <a:lnTo>
                    <a:pt x="22401" y="12486"/>
                  </a:lnTo>
                  <a:cubicBezTo>
                    <a:pt x="22873" y="13134"/>
                    <a:pt x="23499" y="13643"/>
                    <a:pt x="24280" y="14011"/>
                  </a:cubicBezTo>
                  <a:cubicBezTo>
                    <a:pt x="25061" y="14379"/>
                    <a:pt x="25864" y="14564"/>
                    <a:pt x="26689" y="14564"/>
                  </a:cubicBezTo>
                  <a:cubicBezTo>
                    <a:pt x="27057" y="14564"/>
                    <a:pt x="27425" y="14475"/>
                    <a:pt x="27794" y="14298"/>
                  </a:cubicBezTo>
                  <a:cubicBezTo>
                    <a:pt x="28162" y="14122"/>
                    <a:pt x="28490" y="13886"/>
                    <a:pt x="28777" y="13591"/>
                  </a:cubicBezTo>
                  <a:cubicBezTo>
                    <a:pt x="29064" y="13297"/>
                    <a:pt x="29297" y="12961"/>
                    <a:pt x="29473" y="12586"/>
                  </a:cubicBezTo>
                  <a:cubicBezTo>
                    <a:pt x="29650" y="12210"/>
                    <a:pt x="29738" y="11823"/>
                    <a:pt x="29738" y="11425"/>
                  </a:cubicBezTo>
                  <a:cubicBezTo>
                    <a:pt x="29738" y="10924"/>
                    <a:pt x="29661" y="10497"/>
                    <a:pt x="29506" y="10144"/>
                  </a:cubicBezTo>
                  <a:cubicBezTo>
                    <a:pt x="29352" y="9790"/>
                    <a:pt x="29134" y="9488"/>
                    <a:pt x="28855" y="9238"/>
                  </a:cubicBezTo>
                  <a:cubicBezTo>
                    <a:pt x="28575" y="8987"/>
                    <a:pt x="28243" y="8777"/>
                    <a:pt x="27860" y="8608"/>
                  </a:cubicBezTo>
                  <a:cubicBezTo>
                    <a:pt x="27477" y="8438"/>
                    <a:pt x="27057" y="8287"/>
                    <a:pt x="26600" y="8155"/>
                  </a:cubicBezTo>
                  <a:cubicBezTo>
                    <a:pt x="26438" y="8110"/>
                    <a:pt x="26269" y="8063"/>
                    <a:pt x="26092" y="8011"/>
                  </a:cubicBezTo>
                  <a:cubicBezTo>
                    <a:pt x="25915" y="7959"/>
                    <a:pt x="25750" y="7897"/>
                    <a:pt x="25595" y="7823"/>
                  </a:cubicBezTo>
                  <a:cubicBezTo>
                    <a:pt x="25440" y="7750"/>
                    <a:pt x="25300" y="7657"/>
                    <a:pt x="25175" y="7547"/>
                  </a:cubicBezTo>
                  <a:cubicBezTo>
                    <a:pt x="25050" y="7436"/>
                    <a:pt x="24943" y="7300"/>
                    <a:pt x="24855" y="7138"/>
                  </a:cubicBezTo>
                  <a:cubicBezTo>
                    <a:pt x="24810" y="6726"/>
                    <a:pt x="24891" y="6431"/>
                    <a:pt x="25098" y="6254"/>
                  </a:cubicBezTo>
                  <a:cubicBezTo>
                    <a:pt x="25304" y="6077"/>
                    <a:pt x="25562" y="5978"/>
                    <a:pt x="25871" y="5956"/>
                  </a:cubicBezTo>
                  <a:cubicBezTo>
                    <a:pt x="26180" y="5934"/>
                    <a:pt x="26494" y="5963"/>
                    <a:pt x="26810" y="6044"/>
                  </a:cubicBezTo>
                  <a:cubicBezTo>
                    <a:pt x="27127" y="6125"/>
                    <a:pt x="27374" y="6210"/>
                    <a:pt x="27551" y="6298"/>
                  </a:cubicBezTo>
                  <a:cubicBezTo>
                    <a:pt x="27772" y="6416"/>
                    <a:pt x="27982" y="6475"/>
                    <a:pt x="28180" y="6475"/>
                  </a:cubicBezTo>
                  <a:cubicBezTo>
                    <a:pt x="28379" y="6475"/>
                    <a:pt x="28556" y="6431"/>
                    <a:pt x="28711" y="6343"/>
                  </a:cubicBezTo>
                  <a:cubicBezTo>
                    <a:pt x="28866" y="6254"/>
                    <a:pt x="28991" y="6140"/>
                    <a:pt x="29087" y="6000"/>
                  </a:cubicBezTo>
                  <a:cubicBezTo>
                    <a:pt x="29182" y="5860"/>
                    <a:pt x="29230" y="5702"/>
                    <a:pt x="29230" y="5525"/>
                  </a:cubicBezTo>
                  <a:cubicBezTo>
                    <a:pt x="29230" y="5378"/>
                    <a:pt x="29179" y="5223"/>
                    <a:pt x="29076" y="5061"/>
                  </a:cubicBezTo>
                  <a:cubicBezTo>
                    <a:pt x="28972" y="4899"/>
                    <a:pt x="28818" y="4744"/>
                    <a:pt x="28611" y="4597"/>
                  </a:cubicBezTo>
                  <a:cubicBezTo>
                    <a:pt x="28081" y="4302"/>
                    <a:pt x="27481" y="4096"/>
                    <a:pt x="26810" y="3978"/>
                  </a:cubicBezTo>
                  <a:cubicBezTo>
                    <a:pt x="26140" y="3860"/>
                    <a:pt x="25495" y="3882"/>
                    <a:pt x="24877" y="4044"/>
                  </a:cubicBezTo>
                  <a:cubicBezTo>
                    <a:pt x="24567" y="4118"/>
                    <a:pt x="24276" y="4254"/>
                    <a:pt x="24004" y="4453"/>
                  </a:cubicBezTo>
                  <a:cubicBezTo>
                    <a:pt x="23731" y="4652"/>
                    <a:pt x="23495" y="4888"/>
                    <a:pt x="23297" y="5160"/>
                  </a:cubicBezTo>
                  <a:cubicBezTo>
                    <a:pt x="23098" y="5433"/>
                    <a:pt x="22939" y="5731"/>
                    <a:pt x="22821" y="6055"/>
                  </a:cubicBezTo>
                  <a:cubicBezTo>
                    <a:pt x="22703" y="6379"/>
                    <a:pt x="22645" y="6696"/>
                    <a:pt x="22645" y="7006"/>
                  </a:cubicBezTo>
                  <a:cubicBezTo>
                    <a:pt x="22645" y="7227"/>
                    <a:pt x="22689" y="7466"/>
                    <a:pt x="22777" y="7724"/>
                  </a:cubicBezTo>
                  <a:cubicBezTo>
                    <a:pt x="22866" y="7982"/>
                    <a:pt x="22991" y="8221"/>
                    <a:pt x="23153" y="8442"/>
                  </a:cubicBezTo>
                  <a:cubicBezTo>
                    <a:pt x="23330" y="8678"/>
                    <a:pt x="23514" y="8873"/>
                    <a:pt x="23705" y="9028"/>
                  </a:cubicBezTo>
                  <a:cubicBezTo>
                    <a:pt x="23897" y="9182"/>
                    <a:pt x="24096" y="9311"/>
                    <a:pt x="24302" y="9414"/>
                  </a:cubicBezTo>
                  <a:cubicBezTo>
                    <a:pt x="24508" y="9517"/>
                    <a:pt x="24722" y="9602"/>
                    <a:pt x="24943" y="9669"/>
                  </a:cubicBezTo>
                  <a:cubicBezTo>
                    <a:pt x="25164" y="9735"/>
                    <a:pt x="25385" y="9797"/>
                    <a:pt x="25606" y="9856"/>
                  </a:cubicBezTo>
                  <a:cubicBezTo>
                    <a:pt x="25738" y="9901"/>
                    <a:pt x="25882" y="9937"/>
                    <a:pt x="26037" y="9967"/>
                  </a:cubicBezTo>
                  <a:cubicBezTo>
                    <a:pt x="26192" y="9996"/>
                    <a:pt x="26354" y="10041"/>
                    <a:pt x="26523" y="10099"/>
                  </a:cubicBezTo>
                  <a:cubicBezTo>
                    <a:pt x="26692" y="10158"/>
                    <a:pt x="26855" y="10247"/>
                    <a:pt x="27009" y="10365"/>
                  </a:cubicBezTo>
                  <a:cubicBezTo>
                    <a:pt x="27164" y="10483"/>
                    <a:pt x="27308" y="10645"/>
                    <a:pt x="27440" y="10851"/>
                  </a:cubicBezTo>
                  <a:cubicBezTo>
                    <a:pt x="27543" y="11013"/>
                    <a:pt x="27595" y="11190"/>
                    <a:pt x="27595" y="11381"/>
                  </a:cubicBezTo>
                  <a:cubicBezTo>
                    <a:pt x="27595" y="11573"/>
                    <a:pt x="27554" y="11750"/>
                    <a:pt x="27473" y="11912"/>
                  </a:cubicBezTo>
                  <a:cubicBezTo>
                    <a:pt x="27392" y="12074"/>
                    <a:pt x="27267" y="12217"/>
                    <a:pt x="27098" y="12343"/>
                  </a:cubicBezTo>
                  <a:cubicBezTo>
                    <a:pt x="26928" y="12468"/>
                    <a:pt x="26733" y="12552"/>
                    <a:pt x="26512" y="12597"/>
                  </a:cubicBezTo>
                  <a:cubicBezTo>
                    <a:pt x="26041" y="12685"/>
                    <a:pt x="25591" y="12589"/>
                    <a:pt x="25164" y="12309"/>
                  </a:cubicBezTo>
                  <a:cubicBezTo>
                    <a:pt x="24737" y="12029"/>
                    <a:pt x="24368" y="11683"/>
                    <a:pt x="24059" y="11271"/>
                  </a:cubicBezTo>
                  <a:cubicBezTo>
                    <a:pt x="23764" y="11079"/>
                    <a:pt x="23492" y="10983"/>
                    <a:pt x="23241" y="10983"/>
                  </a:cubicBezTo>
                  <a:cubicBezTo>
                    <a:pt x="22858" y="10983"/>
                    <a:pt x="22567" y="11127"/>
                    <a:pt x="22368" y="11414"/>
                  </a:cubicBezTo>
                  <a:cubicBezTo>
                    <a:pt x="22169" y="11702"/>
                    <a:pt x="22173" y="12059"/>
                    <a:pt x="22379" y="12486"/>
                  </a:cubicBezTo>
                  <a:close/>
                  <a:moveTo>
                    <a:pt x="33937" y="13260"/>
                  </a:moveTo>
                  <a:lnTo>
                    <a:pt x="33937" y="9260"/>
                  </a:lnTo>
                  <a:cubicBezTo>
                    <a:pt x="33996" y="9230"/>
                    <a:pt x="34041" y="9212"/>
                    <a:pt x="34070" y="9204"/>
                  </a:cubicBezTo>
                  <a:cubicBezTo>
                    <a:pt x="34099" y="9197"/>
                    <a:pt x="34136" y="9179"/>
                    <a:pt x="34180" y="9149"/>
                  </a:cubicBezTo>
                  <a:cubicBezTo>
                    <a:pt x="34681" y="9680"/>
                    <a:pt x="35142" y="10180"/>
                    <a:pt x="35562" y="10652"/>
                  </a:cubicBezTo>
                  <a:cubicBezTo>
                    <a:pt x="35982" y="11123"/>
                    <a:pt x="36413" y="11617"/>
                    <a:pt x="36855" y="12133"/>
                  </a:cubicBezTo>
                  <a:lnTo>
                    <a:pt x="38446" y="13901"/>
                  </a:lnTo>
                  <a:cubicBezTo>
                    <a:pt x="38593" y="14048"/>
                    <a:pt x="38744" y="14151"/>
                    <a:pt x="38899" y="14210"/>
                  </a:cubicBezTo>
                  <a:cubicBezTo>
                    <a:pt x="39053" y="14269"/>
                    <a:pt x="39212" y="14298"/>
                    <a:pt x="39374" y="14298"/>
                  </a:cubicBezTo>
                  <a:cubicBezTo>
                    <a:pt x="39669" y="14298"/>
                    <a:pt x="39908" y="14206"/>
                    <a:pt x="40092" y="14022"/>
                  </a:cubicBezTo>
                  <a:cubicBezTo>
                    <a:pt x="40276" y="13838"/>
                    <a:pt x="40368" y="13621"/>
                    <a:pt x="40368" y="13370"/>
                  </a:cubicBezTo>
                  <a:cubicBezTo>
                    <a:pt x="40368" y="13179"/>
                    <a:pt x="40250" y="12899"/>
                    <a:pt x="40015" y="12530"/>
                  </a:cubicBezTo>
                  <a:lnTo>
                    <a:pt x="35971" y="8022"/>
                  </a:lnTo>
                  <a:cubicBezTo>
                    <a:pt x="36501" y="7624"/>
                    <a:pt x="36994" y="7197"/>
                    <a:pt x="37451" y="6740"/>
                  </a:cubicBezTo>
                  <a:cubicBezTo>
                    <a:pt x="37908" y="6284"/>
                    <a:pt x="38394" y="5753"/>
                    <a:pt x="38910" y="5149"/>
                  </a:cubicBezTo>
                  <a:cubicBezTo>
                    <a:pt x="39116" y="4869"/>
                    <a:pt x="39219" y="4611"/>
                    <a:pt x="39219" y="4376"/>
                  </a:cubicBezTo>
                  <a:cubicBezTo>
                    <a:pt x="39219" y="4125"/>
                    <a:pt x="39123" y="3912"/>
                    <a:pt x="38932" y="3735"/>
                  </a:cubicBezTo>
                  <a:cubicBezTo>
                    <a:pt x="38740" y="3558"/>
                    <a:pt x="38497" y="3470"/>
                    <a:pt x="38203" y="3470"/>
                  </a:cubicBezTo>
                  <a:cubicBezTo>
                    <a:pt x="38055" y="3470"/>
                    <a:pt x="37904" y="3495"/>
                    <a:pt x="37750" y="3547"/>
                  </a:cubicBezTo>
                  <a:cubicBezTo>
                    <a:pt x="37595" y="3599"/>
                    <a:pt x="37436" y="3691"/>
                    <a:pt x="37274" y="3823"/>
                  </a:cubicBezTo>
                  <a:cubicBezTo>
                    <a:pt x="36936" y="4192"/>
                    <a:pt x="36630" y="4530"/>
                    <a:pt x="36357" y="4840"/>
                  </a:cubicBezTo>
                  <a:cubicBezTo>
                    <a:pt x="36085" y="5149"/>
                    <a:pt x="35820" y="5433"/>
                    <a:pt x="35562" y="5691"/>
                  </a:cubicBezTo>
                  <a:cubicBezTo>
                    <a:pt x="35304" y="5948"/>
                    <a:pt x="35046" y="6184"/>
                    <a:pt x="34788" y="6398"/>
                  </a:cubicBezTo>
                  <a:cubicBezTo>
                    <a:pt x="34530" y="6611"/>
                    <a:pt x="34247" y="6814"/>
                    <a:pt x="33937" y="7006"/>
                  </a:cubicBezTo>
                  <a:lnTo>
                    <a:pt x="33937" y="862"/>
                  </a:lnTo>
                  <a:cubicBezTo>
                    <a:pt x="33849" y="567"/>
                    <a:pt x="33705" y="350"/>
                    <a:pt x="33506" y="210"/>
                  </a:cubicBezTo>
                  <a:cubicBezTo>
                    <a:pt x="33308" y="70"/>
                    <a:pt x="33083" y="0"/>
                    <a:pt x="32832" y="0"/>
                  </a:cubicBezTo>
                  <a:cubicBezTo>
                    <a:pt x="32582" y="0"/>
                    <a:pt x="32361" y="77"/>
                    <a:pt x="32169" y="232"/>
                  </a:cubicBezTo>
                  <a:cubicBezTo>
                    <a:pt x="31978" y="387"/>
                    <a:pt x="31845" y="619"/>
                    <a:pt x="31772" y="928"/>
                  </a:cubicBezTo>
                  <a:lnTo>
                    <a:pt x="31772" y="13348"/>
                  </a:lnTo>
                  <a:cubicBezTo>
                    <a:pt x="31816" y="13672"/>
                    <a:pt x="31948" y="13915"/>
                    <a:pt x="32169" y="14077"/>
                  </a:cubicBezTo>
                  <a:cubicBezTo>
                    <a:pt x="32390" y="14239"/>
                    <a:pt x="32626" y="14320"/>
                    <a:pt x="32877" y="14320"/>
                  </a:cubicBezTo>
                  <a:cubicBezTo>
                    <a:pt x="33157" y="14320"/>
                    <a:pt x="33400" y="14232"/>
                    <a:pt x="33606" y="14055"/>
                  </a:cubicBezTo>
                  <a:cubicBezTo>
                    <a:pt x="33812" y="13878"/>
                    <a:pt x="33923" y="13613"/>
                    <a:pt x="33937" y="13260"/>
                  </a:cubicBezTo>
                  <a:close/>
                  <a:moveTo>
                    <a:pt x="55484" y="11624"/>
                  </a:moveTo>
                  <a:lnTo>
                    <a:pt x="55462" y="11624"/>
                  </a:lnTo>
                  <a:cubicBezTo>
                    <a:pt x="55212" y="11890"/>
                    <a:pt x="54947" y="12088"/>
                    <a:pt x="54667" y="12221"/>
                  </a:cubicBezTo>
                  <a:cubicBezTo>
                    <a:pt x="54387" y="12354"/>
                    <a:pt x="54122" y="12420"/>
                    <a:pt x="53871" y="12420"/>
                  </a:cubicBezTo>
                  <a:cubicBezTo>
                    <a:pt x="53532" y="12420"/>
                    <a:pt x="53208" y="12317"/>
                    <a:pt x="52899" y="12110"/>
                  </a:cubicBezTo>
                  <a:cubicBezTo>
                    <a:pt x="52589" y="11904"/>
                    <a:pt x="52339" y="11580"/>
                    <a:pt x="52147" y="11138"/>
                  </a:cubicBezTo>
                  <a:cubicBezTo>
                    <a:pt x="52044" y="10917"/>
                    <a:pt x="51974" y="10681"/>
                    <a:pt x="51937" y="10431"/>
                  </a:cubicBezTo>
                  <a:cubicBezTo>
                    <a:pt x="51901" y="10180"/>
                    <a:pt x="51882" y="9930"/>
                    <a:pt x="51882" y="9680"/>
                  </a:cubicBezTo>
                  <a:cubicBezTo>
                    <a:pt x="51882" y="9223"/>
                    <a:pt x="51948" y="8773"/>
                    <a:pt x="52081" y="8331"/>
                  </a:cubicBezTo>
                  <a:cubicBezTo>
                    <a:pt x="52214" y="7890"/>
                    <a:pt x="52390" y="7492"/>
                    <a:pt x="52611" y="7138"/>
                  </a:cubicBezTo>
                  <a:cubicBezTo>
                    <a:pt x="52832" y="6785"/>
                    <a:pt x="53098" y="6501"/>
                    <a:pt x="53407" y="6287"/>
                  </a:cubicBezTo>
                  <a:cubicBezTo>
                    <a:pt x="53716" y="6074"/>
                    <a:pt x="54048" y="5967"/>
                    <a:pt x="54401" y="5967"/>
                  </a:cubicBezTo>
                  <a:cubicBezTo>
                    <a:pt x="54667" y="5967"/>
                    <a:pt x="54943" y="6037"/>
                    <a:pt x="55230" y="6177"/>
                  </a:cubicBezTo>
                  <a:cubicBezTo>
                    <a:pt x="55517" y="6317"/>
                    <a:pt x="55816" y="6549"/>
                    <a:pt x="56125" y="6873"/>
                  </a:cubicBezTo>
                  <a:cubicBezTo>
                    <a:pt x="56361" y="6991"/>
                    <a:pt x="56586" y="7053"/>
                    <a:pt x="56799" y="7061"/>
                  </a:cubicBezTo>
                  <a:cubicBezTo>
                    <a:pt x="57013" y="7068"/>
                    <a:pt x="57197" y="7035"/>
                    <a:pt x="57352" y="6961"/>
                  </a:cubicBezTo>
                  <a:cubicBezTo>
                    <a:pt x="57506" y="6888"/>
                    <a:pt x="57628" y="6777"/>
                    <a:pt x="57716" y="6630"/>
                  </a:cubicBezTo>
                  <a:cubicBezTo>
                    <a:pt x="57805" y="6483"/>
                    <a:pt x="57849" y="6313"/>
                    <a:pt x="57849" y="6122"/>
                  </a:cubicBezTo>
                  <a:cubicBezTo>
                    <a:pt x="57849" y="5945"/>
                    <a:pt x="57775" y="5731"/>
                    <a:pt x="57628" y="5481"/>
                  </a:cubicBezTo>
                  <a:cubicBezTo>
                    <a:pt x="57289" y="5142"/>
                    <a:pt x="56954" y="4877"/>
                    <a:pt x="56622" y="4685"/>
                  </a:cubicBezTo>
                  <a:cubicBezTo>
                    <a:pt x="56291" y="4494"/>
                    <a:pt x="55919" y="4324"/>
                    <a:pt x="55506" y="4177"/>
                  </a:cubicBezTo>
                  <a:cubicBezTo>
                    <a:pt x="55300" y="4103"/>
                    <a:pt x="55101" y="4055"/>
                    <a:pt x="54910" y="4033"/>
                  </a:cubicBezTo>
                  <a:cubicBezTo>
                    <a:pt x="54718" y="4011"/>
                    <a:pt x="54519" y="4000"/>
                    <a:pt x="54313" y="4000"/>
                  </a:cubicBezTo>
                  <a:cubicBezTo>
                    <a:pt x="53650" y="4000"/>
                    <a:pt x="53042" y="4162"/>
                    <a:pt x="52490" y="4486"/>
                  </a:cubicBezTo>
                  <a:cubicBezTo>
                    <a:pt x="51937" y="4810"/>
                    <a:pt x="51462" y="5230"/>
                    <a:pt x="51064" y="5746"/>
                  </a:cubicBezTo>
                  <a:cubicBezTo>
                    <a:pt x="50667" y="6262"/>
                    <a:pt x="50354" y="6832"/>
                    <a:pt x="50125" y="7459"/>
                  </a:cubicBezTo>
                  <a:cubicBezTo>
                    <a:pt x="49897" y="8085"/>
                    <a:pt x="49761" y="8707"/>
                    <a:pt x="49716" y="9326"/>
                  </a:cubicBezTo>
                  <a:cubicBezTo>
                    <a:pt x="49643" y="10195"/>
                    <a:pt x="49790" y="11050"/>
                    <a:pt x="50158" y="11890"/>
                  </a:cubicBezTo>
                  <a:lnTo>
                    <a:pt x="50158" y="11867"/>
                  </a:lnTo>
                  <a:cubicBezTo>
                    <a:pt x="50306" y="12280"/>
                    <a:pt x="50512" y="12641"/>
                    <a:pt x="50777" y="12950"/>
                  </a:cubicBezTo>
                  <a:cubicBezTo>
                    <a:pt x="51042" y="13260"/>
                    <a:pt x="51341" y="13521"/>
                    <a:pt x="51672" y="13735"/>
                  </a:cubicBezTo>
                  <a:cubicBezTo>
                    <a:pt x="52004" y="13948"/>
                    <a:pt x="52357" y="14107"/>
                    <a:pt x="52733" y="14210"/>
                  </a:cubicBezTo>
                  <a:cubicBezTo>
                    <a:pt x="53109" y="14313"/>
                    <a:pt x="53488" y="14365"/>
                    <a:pt x="53871" y="14365"/>
                  </a:cubicBezTo>
                  <a:cubicBezTo>
                    <a:pt x="54460" y="14365"/>
                    <a:pt x="55028" y="14254"/>
                    <a:pt x="55573" y="14033"/>
                  </a:cubicBezTo>
                  <a:cubicBezTo>
                    <a:pt x="56118" y="13812"/>
                    <a:pt x="56597" y="13473"/>
                    <a:pt x="57009" y="13017"/>
                  </a:cubicBezTo>
                  <a:cubicBezTo>
                    <a:pt x="57230" y="12751"/>
                    <a:pt x="57341" y="12494"/>
                    <a:pt x="57341" y="12243"/>
                  </a:cubicBezTo>
                  <a:cubicBezTo>
                    <a:pt x="57341" y="11993"/>
                    <a:pt x="57245" y="11775"/>
                    <a:pt x="57053" y="11591"/>
                  </a:cubicBezTo>
                  <a:cubicBezTo>
                    <a:pt x="56862" y="11407"/>
                    <a:pt x="56619" y="11315"/>
                    <a:pt x="56324" y="11315"/>
                  </a:cubicBezTo>
                  <a:cubicBezTo>
                    <a:pt x="56177" y="11315"/>
                    <a:pt x="56029" y="11337"/>
                    <a:pt x="55882" y="11381"/>
                  </a:cubicBezTo>
                  <a:cubicBezTo>
                    <a:pt x="55735" y="11425"/>
                    <a:pt x="55602" y="11506"/>
                    <a:pt x="55484" y="11624"/>
                  </a:cubicBezTo>
                  <a:close/>
                  <a:moveTo>
                    <a:pt x="60147" y="6564"/>
                  </a:moveTo>
                  <a:lnTo>
                    <a:pt x="60192" y="6586"/>
                  </a:lnTo>
                  <a:lnTo>
                    <a:pt x="60192" y="13503"/>
                  </a:lnTo>
                  <a:cubicBezTo>
                    <a:pt x="60236" y="13842"/>
                    <a:pt x="60361" y="14096"/>
                    <a:pt x="60567" y="14265"/>
                  </a:cubicBezTo>
                  <a:cubicBezTo>
                    <a:pt x="60773" y="14435"/>
                    <a:pt x="61009" y="14519"/>
                    <a:pt x="61274" y="14519"/>
                  </a:cubicBezTo>
                  <a:cubicBezTo>
                    <a:pt x="61525" y="14519"/>
                    <a:pt x="61764" y="14431"/>
                    <a:pt x="61993" y="14254"/>
                  </a:cubicBezTo>
                  <a:cubicBezTo>
                    <a:pt x="62221" y="14077"/>
                    <a:pt x="62343" y="13805"/>
                    <a:pt x="62357" y="13436"/>
                  </a:cubicBezTo>
                  <a:lnTo>
                    <a:pt x="62357" y="7646"/>
                  </a:lnTo>
                  <a:cubicBezTo>
                    <a:pt x="62505" y="7499"/>
                    <a:pt x="62685" y="7326"/>
                    <a:pt x="62899" y="7127"/>
                  </a:cubicBezTo>
                  <a:cubicBezTo>
                    <a:pt x="63112" y="6928"/>
                    <a:pt x="63330" y="6748"/>
                    <a:pt x="63551" y="6586"/>
                  </a:cubicBezTo>
                  <a:cubicBezTo>
                    <a:pt x="63772" y="6424"/>
                    <a:pt x="63993" y="6284"/>
                    <a:pt x="64214" y="6166"/>
                  </a:cubicBezTo>
                  <a:cubicBezTo>
                    <a:pt x="64435" y="6048"/>
                    <a:pt x="64626" y="5989"/>
                    <a:pt x="64788" y="5989"/>
                  </a:cubicBezTo>
                  <a:cubicBezTo>
                    <a:pt x="64906" y="5989"/>
                    <a:pt x="65035" y="6037"/>
                    <a:pt x="65175" y="6133"/>
                  </a:cubicBezTo>
                  <a:cubicBezTo>
                    <a:pt x="65315" y="6228"/>
                    <a:pt x="65436" y="6328"/>
                    <a:pt x="65540" y="6431"/>
                  </a:cubicBezTo>
                  <a:cubicBezTo>
                    <a:pt x="65672" y="6549"/>
                    <a:pt x="65805" y="6652"/>
                    <a:pt x="65937" y="6740"/>
                  </a:cubicBezTo>
                  <a:cubicBezTo>
                    <a:pt x="66070" y="6829"/>
                    <a:pt x="66239" y="6873"/>
                    <a:pt x="66446" y="6873"/>
                  </a:cubicBezTo>
                  <a:cubicBezTo>
                    <a:pt x="66726" y="6873"/>
                    <a:pt x="66965" y="6788"/>
                    <a:pt x="67164" y="6619"/>
                  </a:cubicBezTo>
                  <a:cubicBezTo>
                    <a:pt x="67363" y="6449"/>
                    <a:pt x="67462" y="6232"/>
                    <a:pt x="67462" y="5967"/>
                  </a:cubicBezTo>
                  <a:cubicBezTo>
                    <a:pt x="67462" y="5643"/>
                    <a:pt x="67352" y="5359"/>
                    <a:pt x="67131" y="5116"/>
                  </a:cubicBezTo>
                  <a:cubicBezTo>
                    <a:pt x="66910" y="4873"/>
                    <a:pt x="66656" y="4674"/>
                    <a:pt x="66368" y="4519"/>
                  </a:cubicBezTo>
                  <a:cubicBezTo>
                    <a:pt x="66081" y="4365"/>
                    <a:pt x="65786" y="4250"/>
                    <a:pt x="65484" y="4177"/>
                  </a:cubicBezTo>
                  <a:cubicBezTo>
                    <a:pt x="65182" y="4103"/>
                    <a:pt x="64958" y="4066"/>
                    <a:pt x="64810" y="4066"/>
                  </a:cubicBezTo>
                  <a:cubicBezTo>
                    <a:pt x="64295" y="4066"/>
                    <a:pt x="63805" y="4177"/>
                    <a:pt x="63341" y="4398"/>
                  </a:cubicBezTo>
                  <a:cubicBezTo>
                    <a:pt x="62877" y="4619"/>
                    <a:pt x="62416" y="4913"/>
                    <a:pt x="61959" y="5282"/>
                  </a:cubicBezTo>
                  <a:cubicBezTo>
                    <a:pt x="61768" y="5120"/>
                    <a:pt x="61529" y="4980"/>
                    <a:pt x="61241" y="4862"/>
                  </a:cubicBezTo>
                  <a:cubicBezTo>
                    <a:pt x="60954" y="4744"/>
                    <a:pt x="60700" y="4685"/>
                    <a:pt x="60479" y="4685"/>
                  </a:cubicBezTo>
                  <a:cubicBezTo>
                    <a:pt x="60155" y="4685"/>
                    <a:pt x="59893" y="4773"/>
                    <a:pt x="59694" y="4950"/>
                  </a:cubicBezTo>
                  <a:cubicBezTo>
                    <a:pt x="59495" y="5127"/>
                    <a:pt x="59396" y="5341"/>
                    <a:pt x="59396" y="5591"/>
                  </a:cubicBezTo>
                  <a:cubicBezTo>
                    <a:pt x="59396" y="5768"/>
                    <a:pt x="59451" y="5934"/>
                    <a:pt x="59562" y="6088"/>
                  </a:cubicBezTo>
                  <a:cubicBezTo>
                    <a:pt x="59672" y="6243"/>
                    <a:pt x="59867" y="6401"/>
                    <a:pt x="60147" y="6564"/>
                  </a:cubicBezTo>
                  <a:close/>
                  <a:moveTo>
                    <a:pt x="70777" y="13348"/>
                  </a:moveTo>
                  <a:lnTo>
                    <a:pt x="70711" y="4972"/>
                  </a:lnTo>
                  <a:cubicBezTo>
                    <a:pt x="70637" y="4678"/>
                    <a:pt x="70497" y="4460"/>
                    <a:pt x="70291" y="4320"/>
                  </a:cubicBezTo>
                  <a:cubicBezTo>
                    <a:pt x="70085" y="4180"/>
                    <a:pt x="69864" y="4110"/>
                    <a:pt x="69628" y="4110"/>
                  </a:cubicBezTo>
                  <a:cubicBezTo>
                    <a:pt x="69363" y="4110"/>
                    <a:pt x="69134" y="4188"/>
                    <a:pt x="68943" y="4343"/>
                  </a:cubicBezTo>
                  <a:cubicBezTo>
                    <a:pt x="68751" y="4497"/>
                    <a:pt x="68619" y="4729"/>
                    <a:pt x="68545" y="5039"/>
                  </a:cubicBezTo>
                  <a:lnTo>
                    <a:pt x="68611" y="13436"/>
                  </a:lnTo>
                  <a:cubicBezTo>
                    <a:pt x="68656" y="13775"/>
                    <a:pt x="68781" y="14026"/>
                    <a:pt x="68987" y="14188"/>
                  </a:cubicBezTo>
                  <a:cubicBezTo>
                    <a:pt x="69193" y="14350"/>
                    <a:pt x="69429" y="14431"/>
                    <a:pt x="69694" y="14431"/>
                  </a:cubicBezTo>
                  <a:cubicBezTo>
                    <a:pt x="69959" y="14431"/>
                    <a:pt x="70203" y="14343"/>
                    <a:pt x="70424" y="14166"/>
                  </a:cubicBezTo>
                  <a:cubicBezTo>
                    <a:pt x="70645" y="13989"/>
                    <a:pt x="70762" y="13716"/>
                    <a:pt x="70777" y="13348"/>
                  </a:cubicBezTo>
                  <a:close/>
                  <a:moveTo>
                    <a:pt x="68390" y="1525"/>
                  </a:moveTo>
                  <a:cubicBezTo>
                    <a:pt x="68390" y="1864"/>
                    <a:pt x="68512" y="2151"/>
                    <a:pt x="68755" y="2387"/>
                  </a:cubicBezTo>
                  <a:cubicBezTo>
                    <a:pt x="68998" y="2622"/>
                    <a:pt x="69289" y="2740"/>
                    <a:pt x="69628" y="2740"/>
                  </a:cubicBezTo>
                  <a:cubicBezTo>
                    <a:pt x="69982" y="2740"/>
                    <a:pt x="70280" y="2622"/>
                    <a:pt x="70523" y="2387"/>
                  </a:cubicBezTo>
                  <a:cubicBezTo>
                    <a:pt x="70766" y="2151"/>
                    <a:pt x="70888" y="1864"/>
                    <a:pt x="70888" y="1525"/>
                  </a:cubicBezTo>
                  <a:cubicBezTo>
                    <a:pt x="70888" y="1186"/>
                    <a:pt x="70766" y="895"/>
                    <a:pt x="70523" y="652"/>
                  </a:cubicBezTo>
                  <a:cubicBezTo>
                    <a:pt x="70280" y="409"/>
                    <a:pt x="69982" y="287"/>
                    <a:pt x="69628" y="287"/>
                  </a:cubicBezTo>
                  <a:cubicBezTo>
                    <a:pt x="69289" y="287"/>
                    <a:pt x="68998" y="409"/>
                    <a:pt x="68755" y="652"/>
                  </a:cubicBezTo>
                  <a:cubicBezTo>
                    <a:pt x="68512" y="895"/>
                    <a:pt x="68390" y="1186"/>
                    <a:pt x="68390" y="1525"/>
                  </a:cubicBezTo>
                  <a:close/>
                  <a:moveTo>
                    <a:pt x="74843" y="6475"/>
                  </a:moveTo>
                  <a:lnTo>
                    <a:pt x="75948" y="6475"/>
                  </a:lnTo>
                  <a:lnTo>
                    <a:pt x="75948" y="9856"/>
                  </a:lnTo>
                  <a:cubicBezTo>
                    <a:pt x="75948" y="10446"/>
                    <a:pt x="75952" y="11039"/>
                    <a:pt x="75959" y="11635"/>
                  </a:cubicBezTo>
                  <a:cubicBezTo>
                    <a:pt x="75967" y="12232"/>
                    <a:pt x="75971" y="12810"/>
                    <a:pt x="75971" y="13370"/>
                  </a:cubicBezTo>
                  <a:cubicBezTo>
                    <a:pt x="76015" y="13709"/>
                    <a:pt x="76144" y="13959"/>
                    <a:pt x="76357" y="14122"/>
                  </a:cubicBezTo>
                  <a:cubicBezTo>
                    <a:pt x="76571" y="14284"/>
                    <a:pt x="76803" y="14365"/>
                    <a:pt x="77053" y="14365"/>
                  </a:cubicBezTo>
                  <a:cubicBezTo>
                    <a:pt x="77304" y="14365"/>
                    <a:pt x="77547" y="14276"/>
                    <a:pt x="77783" y="14099"/>
                  </a:cubicBezTo>
                  <a:cubicBezTo>
                    <a:pt x="78018" y="13923"/>
                    <a:pt x="78136" y="13650"/>
                    <a:pt x="78136" y="13282"/>
                  </a:cubicBezTo>
                  <a:cubicBezTo>
                    <a:pt x="78136" y="12825"/>
                    <a:pt x="78133" y="12368"/>
                    <a:pt x="78125" y="11912"/>
                  </a:cubicBezTo>
                  <a:cubicBezTo>
                    <a:pt x="78118" y="11455"/>
                    <a:pt x="78114" y="10998"/>
                    <a:pt x="78114" y="10541"/>
                  </a:cubicBezTo>
                  <a:lnTo>
                    <a:pt x="78114" y="6475"/>
                  </a:lnTo>
                  <a:lnTo>
                    <a:pt x="79993" y="6475"/>
                  </a:lnTo>
                  <a:cubicBezTo>
                    <a:pt x="80670" y="6298"/>
                    <a:pt x="81009" y="5974"/>
                    <a:pt x="81009" y="5503"/>
                  </a:cubicBezTo>
                  <a:cubicBezTo>
                    <a:pt x="81009" y="5297"/>
                    <a:pt x="80932" y="5105"/>
                    <a:pt x="80777" y="4928"/>
                  </a:cubicBezTo>
                  <a:cubicBezTo>
                    <a:pt x="80622" y="4751"/>
                    <a:pt x="80383" y="4619"/>
                    <a:pt x="80059" y="4530"/>
                  </a:cubicBezTo>
                  <a:lnTo>
                    <a:pt x="78114" y="4530"/>
                  </a:lnTo>
                  <a:lnTo>
                    <a:pt x="78114" y="1083"/>
                  </a:lnTo>
                  <a:cubicBezTo>
                    <a:pt x="78041" y="788"/>
                    <a:pt x="77901" y="571"/>
                    <a:pt x="77694" y="431"/>
                  </a:cubicBezTo>
                  <a:cubicBezTo>
                    <a:pt x="77488" y="291"/>
                    <a:pt x="77267" y="221"/>
                    <a:pt x="77031" y="221"/>
                  </a:cubicBezTo>
                  <a:cubicBezTo>
                    <a:pt x="76781" y="221"/>
                    <a:pt x="76556" y="298"/>
                    <a:pt x="76357" y="453"/>
                  </a:cubicBezTo>
                  <a:cubicBezTo>
                    <a:pt x="76158" y="608"/>
                    <a:pt x="76022" y="840"/>
                    <a:pt x="75948" y="1149"/>
                  </a:cubicBezTo>
                  <a:lnTo>
                    <a:pt x="75948" y="4530"/>
                  </a:lnTo>
                  <a:lnTo>
                    <a:pt x="74932" y="4530"/>
                  </a:lnTo>
                  <a:cubicBezTo>
                    <a:pt x="74534" y="4530"/>
                    <a:pt x="74236" y="4634"/>
                    <a:pt x="74037" y="4840"/>
                  </a:cubicBezTo>
                  <a:cubicBezTo>
                    <a:pt x="73838" y="5046"/>
                    <a:pt x="73738" y="5267"/>
                    <a:pt x="73738" y="5503"/>
                  </a:cubicBezTo>
                  <a:cubicBezTo>
                    <a:pt x="73738" y="5738"/>
                    <a:pt x="73831" y="5945"/>
                    <a:pt x="74015" y="6122"/>
                  </a:cubicBezTo>
                  <a:cubicBezTo>
                    <a:pt x="74199" y="6298"/>
                    <a:pt x="74475" y="6416"/>
                    <a:pt x="74843" y="6475"/>
                  </a:cubicBezTo>
                  <a:close/>
                  <a:moveTo>
                    <a:pt x="89959" y="11403"/>
                  </a:moveTo>
                  <a:cubicBezTo>
                    <a:pt x="89532" y="11669"/>
                    <a:pt x="89064" y="11923"/>
                    <a:pt x="88556" y="12166"/>
                  </a:cubicBezTo>
                  <a:cubicBezTo>
                    <a:pt x="88048" y="12409"/>
                    <a:pt x="87558" y="12545"/>
                    <a:pt x="87087" y="12575"/>
                  </a:cubicBezTo>
                  <a:cubicBezTo>
                    <a:pt x="86527" y="12619"/>
                    <a:pt x="86055" y="12516"/>
                    <a:pt x="85672" y="12265"/>
                  </a:cubicBezTo>
                  <a:cubicBezTo>
                    <a:pt x="85289" y="12015"/>
                    <a:pt x="84994" y="11676"/>
                    <a:pt x="84788" y="11249"/>
                  </a:cubicBezTo>
                  <a:cubicBezTo>
                    <a:pt x="84818" y="11249"/>
                    <a:pt x="84895" y="11234"/>
                    <a:pt x="85020" y="11204"/>
                  </a:cubicBezTo>
                  <a:cubicBezTo>
                    <a:pt x="85145" y="11175"/>
                    <a:pt x="85436" y="11101"/>
                    <a:pt x="85893" y="10983"/>
                  </a:cubicBezTo>
                  <a:cubicBezTo>
                    <a:pt x="86320" y="10880"/>
                    <a:pt x="86777" y="10762"/>
                    <a:pt x="87263" y="10630"/>
                  </a:cubicBezTo>
                  <a:cubicBezTo>
                    <a:pt x="87750" y="10497"/>
                    <a:pt x="88221" y="10335"/>
                    <a:pt x="88678" y="10144"/>
                  </a:cubicBezTo>
                  <a:cubicBezTo>
                    <a:pt x="89134" y="9952"/>
                    <a:pt x="89554" y="9727"/>
                    <a:pt x="89937" y="9470"/>
                  </a:cubicBezTo>
                  <a:cubicBezTo>
                    <a:pt x="90320" y="9212"/>
                    <a:pt x="90622" y="8906"/>
                    <a:pt x="90843" y="8552"/>
                  </a:cubicBezTo>
                  <a:cubicBezTo>
                    <a:pt x="90961" y="8376"/>
                    <a:pt x="91042" y="8192"/>
                    <a:pt x="91087" y="8000"/>
                  </a:cubicBezTo>
                  <a:cubicBezTo>
                    <a:pt x="91131" y="7808"/>
                    <a:pt x="91153" y="7610"/>
                    <a:pt x="91153" y="7403"/>
                  </a:cubicBezTo>
                  <a:cubicBezTo>
                    <a:pt x="91153" y="7094"/>
                    <a:pt x="91094" y="6785"/>
                    <a:pt x="90976" y="6475"/>
                  </a:cubicBezTo>
                  <a:cubicBezTo>
                    <a:pt x="90858" y="6166"/>
                    <a:pt x="90696" y="5882"/>
                    <a:pt x="90490" y="5624"/>
                  </a:cubicBezTo>
                  <a:cubicBezTo>
                    <a:pt x="90284" y="5366"/>
                    <a:pt x="90041" y="5145"/>
                    <a:pt x="89761" y="4961"/>
                  </a:cubicBezTo>
                  <a:cubicBezTo>
                    <a:pt x="89481" y="4777"/>
                    <a:pt x="89179" y="4648"/>
                    <a:pt x="88855" y="4575"/>
                  </a:cubicBezTo>
                  <a:cubicBezTo>
                    <a:pt x="88516" y="4501"/>
                    <a:pt x="88169" y="4464"/>
                    <a:pt x="87816" y="4464"/>
                  </a:cubicBezTo>
                  <a:cubicBezTo>
                    <a:pt x="87153" y="4464"/>
                    <a:pt x="86512" y="4575"/>
                    <a:pt x="85893" y="4796"/>
                  </a:cubicBezTo>
                  <a:cubicBezTo>
                    <a:pt x="85274" y="5017"/>
                    <a:pt x="84700" y="5311"/>
                    <a:pt x="84169" y="5680"/>
                  </a:cubicBezTo>
                  <a:cubicBezTo>
                    <a:pt x="83506" y="6122"/>
                    <a:pt x="83024" y="6696"/>
                    <a:pt x="82722" y="7403"/>
                  </a:cubicBezTo>
                  <a:cubicBezTo>
                    <a:pt x="82420" y="8110"/>
                    <a:pt x="82269" y="8847"/>
                    <a:pt x="82269" y="9613"/>
                  </a:cubicBezTo>
                  <a:cubicBezTo>
                    <a:pt x="82269" y="10394"/>
                    <a:pt x="82442" y="11157"/>
                    <a:pt x="82788" y="11901"/>
                  </a:cubicBezTo>
                  <a:cubicBezTo>
                    <a:pt x="83134" y="12645"/>
                    <a:pt x="83617" y="13245"/>
                    <a:pt x="84236" y="13702"/>
                  </a:cubicBezTo>
                  <a:cubicBezTo>
                    <a:pt x="84619" y="13967"/>
                    <a:pt x="85031" y="14162"/>
                    <a:pt x="85473" y="14287"/>
                  </a:cubicBezTo>
                  <a:cubicBezTo>
                    <a:pt x="85915" y="14413"/>
                    <a:pt x="86350" y="14475"/>
                    <a:pt x="86777" y="14475"/>
                  </a:cubicBezTo>
                  <a:cubicBezTo>
                    <a:pt x="87499" y="14475"/>
                    <a:pt x="88217" y="14346"/>
                    <a:pt x="88932" y="14088"/>
                  </a:cubicBezTo>
                  <a:cubicBezTo>
                    <a:pt x="89646" y="13831"/>
                    <a:pt x="90313" y="13517"/>
                    <a:pt x="90932" y="13149"/>
                  </a:cubicBezTo>
                  <a:cubicBezTo>
                    <a:pt x="91153" y="13017"/>
                    <a:pt x="91315" y="12873"/>
                    <a:pt x="91418" y="12718"/>
                  </a:cubicBezTo>
                  <a:cubicBezTo>
                    <a:pt x="91521" y="12564"/>
                    <a:pt x="91573" y="12405"/>
                    <a:pt x="91573" y="12243"/>
                  </a:cubicBezTo>
                  <a:cubicBezTo>
                    <a:pt x="91573" y="12081"/>
                    <a:pt x="91532" y="11930"/>
                    <a:pt x="91451" y="11790"/>
                  </a:cubicBezTo>
                  <a:cubicBezTo>
                    <a:pt x="91370" y="11650"/>
                    <a:pt x="91260" y="11536"/>
                    <a:pt x="91120" y="11448"/>
                  </a:cubicBezTo>
                  <a:cubicBezTo>
                    <a:pt x="90980" y="11359"/>
                    <a:pt x="90810" y="11308"/>
                    <a:pt x="90611" y="11293"/>
                  </a:cubicBezTo>
                  <a:cubicBezTo>
                    <a:pt x="90413" y="11278"/>
                    <a:pt x="90195" y="11315"/>
                    <a:pt x="89959" y="11403"/>
                  </a:cubicBezTo>
                  <a:close/>
                  <a:moveTo>
                    <a:pt x="85893" y="6961"/>
                  </a:moveTo>
                  <a:cubicBezTo>
                    <a:pt x="86144" y="6843"/>
                    <a:pt x="86460" y="6722"/>
                    <a:pt x="86843" y="6597"/>
                  </a:cubicBezTo>
                  <a:cubicBezTo>
                    <a:pt x="87227" y="6471"/>
                    <a:pt x="87587" y="6409"/>
                    <a:pt x="87926" y="6409"/>
                  </a:cubicBezTo>
                  <a:cubicBezTo>
                    <a:pt x="88236" y="6409"/>
                    <a:pt x="88501" y="6490"/>
                    <a:pt x="88722" y="6652"/>
                  </a:cubicBezTo>
                  <a:cubicBezTo>
                    <a:pt x="88943" y="6814"/>
                    <a:pt x="89039" y="7109"/>
                    <a:pt x="89009" y="7536"/>
                  </a:cubicBezTo>
                  <a:cubicBezTo>
                    <a:pt x="88921" y="7713"/>
                    <a:pt x="88748" y="7875"/>
                    <a:pt x="88490" y="8022"/>
                  </a:cubicBezTo>
                  <a:cubicBezTo>
                    <a:pt x="88232" y="8169"/>
                    <a:pt x="87952" y="8298"/>
                    <a:pt x="87650" y="8409"/>
                  </a:cubicBezTo>
                  <a:cubicBezTo>
                    <a:pt x="87348" y="8519"/>
                    <a:pt x="87050" y="8615"/>
                    <a:pt x="86755" y="8696"/>
                  </a:cubicBezTo>
                  <a:cubicBezTo>
                    <a:pt x="86460" y="8777"/>
                    <a:pt x="86239" y="8840"/>
                    <a:pt x="86092" y="8884"/>
                  </a:cubicBezTo>
                  <a:cubicBezTo>
                    <a:pt x="85680" y="9002"/>
                    <a:pt x="85363" y="9094"/>
                    <a:pt x="85142" y="9160"/>
                  </a:cubicBezTo>
                  <a:cubicBezTo>
                    <a:pt x="84921" y="9227"/>
                    <a:pt x="84755" y="9274"/>
                    <a:pt x="84645" y="9304"/>
                  </a:cubicBezTo>
                  <a:cubicBezTo>
                    <a:pt x="84534" y="9333"/>
                    <a:pt x="84468" y="9352"/>
                    <a:pt x="84446" y="9359"/>
                  </a:cubicBezTo>
                  <a:lnTo>
                    <a:pt x="84413" y="9370"/>
                  </a:lnTo>
                  <a:cubicBezTo>
                    <a:pt x="84442" y="8855"/>
                    <a:pt x="84575" y="8387"/>
                    <a:pt x="84810" y="7967"/>
                  </a:cubicBezTo>
                  <a:cubicBezTo>
                    <a:pt x="85046" y="7547"/>
                    <a:pt x="85407" y="7212"/>
                    <a:pt x="85893" y="6961"/>
                  </a:cubicBezTo>
                  <a:close/>
                  <a:moveTo>
                    <a:pt x="93562" y="6564"/>
                  </a:moveTo>
                  <a:lnTo>
                    <a:pt x="93606" y="6586"/>
                  </a:lnTo>
                  <a:lnTo>
                    <a:pt x="93606" y="13503"/>
                  </a:lnTo>
                  <a:cubicBezTo>
                    <a:pt x="93650" y="13842"/>
                    <a:pt x="93775" y="14096"/>
                    <a:pt x="93982" y="14265"/>
                  </a:cubicBezTo>
                  <a:cubicBezTo>
                    <a:pt x="94188" y="14435"/>
                    <a:pt x="94424" y="14519"/>
                    <a:pt x="94689" y="14519"/>
                  </a:cubicBezTo>
                  <a:cubicBezTo>
                    <a:pt x="94939" y="14519"/>
                    <a:pt x="95179" y="14431"/>
                    <a:pt x="95407" y="14254"/>
                  </a:cubicBezTo>
                  <a:cubicBezTo>
                    <a:pt x="95635" y="14077"/>
                    <a:pt x="95757" y="13805"/>
                    <a:pt x="95772" y="13436"/>
                  </a:cubicBezTo>
                  <a:lnTo>
                    <a:pt x="95772" y="7646"/>
                  </a:lnTo>
                  <a:cubicBezTo>
                    <a:pt x="95919" y="7499"/>
                    <a:pt x="96099" y="7326"/>
                    <a:pt x="96313" y="7127"/>
                  </a:cubicBezTo>
                  <a:cubicBezTo>
                    <a:pt x="96527" y="6928"/>
                    <a:pt x="96744" y="6748"/>
                    <a:pt x="96965" y="6586"/>
                  </a:cubicBezTo>
                  <a:cubicBezTo>
                    <a:pt x="97186" y="6424"/>
                    <a:pt x="97407" y="6284"/>
                    <a:pt x="97628" y="6166"/>
                  </a:cubicBezTo>
                  <a:cubicBezTo>
                    <a:pt x="97849" y="6048"/>
                    <a:pt x="98041" y="5989"/>
                    <a:pt x="98203" y="5989"/>
                  </a:cubicBezTo>
                  <a:cubicBezTo>
                    <a:pt x="98320" y="5989"/>
                    <a:pt x="98449" y="6037"/>
                    <a:pt x="98589" y="6133"/>
                  </a:cubicBezTo>
                  <a:cubicBezTo>
                    <a:pt x="98729" y="6228"/>
                    <a:pt x="98851" y="6328"/>
                    <a:pt x="98954" y="6431"/>
                  </a:cubicBezTo>
                  <a:cubicBezTo>
                    <a:pt x="99087" y="6549"/>
                    <a:pt x="99219" y="6652"/>
                    <a:pt x="99352" y="6740"/>
                  </a:cubicBezTo>
                  <a:cubicBezTo>
                    <a:pt x="99484" y="6829"/>
                    <a:pt x="99654" y="6873"/>
                    <a:pt x="99860" y="6873"/>
                  </a:cubicBezTo>
                  <a:cubicBezTo>
                    <a:pt x="100140" y="6873"/>
                    <a:pt x="100379" y="6788"/>
                    <a:pt x="100578" y="6619"/>
                  </a:cubicBezTo>
                  <a:cubicBezTo>
                    <a:pt x="100777" y="6449"/>
                    <a:pt x="100877" y="6232"/>
                    <a:pt x="100877" y="5967"/>
                  </a:cubicBezTo>
                  <a:cubicBezTo>
                    <a:pt x="100877" y="5643"/>
                    <a:pt x="100766" y="5359"/>
                    <a:pt x="100545" y="5116"/>
                  </a:cubicBezTo>
                  <a:cubicBezTo>
                    <a:pt x="100324" y="4873"/>
                    <a:pt x="100070" y="4674"/>
                    <a:pt x="99783" y="4519"/>
                  </a:cubicBezTo>
                  <a:cubicBezTo>
                    <a:pt x="99495" y="4365"/>
                    <a:pt x="99201" y="4250"/>
                    <a:pt x="98899" y="4177"/>
                  </a:cubicBezTo>
                  <a:cubicBezTo>
                    <a:pt x="98597" y="4103"/>
                    <a:pt x="98372" y="4066"/>
                    <a:pt x="98225" y="4066"/>
                  </a:cubicBezTo>
                  <a:cubicBezTo>
                    <a:pt x="97709" y="4066"/>
                    <a:pt x="97219" y="4177"/>
                    <a:pt x="96755" y="4398"/>
                  </a:cubicBezTo>
                  <a:cubicBezTo>
                    <a:pt x="96291" y="4619"/>
                    <a:pt x="95831" y="4913"/>
                    <a:pt x="95374" y="5282"/>
                  </a:cubicBezTo>
                  <a:cubicBezTo>
                    <a:pt x="95182" y="5120"/>
                    <a:pt x="94943" y="4980"/>
                    <a:pt x="94656" y="4862"/>
                  </a:cubicBezTo>
                  <a:cubicBezTo>
                    <a:pt x="94368" y="4744"/>
                    <a:pt x="94114" y="4685"/>
                    <a:pt x="93893" y="4685"/>
                  </a:cubicBezTo>
                  <a:cubicBezTo>
                    <a:pt x="93569" y="4685"/>
                    <a:pt x="93308" y="4773"/>
                    <a:pt x="93109" y="4950"/>
                  </a:cubicBezTo>
                  <a:cubicBezTo>
                    <a:pt x="92910" y="5127"/>
                    <a:pt x="92810" y="5341"/>
                    <a:pt x="92810" y="5591"/>
                  </a:cubicBezTo>
                  <a:cubicBezTo>
                    <a:pt x="92810" y="5768"/>
                    <a:pt x="92866" y="5934"/>
                    <a:pt x="92976" y="6088"/>
                  </a:cubicBezTo>
                  <a:cubicBezTo>
                    <a:pt x="93087" y="6243"/>
                    <a:pt x="93282" y="6401"/>
                    <a:pt x="93562" y="6564"/>
                  </a:cubicBezTo>
                  <a:close/>
                  <a:moveTo>
                    <a:pt x="104192" y="13348"/>
                  </a:moveTo>
                  <a:lnTo>
                    <a:pt x="104125" y="4972"/>
                  </a:lnTo>
                  <a:cubicBezTo>
                    <a:pt x="104052" y="4678"/>
                    <a:pt x="103912" y="4460"/>
                    <a:pt x="103705" y="4320"/>
                  </a:cubicBezTo>
                  <a:cubicBezTo>
                    <a:pt x="103499" y="4180"/>
                    <a:pt x="103278" y="4110"/>
                    <a:pt x="103042" y="4110"/>
                  </a:cubicBezTo>
                  <a:cubicBezTo>
                    <a:pt x="102777" y="4110"/>
                    <a:pt x="102549" y="4188"/>
                    <a:pt x="102357" y="4343"/>
                  </a:cubicBezTo>
                  <a:cubicBezTo>
                    <a:pt x="102166" y="4497"/>
                    <a:pt x="102033" y="4729"/>
                    <a:pt x="101959" y="5039"/>
                  </a:cubicBezTo>
                  <a:lnTo>
                    <a:pt x="102026" y="13436"/>
                  </a:lnTo>
                  <a:cubicBezTo>
                    <a:pt x="102070" y="13775"/>
                    <a:pt x="102195" y="14026"/>
                    <a:pt x="102401" y="14188"/>
                  </a:cubicBezTo>
                  <a:cubicBezTo>
                    <a:pt x="102608" y="14350"/>
                    <a:pt x="102843" y="14431"/>
                    <a:pt x="103109" y="14431"/>
                  </a:cubicBezTo>
                  <a:cubicBezTo>
                    <a:pt x="103374" y="14431"/>
                    <a:pt x="103617" y="14343"/>
                    <a:pt x="103838" y="14166"/>
                  </a:cubicBezTo>
                  <a:cubicBezTo>
                    <a:pt x="104059" y="13989"/>
                    <a:pt x="104177" y="13716"/>
                    <a:pt x="104192" y="13348"/>
                  </a:cubicBezTo>
                  <a:close/>
                  <a:moveTo>
                    <a:pt x="101805" y="1525"/>
                  </a:moveTo>
                  <a:cubicBezTo>
                    <a:pt x="101805" y="1864"/>
                    <a:pt x="101926" y="2151"/>
                    <a:pt x="102169" y="2387"/>
                  </a:cubicBezTo>
                  <a:cubicBezTo>
                    <a:pt x="102413" y="2622"/>
                    <a:pt x="102703" y="2740"/>
                    <a:pt x="103042" y="2740"/>
                  </a:cubicBezTo>
                  <a:cubicBezTo>
                    <a:pt x="103396" y="2740"/>
                    <a:pt x="103694" y="2622"/>
                    <a:pt x="103937" y="2387"/>
                  </a:cubicBezTo>
                  <a:cubicBezTo>
                    <a:pt x="104180" y="2151"/>
                    <a:pt x="104302" y="1864"/>
                    <a:pt x="104302" y="1525"/>
                  </a:cubicBezTo>
                  <a:cubicBezTo>
                    <a:pt x="104302" y="1186"/>
                    <a:pt x="104180" y="895"/>
                    <a:pt x="103937" y="652"/>
                  </a:cubicBezTo>
                  <a:cubicBezTo>
                    <a:pt x="103694" y="409"/>
                    <a:pt x="103396" y="287"/>
                    <a:pt x="103042" y="287"/>
                  </a:cubicBezTo>
                  <a:cubicBezTo>
                    <a:pt x="102703" y="287"/>
                    <a:pt x="102413" y="409"/>
                    <a:pt x="102169" y="652"/>
                  </a:cubicBezTo>
                  <a:cubicBezTo>
                    <a:pt x="101926" y="895"/>
                    <a:pt x="101805" y="1186"/>
                    <a:pt x="101805" y="1525"/>
                  </a:cubicBezTo>
                  <a:close/>
                  <a:moveTo>
                    <a:pt x="115705" y="13083"/>
                  </a:moveTo>
                  <a:cubicBezTo>
                    <a:pt x="115735" y="13053"/>
                    <a:pt x="115716" y="12987"/>
                    <a:pt x="115650" y="12884"/>
                  </a:cubicBezTo>
                  <a:cubicBezTo>
                    <a:pt x="115584" y="12781"/>
                    <a:pt x="115499" y="12648"/>
                    <a:pt x="115396" y="12486"/>
                  </a:cubicBezTo>
                  <a:lnTo>
                    <a:pt x="115418" y="12486"/>
                  </a:lnTo>
                  <a:cubicBezTo>
                    <a:pt x="115300" y="12309"/>
                    <a:pt x="115186" y="12110"/>
                    <a:pt x="115076" y="11890"/>
                  </a:cubicBezTo>
                  <a:cubicBezTo>
                    <a:pt x="114965" y="11669"/>
                    <a:pt x="114895" y="11477"/>
                    <a:pt x="114866" y="11315"/>
                  </a:cubicBezTo>
                  <a:cubicBezTo>
                    <a:pt x="114792" y="10785"/>
                    <a:pt x="114740" y="10243"/>
                    <a:pt x="114711" y="9691"/>
                  </a:cubicBezTo>
                  <a:cubicBezTo>
                    <a:pt x="114681" y="9138"/>
                    <a:pt x="114667" y="8604"/>
                    <a:pt x="114667" y="8088"/>
                  </a:cubicBezTo>
                  <a:lnTo>
                    <a:pt x="114667" y="7713"/>
                  </a:lnTo>
                  <a:cubicBezTo>
                    <a:pt x="114667" y="7580"/>
                    <a:pt x="114670" y="7414"/>
                    <a:pt x="114678" y="7215"/>
                  </a:cubicBezTo>
                  <a:cubicBezTo>
                    <a:pt x="114685" y="7017"/>
                    <a:pt x="114689" y="6770"/>
                    <a:pt x="114689" y="6475"/>
                  </a:cubicBezTo>
                  <a:lnTo>
                    <a:pt x="114689" y="5370"/>
                  </a:lnTo>
                  <a:cubicBezTo>
                    <a:pt x="114527" y="4943"/>
                    <a:pt x="114265" y="4674"/>
                    <a:pt x="113904" y="4564"/>
                  </a:cubicBezTo>
                  <a:cubicBezTo>
                    <a:pt x="113543" y="4453"/>
                    <a:pt x="113134" y="4398"/>
                    <a:pt x="112678" y="4398"/>
                  </a:cubicBezTo>
                  <a:cubicBezTo>
                    <a:pt x="112442" y="4398"/>
                    <a:pt x="112199" y="4416"/>
                    <a:pt x="111948" y="4453"/>
                  </a:cubicBezTo>
                  <a:cubicBezTo>
                    <a:pt x="111698" y="4490"/>
                    <a:pt x="111455" y="4541"/>
                    <a:pt x="111219" y="4608"/>
                  </a:cubicBezTo>
                  <a:cubicBezTo>
                    <a:pt x="110983" y="4674"/>
                    <a:pt x="110773" y="4744"/>
                    <a:pt x="110589" y="4818"/>
                  </a:cubicBezTo>
                  <a:cubicBezTo>
                    <a:pt x="110405" y="4891"/>
                    <a:pt x="110262" y="4958"/>
                    <a:pt x="110158" y="5017"/>
                  </a:cubicBezTo>
                  <a:cubicBezTo>
                    <a:pt x="109672" y="5326"/>
                    <a:pt x="109219" y="5680"/>
                    <a:pt x="108799" y="6077"/>
                  </a:cubicBezTo>
                  <a:cubicBezTo>
                    <a:pt x="108379" y="6475"/>
                    <a:pt x="108007" y="6913"/>
                    <a:pt x="107683" y="7392"/>
                  </a:cubicBezTo>
                  <a:cubicBezTo>
                    <a:pt x="107359" y="7871"/>
                    <a:pt x="107105" y="8387"/>
                    <a:pt x="106921" y="8939"/>
                  </a:cubicBezTo>
                  <a:cubicBezTo>
                    <a:pt x="106737" y="9492"/>
                    <a:pt x="106645" y="10077"/>
                    <a:pt x="106645" y="10696"/>
                  </a:cubicBezTo>
                  <a:cubicBezTo>
                    <a:pt x="106645" y="11300"/>
                    <a:pt x="106762" y="11875"/>
                    <a:pt x="106998" y="12420"/>
                  </a:cubicBezTo>
                  <a:cubicBezTo>
                    <a:pt x="107234" y="12965"/>
                    <a:pt x="107632" y="13436"/>
                    <a:pt x="108192" y="13834"/>
                  </a:cubicBezTo>
                  <a:cubicBezTo>
                    <a:pt x="108575" y="14085"/>
                    <a:pt x="108954" y="14250"/>
                    <a:pt x="109330" y="14331"/>
                  </a:cubicBezTo>
                  <a:cubicBezTo>
                    <a:pt x="109705" y="14413"/>
                    <a:pt x="110092" y="14453"/>
                    <a:pt x="110490" y="14453"/>
                  </a:cubicBezTo>
                  <a:cubicBezTo>
                    <a:pt x="111035" y="14453"/>
                    <a:pt x="111540" y="14398"/>
                    <a:pt x="112004" y="14287"/>
                  </a:cubicBezTo>
                  <a:cubicBezTo>
                    <a:pt x="112468" y="14177"/>
                    <a:pt x="112965" y="13923"/>
                    <a:pt x="113495" y="13525"/>
                  </a:cubicBezTo>
                  <a:cubicBezTo>
                    <a:pt x="113569" y="13643"/>
                    <a:pt x="113661" y="13764"/>
                    <a:pt x="113772" y="13890"/>
                  </a:cubicBezTo>
                  <a:cubicBezTo>
                    <a:pt x="113882" y="14015"/>
                    <a:pt x="113996" y="14136"/>
                    <a:pt x="114114" y="14254"/>
                  </a:cubicBezTo>
                  <a:cubicBezTo>
                    <a:pt x="114379" y="14387"/>
                    <a:pt x="114630" y="14442"/>
                    <a:pt x="114866" y="14420"/>
                  </a:cubicBezTo>
                  <a:cubicBezTo>
                    <a:pt x="115101" y="14398"/>
                    <a:pt x="115297" y="14324"/>
                    <a:pt x="115451" y="14199"/>
                  </a:cubicBezTo>
                  <a:cubicBezTo>
                    <a:pt x="115606" y="14074"/>
                    <a:pt x="115709" y="13912"/>
                    <a:pt x="115761" y="13713"/>
                  </a:cubicBezTo>
                  <a:cubicBezTo>
                    <a:pt x="115812" y="13514"/>
                    <a:pt x="115794" y="13304"/>
                    <a:pt x="115705" y="13083"/>
                  </a:cubicBezTo>
                  <a:close/>
                  <a:moveTo>
                    <a:pt x="112722" y="11514"/>
                  </a:moveTo>
                  <a:cubicBezTo>
                    <a:pt x="112221" y="11926"/>
                    <a:pt x="111808" y="12228"/>
                    <a:pt x="111484" y="12420"/>
                  </a:cubicBezTo>
                  <a:cubicBezTo>
                    <a:pt x="111219" y="12508"/>
                    <a:pt x="110943" y="12552"/>
                    <a:pt x="110656" y="12552"/>
                  </a:cubicBezTo>
                  <a:cubicBezTo>
                    <a:pt x="110368" y="12552"/>
                    <a:pt x="110099" y="12497"/>
                    <a:pt x="109849" y="12387"/>
                  </a:cubicBezTo>
                  <a:cubicBezTo>
                    <a:pt x="109599" y="12276"/>
                    <a:pt x="109381" y="12114"/>
                    <a:pt x="109197" y="11901"/>
                  </a:cubicBezTo>
                  <a:cubicBezTo>
                    <a:pt x="109013" y="11687"/>
                    <a:pt x="108899" y="11418"/>
                    <a:pt x="108855" y="11094"/>
                  </a:cubicBezTo>
                  <a:cubicBezTo>
                    <a:pt x="108781" y="10681"/>
                    <a:pt x="108792" y="10258"/>
                    <a:pt x="108888" y="9823"/>
                  </a:cubicBezTo>
                  <a:cubicBezTo>
                    <a:pt x="108983" y="9389"/>
                    <a:pt x="109134" y="8972"/>
                    <a:pt x="109341" y="8575"/>
                  </a:cubicBezTo>
                  <a:cubicBezTo>
                    <a:pt x="109547" y="8177"/>
                    <a:pt x="109808" y="7816"/>
                    <a:pt x="110125" y="7492"/>
                  </a:cubicBezTo>
                  <a:cubicBezTo>
                    <a:pt x="110442" y="7168"/>
                    <a:pt x="110799" y="6917"/>
                    <a:pt x="111197" y="6740"/>
                  </a:cubicBezTo>
                  <a:cubicBezTo>
                    <a:pt x="111300" y="6696"/>
                    <a:pt x="111481" y="6622"/>
                    <a:pt x="111738" y="6519"/>
                  </a:cubicBezTo>
                  <a:cubicBezTo>
                    <a:pt x="111996" y="6416"/>
                    <a:pt x="112250" y="6350"/>
                    <a:pt x="112501" y="6320"/>
                  </a:cubicBezTo>
                  <a:cubicBezTo>
                    <a:pt x="112501" y="6615"/>
                    <a:pt x="112494" y="6917"/>
                    <a:pt x="112479" y="7227"/>
                  </a:cubicBezTo>
                  <a:cubicBezTo>
                    <a:pt x="112464" y="7536"/>
                    <a:pt x="112457" y="7882"/>
                    <a:pt x="112457" y="8265"/>
                  </a:cubicBezTo>
                  <a:cubicBezTo>
                    <a:pt x="112457" y="8810"/>
                    <a:pt x="112471" y="9359"/>
                    <a:pt x="112501" y="9912"/>
                  </a:cubicBezTo>
                  <a:cubicBezTo>
                    <a:pt x="112530" y="10464"/>
                    <a:pt x="112604" y="10998"/>
                    <a:pt x="112722" y="11514"/>
                  </a:cubicBezTo>
                  <a:close/>
                </a:path>
              </a:pathLst>
            </a:custGeom>
            <a:solidFill>
              <a:srgbClr val="9C8AC9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34" name="identity-and-environment-heading"/>
          <p:cNvGrpSpPr/>
          <p:nvPr/>
        </p:nvGrpSpPr>
        <p:grpSpPr>
          <a:xfrm>
            <a:off x="114827" y="77111"/>
            <a:ext cx="6433284" cy="423940"/>
            <a:chOff x="114827" y="77111"/>
            <a:chExt cx="6433284" cy="423940"/>
          </a:xfrm>
        </p:grpSpPr>
        <p:sp>
          <p:nvSpPr>
            <p:cNvPr id="35" name="figure-title" descr="Automotive-ENV"/>
            <p:cNvSpPr/>
            <p:nvPr/>
          </p:nvSpPr>
          <p:spPr>
            <a:xfrm>
              <a:off x="114827" y="77111"/>
              <a:ext cx="1583792" cy="157614"/>
            </a:xfrm>
            <a:custGeom>
              <a:avLst/>
              <a:gdLst/>
              <a:ahLst/>
              <a:cxnLst/>
              <a:rect l="0" t="0" r="r" b="b"/>
              <a:pathLst>
                <a:path w="285368" h="28399">
                  <a:moveTo>
                    <a:pt x="23055" y="25512"/>
                  </a:moveTo>
                  <a:cubicBezTo>
                    <a:pt x="22768" y="23156"/>
                    <a:pt x="22265" y="20857"/>
                    <a:pt x="21547" y="18617"/>
                  </a:cubicBezTo>
                  <a:lnTo>
                    <a:pt x="22064" y="18617"/>
                  </a:lnTo>
                  <a:cubicBezTo>
                    <a:pt x="22725" y="18473"/>
                    <a:pt x="23213" y="18222"/>
                    <a:pt x="23529" y="17862"/>
                  </a:cubicBezTo>
                  <a:cubicBezTo>
                    <a:pt x="23845" y="17503"/>
                    <a:pt x="24003" y="17123"/>
                    <a:pt x="24003" y="16720"/>
                  </a:cubicBezTo>
                  <a:cubicBezTo>
                    <a:pt x="24003" y="16318"/>
                    <a:pt x="23860" y="15945"/>
                    <a:pt x="23572" y="15600"/>
                  </a:cubicBezTo>
                  <a:cubicBezTo>
                    <a:pt x="23285" y="15255"/>
                    <a:pt x="22840" y="14982"/>
                    <a:pt x="22236" y="14781"/>
                  </a:cubicBezTo>
                  <a:cubicBezTo>
                    <a:pt x="21920" y="14781"/>
                    <a:pt x="21576" y="14788"/>
                    <a:pt x="21202" y="14803"/>
                  </a:cubicBezTo>
                  <a:cubicBezTo>
                    <a:pt x="20829" y="14817"/>
                    <a:pt x="20484" y="14824"/>
                    <a:pt x="20168" y="14824"/>
                  </a:cubicBezTo>
                  <a:cubicBezTo>
                    <a:pt x="19909" y="14164"/>
                    <a:pt x="19636" y="13496"/>
                    <a:pt x="19349" y="12820"/>
                  </a:cubicBezTo>
                  <a:cubicBezTo>
                    <a:pt x="19062" y="12145"/>
                    <a:pt x="18789" y="11535"/>
                    <a:pt x="18530" y="10989"/>
                  </a:cubicBezTo>
                  <a:cubicBezTo>
                    <a:pt x="18128" y="10156"/>
                    <a:pt x="17697" y="9280"/>
                    <a:pt x="17238" y="8360"/>
                  </a:cubicBezTo>
                  <a:cubicBezTo>
                    <a:pt x="16778" y="7441"/>
                    <a:pt x="16282" y="6529"/>
                    <a:pt x="15751" y="5624"/>
                  </a:cubicBezTo>
                  <a:cubicBezTo>
                    <a:pt x="15219" y="4719"/>
                    <a:pt x="14645" y="3843"/>
                    <a:pt x="14027" y="2995"/>
                  </a:cubicBezTo>
                  <a:cubicBezTo>
                    <a:pt x="13409" y="2148"/>
                    <a:pt x="12741" y="1379"/>
                    <a:pt x="12023" y="690"/>
                  </a:cubicBezTo>
                  <a:cubicBezTo>
                    <a:pt x="11420" y="144"/>
                    <a:pt x="10730" y="0"/>
                    <a:pt x="9955" y="259"/>
                  </a:cubicBezTo>
                  <a:lnTo>
                    <a:pt x="9998" y="259"/>
                  </a:lnTo>
                  <a:cubicBezTo>
                    <a:pt x="9222" y="431"/>
                    <a:pt x="8719" y="819"/>
                    <a:pt x="8490" y="1422"/>
                  </a:cubicBezTo>
                  <a:lnTo>
                    <a:pt x="8533" y="1379"/>
                  </a:lnTo>
                  <a:cubicBezTo>
                    <a:pt x="6522" y="5200"/>
                    <a:pt x="4855" y="9064"/>
                    <a:pt x="3534" y="12971"/>
                  </a:cubicBezTo>
                  <a:cubicBezTo>
                    <a:pt x="2212" y="16878"/>
                    <a:pt x="1092" y="20886"/>
                    <a:pt x="172" y="24994"/>
                  </a:cubicBezTo>
                  <a:cubicBezTo>
                    <a:pt x="0" y="25770"/>
                    <a:pt x="136" y="26395"/>
                    <a:pt x="582" y="26869"/>
                  </a:cubicBezTo>
                  <a:cubicBezTo>
                    <a:pt x="1027" y="27343"/>
                    <a:pt x="1551" y="27580"/>
                    <a:pt x="2155" y="27580"/>
                  </a:cubicBezTo>
                  <a:cubicBezTo>
                    <a:pt x="2586" y="27580"/>
                    <a:pt x="2988" y="27436"/>
                    <a:pt x="3361" y="27149"/>
                  </a:cubicBezTo>
                  <a:cubicBezTo>
                    <a:pt x="3735" y="26862"/>
                    <a:pt x="4036" y="26402"/>
                    <a:pt x="4266" y="25770"/>
                  </a:cubicBezTo>
                  <a:cubicBezTo>
                    <a:pt x="4525" y="24506"/>
                    <a:pt x="4805" y="23321"/>
                    <a:pt x="5107" y="22215"/>
                  </a:cubicBezTo>
                  <a:cubicBezTo>
                    <a:pt x="5408" y="21109"/>
                    <a:pt x="5731" y="19952"/>
                    <a:pt x="6076" y="18746"/>
                  </a:cubicBezTo>
                  <a:lnTo>
                    <a:pt x="6162" y="18746"/>
                  </a:lnTo>
                  <a:cubicBezTo>
                    <a:pt x="8001" y="18746"/>
                    <a:pt x="9825" y="18731"/>
                    <a:pt x="11635" y="18703"/>
                  </a:cubicBezTo>
                  <a:cubicBezTo>
                    <a:pt x="13445" y="18674"/>
                    <a:pt x="15255" y="18660"/>
                    <a:pt x="17065" y="18660"/>
                  </a:cubicBezTo>
                  <a:cubicBezTo>
                    <a:pt x="17525" y="19952"/>
                    <a:pt x="17906" y="21217"/>
                    <a:pt x="18207" y="22452"/>
                  </a:cubicBezTo>
                  <a:cubicBezTo>
                    <a:pt x="18509" y="23687"/>
                    <a:pt x="18731" y="24951"/>
                    <a:pt x="18875" y="26244"/>
                  </a:cubicBezTo>
                  <a:cubicBezTo>
                    <a:pt x="19105" y="26733"/>
                    <a:pt x="19414" y="27092"/>
                    <a:pt x="19802" y="27322"/>
                  </a:cubicBezTo>
                  <a:cubicBezTo>
                    <a:pt x="20190" y="27551"/>
                    <a:pt x="20585" y="27666"/>
                    <a:pt x="20987" y="27666"/>
                  </a:cubicBezTo>
                  <a:cubicBezTo>
                    <a:pt x="21533" y="27666"/>
                    <a:pt x="21999" y="27487"/>
                    <a:pt x="22387" y="27128"/>
                  </a:cubicBezTo>
                  <a:cubicBezTo>
                    <a:pt x="22775" y="26769"/>
                    <a:pt x="22998" y="26230"/>
                    <a:pt x="23055" y="25512"/>
                  </a:cubicBezTo>
                  <a:close/>
                  <a:moveTo>
                    <a:pt x="13101" y="9308"/>
                  </a:moveTo>
                  <a:lnTo>
                    <a:pt x="13531" y="10084"/>
                  </a:lnTo>
                  <a:cubicBezTo>
                    <a:pt x="13905" y="10917"/>
                    <a:pt x="14278" y="11707"/>
                    <a:pt x="14652" y="12454"/>
                  </a:cubicBezTo>
                  <a:cubicBezTo>
                    <a:pt x="15025" y="13201"/>
                    <a:pt x="15385" y="13991"/>
                    <a:pt x="15729" y="14824"/>
                  </a:cubicBezTo>
                  <a:cubicBezTo>
                    <a:pt x="14264" y="14824"/>
                    <a:pt x="12864" y="14839"/>
                    <a:pt x="11528" y="14867"/>
                  </a:cubicBezTo>
                  <a:cubicBezTo>
                    <a:pt x="10192" y="14896"/>
                    <a:pt x="8791" y="14910"/>
                    <a:pt x="7326" y="14910"/>
                  </a:cubicBezTo>
                  <a:cubicBezTo>
                    <a:pt x="7901" y="13273"/>
                    <a:pt x="8482" y="11700"/>
                    <a:pt x="9071" y="10192"/>
                  </a:cubicBezTo>
                  <a:cubicBezTo>
                    <a:pt x="9660" y="8683"/>
                    <a:pt x="10299" y="7197"/>
                    <a:pt x="10989" y="5731"/>
                  </a:cubicBezTo>
                  <a:cubicBezTo>
                    <a:pt x="11334" y="6220"/>
                    <a:pt x="11686" y="6780"/>
                    <a:pt x="12045" y="7412"/>
                  </a:cubicBezTo>
                  <a:cubicBezTo>
                    <a:pt x="12404" y="8044"/>
                    <a:pt x="12756" y="8676"/>
                    <a:pt x="13101" y="9308"/>
                  </a:cubicBezTo>
                  <a:close/>
                  <a:moveTo>
                    <a:pt x="43827" y="23917"/>
                  </a:moveTo>
                  <a:cubicBezTo>
                    <a:pt x="43510" y="23544"/>
                    <a:pt x="43252" y="23062"/>
                    <a:pt x="43051" y="22473"/>
                  </a:cubicBezTo>
                  <a:cubicBezTo>
                    <a:pt x="42850" y="21885"/>
                    <a:pt x="42685" y="21231"/>
                    <a:pt x="42555" y="20513"/>
                  </a:cubicBezTo>
                  <a:cubicBezTo>
                    <a:pt x="42426" y="19794"/>
                    <a:pt x="42340" y="19040"/>
                    <a:pt x="42297" y="18250"/>
                  </a:cubicBezTo>
                  <a:cubicBezTo>
                    <a:pt x="42254" y="17460"/>
                    <a:pt x="42232" y="16677"/>
                    <a:pt x="42232" y="15902"/>
                  </a:cubicBezTo>
                  <a:cubicBezTo>
                    <a:pt x="42232" y="15327"/>
                    <a:pt x="42246" y="14767"/>
                    <a:pt x="42275" y="14221"/>
                  </a:cubicBezTo>
                  <a:cubicBezTo>
                    <a:pt x="42304" y="13675"/>
                    <a:pt x="42347" y="13158"/>
                    <a:pt x="42404" y="12670"/>
                  </a:cubicBezTo>
                  <a:cubicBezTo>
                    <a:pt x="42491" y="11894"/>
                    <a:pt x="42534" y="11204"/>
                    <a:pt x="42534" y="10601"/>
                  </a:cubicBezTo>
                  <a:cubicBezTo>
                    <a:pt x="42534" y="9912"/>
                    <a:pt x="42325" y="9394"/>
                    <a:pt x="41909" y="9050"/>
                  </a:cubicBezTo>
                  <a:cubicBezTo>
                    <a:pt x="41492" y="8705"/>
                    <a:pt x="41025" y="8533"/>
                    <a:pt x="40508" y="8533"/>
                  </a:cubicBezTo>
                  <a:cubicBezTo>
                    <a:pt x="39848" y="8533"/>
                    <a:pt x="39352" y="8755"/>
                    <a:pt x="39022" y="9201"/>
                  </a:cubicBezTo>
                  <a:cubicBezTo>
                    <a:pt x="38691" y="9646"/>
                    <a:pt x="38447" y="10220"/>
                    <a:pt x="38289" y="10924"/>
                  </a:cubicBezTo>
                  <a:cubicBezTo>
                    <a:pt x="38131" y="11628"/>
                    <a:pt x="38045" y="12411"/>
                    <a:pt x="38030" y="13273"/>
                  </a:cubicBezTo>
                  <a:cubicBezTo>
                    <a:pt x="38016" y="14135"/>
                    <a:pt x="38009" y="14982"/>
                    <a:pt x="38009" y="15815"/>
                  </a:cubicBezTo>
                  <a:cubicBezTo>
                    <a:pt x="38009" y="17252"/>
                    <a:pt x="38095" y="18660"/>
                    <a:pt x="38267" y="20039"/>
                  </a:cubicBezTo>
                  <a:cubicBezTo>
                    <a:pt x="37607" y="20872"/>
                    <a:pt x="36917" y="21612"/>
                    <a:pt x="36199" y="22258"/>
                  </a:cubicBezTo>
                  <a:cubicBezTo>
                    <a:pt x="35481" y="22904"/>
                    <a:pt x="34705" y="23228"/>
                    <a:pt x="33872" y="23228"/>
                  </a:cubicBezTo>
                  <a:cubicBezTo>
                    <a:pt x="32838" y="23228"/>
                    <a:pt x="32019" y="22739"/>
                    <a:pt x="31415" y="21762"/>
                  </a:cubicBezTo>
                  <a:cubicBezTo>
                    <a:pt x="30812" y="20786"/>
                    <a:pt x="30510" y="19522"/>
                    <a:pt x="30510" y="17970"/>
                  </a:cubicBezTo>
                  <a:cubicBezTo>
                    <a:pt x="30510" y="17252"/>
                    <a:pt x="30518" y="16577"/>
                    <a:pt x="30532" y="15945"/>
                  </a:cubicBezTo>
                  <a:cubicBezTo>
                    <a:pt x="30546" y="15313"/>
                    <a:pt x="30568" y="14666"/>
                    <a:pt x="30597" y="14006"/>
                  </a:cubicBezTo>
                  <a:cubicBezTo>
                    <a:pt x="30625" y="13373"/>
                    <a:pt x="30640" y="12741"/>
                    <a:pt x="30640" y="12109"/>
                  </a:cubicBezTo>
                  <a:lnTo>
                    <a:pt x="30640" y="10170"/>
                  </a:lnTo>
                  <a:cubicBezTo>
                    <a:pt x="30496" y="9596"/>
                    <a:pt x="30216" y="9172"/>
                    <a:pt x="29799" y="8899"/>
                  </a:cubicBezTo>
                  <a:cubicBezTo>
                    <a:pt x="29383" y="8626"/>
                    <a:pt x="28959" y="8490"/>
                    <a:pt x="28528" y="8490"/>
                  </a:cubicBezTo>
                  <a:cubicBezTo>
                    <a:pt x="28011" y="8490"/>
                    <a:pt x="27559" y="8633"/>
                    <a:pt x="27171" y="8920"/>
                  </a:cubicBezTo>
                  <a:cubicBezTo>
                    <a:pt x="26783" y="9208"/>
                    <a:pt x="26517" y="9667"/>
                    <a:pt x="26373" y="10299"/>
                  </a:cubicBezTo>
                  <a:cubicBezTo>
                    <a:pt x="26373" y="10702"/>
                    <a:pt x="26366" y="11133"/>
                    <a:pt x="26352" y="11592"/>
                  </a:cubicBezTo>
                  <a:cubicBezTo>
                    <a:pt x="26338" y="12052"/>
                    <a:pt x="26316" y="12526"/>
                    <a:pt x="26287" y="13014"/>
                  </a:cubicBezTo>
                  <a:cubicBezTo>
                    <a:pt x="26259" y="13589"/>
                    <a:pt x="26244" y="14178"/>
                    <a:pt x="26244" y="14781"/>
                  </a:cubicBezTo>
                  <a:lnTo>
                    <a:pt x="26244" y="16634"/>
                  </a:lnTo>
                  <a:cubicBezTo>
                    <a:pt x="26244" y="17611"/>
                    <a:pt x="26280" y="18545"/>
                    <a:pt x="26352" y="19435"/>
                  </a:cubicBezTo>
                  <a:cubicBezTo>
                    <a:pt x="26424" y="20326"/>
                    <a:pt x="26575" y="21145"/>
                    <a:pt x="26804" y="21892"/>
                  </a:cubicBezTo>
                  <a:cubicBezTo>
                    <a:pt x="27063" y="22610"/>
                    <a:pt x="27429" y="23285"/>
                    <a:pt x="27903" y="23917"/>
                  </a:cubicBezTo>
                  <a:cubicBezTo>
                    <a:pt x="28377" y="24549"/>
                    <a:pt x="28938" y="25102"/>
                    <a:pt x="29584" y="25576"/>
                  </a:cubicBezTo>
                  <a:cubicBezTo>
                    <a:pt x="30230" y="26050"/>
                    <a:pt x="30934" y="26424"/>
                    <a:pt x="31696" y="26697"/>
                  </a:cubicBezTo>
                  <a:cubicBezTo>
                    <a:pt x="32457" y="26970"/>
                    <a:pt x="33225" y="27106"/>
                    <a:pt x="34001" y="27106"/>
                  </a:cubicBezTo>
                  <a:cubicBezTo>
                    <a:pt x="35007" y="27106"/>
                    <a:pt x="35998" y="26862"/>
                    <a:pt x="36975" y="26373"/>
                  </a:cubicBezTo>
                  <a:cubicBezTo>
                    <a:pt x="37951" y="25885"/>
                    <a:pt x="38799" y="25310"/>
                    <a:pt x="39517" y="24650"/>
                  </a:cubicBezTo>
                  <a:cubicBezTo>
                    <a:pt x="39833" y="25310"/>
                    <a:pt x="40228" y="25885"/>
                    <a:pt x="40702" y="26373"/>
                  </a:cubicBezTo>
                  <a:cubicBezTo>
                    <a:pt x="41176" y="26862"/>
                    <a:pt x="41744" y="27106"/>
                    <a:pt x="42404" y="27106"/>
                  </a:cubicBezTo>
                  <a:cubicBezTo>
                    <a:pt x="42950" y="27106"/>
                    <a:pt x="43417" y="26941"/>
                    <a:pt x="43805" y="26610"/>
                  </a:cubicBezTo>
                  <a:cubicBezTo>
                    <a:pt x="44193" y="26280"/>
                    <a:pt x="44387" y="25856"/>
                    <a:pt x="44387" y="25339"/>
                  </a:cubicBezTo>
                  <a:cubicBezTo>
                    <a:pt x="44387" y="24908"/>
                    <a:pt x="44200" y="24434"/>
                    <a:pt x="43827" y="23917"/>
                  </a:cubicBezTo>
                  <a:close/>
                  <a:moveTo>
                    <a:pt x="50032" y="12196"/>
                  </a:moveTo>
                  <a:lnTo>
                    <a:pt x="52187" y="12196"/>
                  </a:lnTo>
                  <a:lnTo>
                    <a:pt x="52187" y="18789"/>
                  </a:lnTo>
                  <a:cubicBezTo>
                    <a:pt x="52187" y="19938"/>
                    <a:pt x="52194" y="21094"/>
                    <a:pt x="52208" y="22258"/>
                  </a:cubicBezTo>
                  <a:cubicBezTo>
                    <a:pt x="52223" y="23422"/>
                    <a:pt x="52230" y="24549"/>
                    <a:pt x="52230" y="25641"/>
                  </a:cubicBezTo>
                  <a:cubicBezTo>
                    <a:pt x="52316" y="26302"/>
                    <a:pt x="52567" y="26790"/>
                    <a:pt x="52984" y="27106"/>
                  </a:cubicBezTo>
                  <a:cubicBezTo>
                    <a:pt x="53401" y="27422"/>
                    <a:pt x="53853" y="27580"/>
                    <a:pt x="54341" y="27580"/>
                  </a:cubicBezTo>
                  <a:cubicBezTo>
                    <a:pt x="54830" y="27580"/>
                    <a:pt x="55304" y="27408"/>
                    <a:pt x="55764" y="27063"/>
                  </a:cubicBezTo>
                  <a:cubicBezTo>
                    <a:pt x="56223" y="26718"/>
                    <a:pt x="56453" y="26187"/>
                    <a:pt x="56453" y="25469"/>
                  </a:cubicBezTo>
                  <a:cubicBezTo>
                    <a:pt x="56453" y="24578"/>
                    <a:pt x="56446" y="23687"/>
                    <a:pt x="56431" y="22797"/>
                  </a:cubicBezTo>
                  <a:cubicBezTo>
                    <a:pt x="56417" y="21906"/>
                    <a:pt x="56410" y="21015"/>
                    <a:pt x="56410" y="20125"/>
                  </a:cubicBezTo>
                  <a:lnTo>
                    <a:pt x="56410" y="12196"/>
                  </a:lnTo>
                  <a:lnTo>
                    <a:pt x="60073" y="12196"/>
                  </a:lnTo>
                  <a:cubicBezTo>
                    <a:pt x="61394" y="11851"/>
                    <a:pt x="62055" y="11219"/>
                    <a:pt x="62055" y="10299"/>
                  </a:cubicBezTo>
                  <a:cubicBezTo>
                    <a:pt x="62055" y="9897"/>
                    <a:pt x="61904" y="9524"/>
                    <a:pt x="61603" y="9179"/>
                  </a:cubicBezTo>
                  <a:cubicBezTo>
                    <a:pt x="61301" y="8834"/>
                    <a:pt x="60834" y="8576"/>
                    <a:pt x="60202" y="8403"/>
                  </a:cubicBezTo>
                  <a:lnTo>
                    <a:pt x="56410" y="8403"/>
                  </a:lnTo>
                  <a:lnTo>
                    <a:pt x="56410" y="1681"/>
                  </a:lnTo>
                  <a:cubicBezTo>
                    <a:pt x="56266" y="1106"/>
                    <a:pt x="55993" y="682"/>
                    <a:pt x="55591" y="409"/>
                  </a:cubicBezTo>
                  <a:cubicBezTo>
                    <a:pt x="55189" y="136"/>
                    <a:pt x="54758" y="0"/>
                    <a:pt x="54298" y="0"/>
                  </a:cubicBezTo>
                  <a:cubicBezTo>
                    <a:pt x="53810" y="0"/>
                    <a:pt x="53372" y="151"/>
                    <a:pt x="52984" y="452"/>
                  </a:cubicBezTo>
                  <a:cubicBezTo>
                    <a:pt x="52596" y="754"/>
                    <a:pt x="52330" y="1207"/>
                    <a:pt x="52187" y="1810"/>
                  </a:cubicBezTo>
                  <a:lnTo>
                    <a:pt x="52187" y="8403"/>
                  </a:lnTo>
                  <a:lnTo>
                    <a:pt x="50204" y="8403"/>
                  </a:lnTo>
                  <a:cubicBezTo>
                    <a:pt x="49429" y="8403"/>
                    <a:pt x="48847" y="8604"/>
                    <a:pt x="48459" y="9007"/>
                  </a:cubicBezTo>
                  <a:cubicBezTo>
                    <a:pt x="48071" y="9409"/>
                    <a:pt x="47877" y="9840"/>
                    <a:pt x="47877" y="10299"/>
                  </a:cubicBezTo>
                  <a:cubicBezTo>
                    <a:pt x="47877" y="10759"/>
                    <a:pt x="48057" y="11161"/>
                    <a:pt x="48416" y="11506"/>
                  </a:cubicBezTo>
                  <a:cubicBezTo>
                    <a:pt x="48775" y="11851"/>
                    <a:pt x="49314" y="12081"/>
                    <a:pt x="50032" y="12196"/>
                  </a:cubicBezTo>
                  <a:close/>
                  <a:moveTo>
                    <a:pt x="73949" y="8317"/>
                  </a:moveTo>
                  <a:cubicBezTo>
                    <a:pt x="72570" y="8317"/>
                    <a:pt x="71270" y="8648"/>
                    <a:pt x="70049" y="9308"/>
                  </a:cubicBezTo>
                  <a:cubicBezTo>
                    <a:pt x="68828" y="9969"/>
                    <a:pt x="67765" y="10838"/>
                    <a:pt x="66860" y="11915"/>
                  </a:cubicBezTo>
                  <a:cubicBezTo>
                    <a:pt x="65955" y="12993"/>
                    <a:pt x="65237" y="14214"/>
                    <a:pt x="64706" y="15578"/>
                  </a:cubicBezTo>
                  <a:cubicBezTo>
                    <a:pt x="64174" y="16943"/>
                    <a:pt x="63908" y="18344"/>
                    <a:pt x="63908" y="19780"/>
                  </a:cubicBezTo>
                  <a:cubicBezTo>
                    <a:pt x="63908" y="20814"/>
                    <a:pt x="64088" y="21841"/>
                    <a:pt x="64447" y="22861"/>
                  </a:cubicBezTo>
                  <a:cubicBezTo>
                    <a:pt x="64806" y="23881"/>
                    <a:pt x="65316" y="24801"/>
                    <a:pt x="65977" y="25619"/>
                  </a:cubicBezTo>
                  <a:cubicBezTo>
                    <a:pt x="66638" y="26438"/>
                    <a:pt x="67449" y="27106"/>
                    <a:pt x="68412" y="27623"/>
                  </a:cubicBezTo>
                  <a:cubicBezTo>
                    <a:pt x="69374" y="28140"/>
                    <a:pt x="70444" y="28399"/>
                    <a:pt x="71622" y="28399"/>
                  </a:cubicBezTo>
                  <a:cubicBezTo>
                    <a:pt x="72743" y="28399"/>
                    <a:pt x="73813" y="28183"/>
                    <a:pt x="74833" y="27752"/>
                  </a:cubicBezTo>
                  <a:cubicBezTo>
                    <a:pt x="75852" y="27322"/>
                    <a:pt x="76779" y="26725"/>
                    <a:pt x="77612" y="25964"/>
                  </a:cubicBezTo>
                  <a:cubicBezTo>
                    <a:pt x="78445" y="25203"/>
                    <a:pt x="79171" y="24305"/>
                    <a:pt x="79788" y="23271"/>
                  </a:cubicBezTo>
                  <a:cubicBezTo>
                    <a:pt x="80406" y="22236"/>
                    <a:pt x="80873" y="21130"/>
                    <a:pt x="81189" y="19952"/>
                  </a:cubicBezTo>
                  <a:cubicBezTo>
                    <a:pt x="81275" y="19522"/>
                    <a:pt x="81347" y="19098"/>
                    <a:pt x="81404" y="18681"/>
                  </a:cubicBezTo>
                  <a:cubicBezTo>
                    <a:pt x="81462" y="18265"/>
                    <a:pt x="81491" y="17812"/>
                    <a:pt x="81491" y="17324"/>
                  </a:cubicBezTo>
                  <a:cubicBezTo>
                    <a:pt x="81491" y="16203"/>
                    <a:pt x="81325" y="15104"/>
                    <a:pt x="80995" y="14027"/>
                  </a:cubicBezTo>
                  <a:cubicBezTo>
                    <a:pt x="80665" y="12950"/>
                    <a:pt x="80176" y="11987"/>
                    <a:pt x="79530" y="11140"/>
                  </a:cubicBezTo>
                  <a:cubicBezTo>
                    <a:pt x="78883" y="10292"/>
                    <a:pt x="78093" y="9610"/>
                    <a:pt x="77160" y="9093"/>
                  </a:cubicBezTo>
                  <a:cubicBezTo>
                    <a:pt x="76226" y="8576"/>
                    <a:pt x="75156" y="8317"/>
                    <a:pt x="73949" y="8317"/>
                  </a:cubicBezTo>
                  <a:close/>
                  <a:moveTo>
                    <a:pt x="68390" y="17582"/>
                  </a:moveTo>
                  <a:cubicBezTo>
                    <a:pt x="68534" y="17008"/>
                    <a:pt x="68764" y="16397"/>
                    <a:pt x="69080" y="15751"/>
                  </a:cubicBezTo>
                  <a:cubicBezTo>
                    <a:pt x="69396" y="15104"/>
                    <a:pt x="69791" y="14515"/>
                    <a:pt x="70265" y="13984"/>
                  </a:cubicBezTo>
                  <a:cubicBezTo>
                    <a:pt x="70739" y="13452"/>
                    <a:pt x="71277" y="13007"/>
                    <a:pt x="71881" y="12648"/>
                  </a:cubicBezTo>
                  <a:cubicBezTo>
                    <a:pt x="72484" y="12289"/>
                    <a:pt x="73130" y="12109"/>
                    <a:pt x="73820" y="12109"/>
                  </a:cubicBezTo>
                  <a:cubicBezTo>
                    <a:pt x="74366" y="12109"/>
                    <a:pt x="74854" y="12260"/>
                    <a:pt x="75285" y="12562"/>
                  </a:cubicBezTo>
                  <a:cubicBezTo>
                    <a:pt x="75716" y="12864"/>
                    <a:pt x="76082" y="13259"/>
                    <a:pt x="76384" y="13747"/>
                  </a:cubicBezTo>
                  <a:cubicBezTo>
                    <a:pt x="76686" y="14235"/>
                    <a:pt x="76908" y="14788"/>
                    <a:pt x="77052" y="15406"/>
                  </a:cubicBezTo>
                  <a:cubicBezTo>
                    <a:pt x="77196" y="16024"/>
                    <a:pt x="77267" y="16649"/>
                    <a:pt x="77267" y="17281"/>
                  </a:cubicBezTo>
                  <a:cubicBezTo>
                    <a:pt x="77267" y="17970"/>
                    <a:pt x="77138" y="18739"/>
                    <a:pt x="76880" y="19586"/>
                  </a:cubicBezTo>
                  <a:cubicBezTo>
                    <a:pt x="76621" y="20434"/>
                    <a:pt x="76255" y="21224"/>
                    <a:pt x="75781" y="21956"/>
                  </a:cubicBezTo>
                  <a:cubicBezTo>
                    <a:pt x="75307" y="22689"/>
                    <a:pt x="74732" y="23307"/>
                    <a:pt x="74057" y="23809"/>
                  </a:cubicBezTo>
                  <a:cubicBezTo>
                    <a:pt x="73382" y="24312"/>
                    <a:pt x="72613" y="24564"/>
                    <a:pt x="71751" y="24564"/>
                  </a:cubicBezTo>
                  <a:cubicBezTo>
                    <a:pt x="70861" y="24564"/>
                    <a:pt x="70150" y="24319"/>
                    <a:pt x="69618" y="23831"/>
                  </a:cubicBezTo>
                  <a:cubicBezTo>
                    <a:pt x="69087" y="23343"/>
                    <a:pt x="68706" y="22746"/>
                    <a:pt x="68476" y="22043"/>
                  </a:cubicBezTo>
                  <a:cubicBezTo>
                    <a:pt x="68246" y="21339"/>
                    <a:pt x="68131" y="20585"/>
                    <a:pt x="68131" y="19780"/>
                  </a:cubicBezTo>
                  <a:cubicBezTo>
                    <a:pt x="68131" y="18976"/>
                    <a:pt x="68218" y="18243"/>
                    <a:pt x="68390" y="17582"/>
                  </a:cubicBezTo>
                  <a:close/>
                  <a:moveTo>
                    <a:pt x="94290" y="25641"/>
                  </a:moveTo>
                  <a:cubicBezTo>
                    <a:pt x="94376" y="26302"/>
                    <a:pt x="94620" y="26790"/>
                    <a:pt x="95022" y="27106"/>
                  </a:cubicBezTo>
                  <a:cubicBezTo>
                    <a:pt x="95424" y="27422"/>
                    <a:pt x="95884" y="27580"/>
                    <a:pt x="96401" y="27580"/>
                  </a:cubicBezTo>
                  <a:cubicBezTo>
                    <a:pt x="96918" y="27580"/>
                    <a:pt x="97392" y="27408"/>
                    <a:pt x="97823" y="27063"/>
                  </a:cubicBezTo>
                  <a:cubicBezTo>
                    <a:pt x="98254" y="26718"/>
                    <a:pt x="98484" y="26187"/>
                    <a:pt x="98513" y="25469"/>
                  </a:cubicBezTo>
                  <a:lnTo>
                    <a:pt x="98470" y="14092"/>
                  </a:lnTo>
                  <a:cubicBezTo>
                    <a:pt x="98872" y="13144"/>
                    <a:pt x="99331" y="12497"/>
                    <a:pt x="99849" y="12152"/>
                  </a:cubicBezTo>
                  <a:cubicBezTo>
                    <a:pt x="100366" y="11808"/>
                    <a:pt x="100955" y="11635"/>
                    <a:pt x="101615" y="11635"/>
                  </a:cubicBezTo>
                  <a:cubicBezTo>
                    <a:pt x="102161" y="11635"/>
                    <a:pt x="102722" y="11815"/>
                    <a:pt x="103296" y="12174"/>
                  </a:cubicBezTo>
                  <a:cubicBezTo>
                    <a:pt x="103871" y="12533"/>
                    <a:pt x="104316" y="13158"/>
                    <a:pt x="104632" y="14049"/>
                  </a:cubicBezTo>
                  <a:lnTo>
                    <a:pt x="104632" y="25684"/>
                  </a:lnTo>
                  <a:cubicBezTo>
                    <a:pt x="104718" y="26345"/>
                    <a:pt x="104962" y="26833"/>
                    <a:pt x="105365" y="27149"/>
                  </a:cubicBezTo>
                  <a:cubicBezTo>
                    <a:pt x="105767" y="27465"/>
                    <a:pt x="106227" y="27623"/>
                    <a:pt x="106744" y="27623"/>
                  </a:cubicBezTo>
                  <a:cubicBezTo>
                    <a:pt x="107232" y="27623"/>
                    <a:pt x="107699" y="27451"/>
                    <a:pt x="108144" y="27106"/>
                  </a:cubicBezTo>
                  <a:cubicBezTo>
                    <a:pt x="108590" y="26761"/>
                    <a:pt x="108827" y="26230"/>
                    <a:pt x="108855" y="25512"/>
                  </a:cubicBezTo>
                  <a:lnTo>
                    <a:pt x="108855" y="13618"/>
                  </a:lnTo>
                  <a:cubicBezTo>
                    <a:pt x="108855" y="12813"/>
                    <a:pt x="108640" y="12059"/>
                    <a:pt x="108209" y="11355"/>
                  </a:cubicBezTo>
                  <a:cubicBezTo>
                    <a:pt x="107778" y="10651"/>
                    <a:pt x="107203" y="10034"/>
                    <a:pt x="106485" y="9502"/>
                  </a:cubicBezTo>
                  <a:cubicBezTo>
                    <a:pt x="105767" y="8971"/>
                    <a:pt x="104962" y="8547"/>
                    <a:pt x="104072" y="8231"/>
                  </a:cubicBezTo>
                  <a:cubicBezTo>
                    <a:pt x="103181" y="7915"/>
                    <a:pt x="102276" y="7757"/>
                    <a:pt x="101357" y="7757"/>
                  </a:cubicBezTo>
                  <a:cubicBezTo>
                    <a:pt x="100926" y="7757"/>
                    <a:pt x="100502" y="7836"/>
                    <a:pt x="100086" y="7994"/>
                  </a:cubicBezTo>
                  <a:cubicBezTo>
                    <a:pt x="99669" y="8152"/>
                    <a:pt x="99267" y="8353"/>
                    <a:pt x="98879" y="8597"/>
                  </a:cubicBezTo>
                  <a:cubicBezTo>
                    <a:pt x="98491" y="8841"/>
                    <a:pt x="98118" y="9114"/>
                    <a:pt x="97759" y="9416"/>
                  </a:cubicBezTo>
                  <a:cubicBezTo>
                    <a:pt x="97399" y="9718"/>
                    <a:pt x="97076" y="10012"/>
                    <a:pt x="96789" y="10299"/>
                  </a:cubicBezTo>
                  <a:cubicBezTo>
                    <a:pt x="96099" y="9552"/>
                    <a:pt x="95230" y="8949"/>
                    <a:pt x="94182" y="8490"/>
                  </a:cubicBezTo>
                  <a:cubicBezTo>
                    <a:pt x="93133" y="8030"/>
                    <a:pt x="92092" y="7800"/>
                    <a:pt x="91057" y="7800"/>
                  </a:cubicBezTo>
                  <a:cubicBezTo>
                    <a:pt x="90397" y="7800"/>
                    <a:pt x="89772" y="7901"/>
                    <a:pt x="89183" y="8102"/>
                  </a:cubicBezTo>
                  <a:cubicBezTo>
                    <a:pt x="88594" y="8303"/>
                    <a:pt x="88084" y="8533"/>
                    <a:pt x="87653" y="8791"/>
                  </a:cubicBezTo>
                  <a:cubicBezTo>
                    <a:pt x="87452" y="8360"/>
                    <a:pt x="87179" y="8051"/>
                    <a:pt x="86834" y="7865"/>
                  </a:cubicBezTo>
                  <a:cubicBezTo>
                    <a:pt x="86490" y="7678"/>
                    <a:pt x="86116" y="7585"/>
                    <a:pt x="85714" y="7585"/>
                  </a:cubicBezTo>
                  <a:cubicBezTo>
                    <a:pt x="84651" y="7585"/>
                    <a:pt x="83947" y="8173"/>
                    <a:pt x="83602" y="9351"/>
                  </a:cubicBezTo>
                  <a:lnTo>
                    <a:pt x="83602" y="25856"/>
                  </a:lnTo>
                  <a:cubicBezTo>
                    <a:pt x="83688" y="26517"/>
                    <a:pt x="83940" y="27006"/>
                    <a:pt x="84356" y="27322"/>
                  </a:cubicBezTo>
                  <a:cubicBezTo>
                    <a:pt x="84773" y="27638"/>
                    <a:pt x="85225" y="27796"/>
                    <a:pt x="85714" y="27796"/>
                  </a:cubicBezTo>
                  <a:cubicBezTo>
                    <a:pt x="86231" y="27796"/>
                    <a:pt x="86712" y="27623"/>
                    <a:pt x="87157" y="27278"/>
                  </a:cubicBezTo>
                  <a:cubicBezTo>
                    <a:pt x="87603" y="26934"/>
                    <a:pt x="87840" y="26402"/>
                    <a:pt x="87869" y="25684"/>
                  </a:cubicBezTo>
                  <a:lnTo>
                    <a:pt x="87869" y="14006"/>
                  </a:lnTo>
                  <a:cubicBezTo>
                    <a:pt x="88213" y="13575"/>
                    <a:pt x="88508" y="13215"/>
                    <a:pt x="88752" y="12928"/>
                  </a:cubicBezTo>
                  <a:cubicBezTo>
                    <a:pt x="88996" y="12641"/>
                    <a:pt x="89219" y="12411"/>
                    <a:pt x="89420" y="12239"/>
                  </a:cubicBezTo>
                  <a:cubicBezTo>
                    <a:pt x="89621" y="12066"/>
                    <a:pt x="89822" y="11937"/>
                    <a:pt x="90023" y="11851"/>
                  </a:cubicBezTo>
                  <a:cubicBezTo>
                    <a:pt x="90224" y="11765"/>
                    <a:pt x="90469" y="11707"/>
                    <a:pt x="90756" y="11678"/>
                  </a:cubicBezTo>
                  <a:cubicBezTo>
                    <a:pt x="91531" y="11592"/>
                    <a:pt x="92235" y="11772"/>
                    <a:pt x="92867" y="12217"/>
                  </a:cubicBezTo>
                  <a:cubicBezTo>
                    <a:pt x="93499" y="12662"/>
                    <a:pt x="93973" y="13273"/>
                    <a:pt x="94290" y="14049"/>
                  </a:cubicBezTo>
                  <a:close/>
                  <a:moveTo>
                    <a:pt x="121697" y="8317"/>
                  </a:moveTo>
                  <a:cubicBezTo>
                    <a:pt x="120318" y="8317"/>
                    <a:pt x="119018" y="8648"/>
                    <a:pt x="117797" y="9308"/>
                  </a:cubicBezTo>
                  <a:cubicBezTo>
                    <a:pt x="116576" y="9969"/>
                    <a:pt x="115513" y="10838"/>
                    <a:pt x="114608" y="11915"/>
                  </a:cubicBezTo>
                  <a:cubicBezTo>
                    <a:pt x="113703" y="12993"/>
                    <a:pt x="112985" y="14214"/>
                    <a:pt x="112454" y="15578"/>
                  </a:cubicBezTo>
                  <a:cubicBezTo>
                    <a:pt x="111922" y="16943"/>
                    <a:pt x="111656" y="18344"/>
                    <a:pt x="111656" y="19780"/>
                  </a:cubicBezTo>
                  <a:cubicBezTo>
                    <a:pt x="111656" y="20814"/>
                    <a:pt x="111836" y="21841"/>
                    <a:pt x="112195" y="22861"/>
                  </a:cubicBezTo>
                  <a:cubicBezTo>
                    <a:pt x="112554" y="23881"/>
                    <a:pt x="113064" y="24801"/>
                    <a:pt x="113725" y="25619"/>
                  </a:cubicBezTo>
                  <a:cubicBezTo>
                    <a:pt x="114386" y="26438"/>
                    <a:pt x="115197" y="27106"/>
                    <a:pt x="116160" y="27623"/>
                  </a:cubicBezTo>
                  <a:cubicBezTo>
                    <a:pt x="117122" y="28140"/>
                    <a:pt x="118192" y="28399"/>
                    <a:pt x="119370" y="28399"/>
                  </a:cubicBezTo>
                  <a:cubicBezTo>
                    <a:pt x="120491" y="28399"/>
                    <a:pt x="121561" y="28183"/>
                    <a:pt x="122581" y="27752"/>
                  </a:cubicBezTo>
                  <a:cubicBezTo>
                    <a:pt x="123601" y="27322"/>
                    <a:pt x="124527" y="26725"/>
                    <a:pt x="125360" y="25964"/>
                  </a:cubicBezTo>
                  <a:cubicBezTo>
                    <a:pt x="126193" y="25203"/>
                    <a:pt x="126919" y="24305"/>
                    <a:pt x="127536" y="23271"/>
                  </a:cubicBezTo>
                  <a:cubicBezTo>
                    <a:pt x="128154" y="22236"/>
                    <a:pt x="128621" y="21130"/>
                    <a:pt x="128937" y="19952"/>
                  </a:cubicBezTo>
                  <a:cubicBezTo>
                    <a:pt x="129023" y="19522"/>
                    <a:pt x="129095" y="19098"/>
                    <a:pt x="129152" y="18681"/>
                  </a:cubicBezTo>
                  <a:cubicBezTo>
                    <a:pt x="129210" y="18265"/>
                    <a:pt x="129239" y="17812"/>
                    <a:pt x="129239" y="17324"/>
                  </a:cubicBezTo>
                  <a:cubicBezTo>
                    <a:pt x="129239" y="16203"/>
                    <a:pt x="129073" y="15104"/>
                    <a:pt x="128743" y="14027"/>
                  </a:cubicBezTo>
                  <a:cubicBezTo>
                    <a:pt x="128413" y="12950"/>
                    <a:pt x="127924" y="11987"/>
                    <a:pt x="127278" y="11140"/>
                  </a:cubicBezTo>
                  <a:cubicBezTo>
                    <a:pt x="126631" y="10292"/>
                    <a:pt x="125841" y="9610"/>
                    <a:pt x="124908" y="9093"/>
                  </a:cubicBezTo>
                  <a:cubicBezTo>
                    <a:pt x="123974" y="8576"/>
                    <a:pt x="122904" y="8317"/>
                    <a:pt x="121697" y="8317"/>
                  </a:cubicBezTo>
                  <a:close/>
                  <a:moveTo>
                    <a:pt x="116138" y="17582"/>
                  </a:moveTo>
                  <a:cubicBezTo>
                    <a:pt x="116282" y="17008"/>
                    <a:pt x="116512" y="16397"/>
                    <a:pt x="116828" y="15751"/>
                  </a:cubicBezTo>
                  <a:cubicBezTo>
                    <a:pt x="117144" y="15104"/>
                    <a:pt x="117539" y="14515"/>
                    <a:pt x="118013" y="13984"/>
                  </a:cubicBezTo>
                  <a:cubicBezTo>
                    <a:pt x="118487" y="13452"/>
                    <a:pt x="119025" y="13007"/>
                    <a:pt x="119629" y="12648"/>
                  </a:cubicBezTo>
                  <a:cubicBezTo>
                    <a:pt x="120232" y="12289"/>
                    <a:pt x="120878" y="12109"/>
                    <a:pt x="121568" y="12109"/>
                  </a:cubicBezTo>
                  <a:cubicBezTo>
                    <a:pt x="122114" y="12109"/>
                    <a:pt x="122602" y="12260"/>
                    <a:pt x="123033" y="12562"/>
                  </a:cubicBezTo>
                  <a:cubicBezTo>
                    <a:pt x="123464" y="12864"/>
                    <a:pt x="123830" y="13259"/>
                    <a:pt x="124132" y="13747"/>
                  </a:cubicBezTo>
                  <a:cubicBezTo>
                    <a:pt x="124434" y="14235"/>
                    <a:pt x="124656" y="14788"/>
                    <a:pt x="124800" y="15406"/>
                  </a:cubicBezTo>
                  <a:cubicBezTo>
                    <a:pt x="124944" y="16024"/>
                    <a:pt x="125015" y="16649"/>
                    <a:pt x="125015" y="17281"/>
                  </a:cubicBezTo>
                  <a:cubicBezTo>
                    <a:pt x="125015" y="17970"/>
                    <a:pt x="124886" y="18739"/>
                    <a:pt x="124628" y="19586"/>
                  </a:cubicBezTo>
                  <a:cubicBezTo>
                    <a:pt x="124369" y="20434"/>
                    <a:pt x="124003" y="21224"/>
                    <a:pt x="123529" y="21956"/>
                  </a:cubicBezTo>
                  <a:cubicBezTo>
                    <a:pt x="123055" y="22689"/>
                    <a:pt x="122480" y="23307"/>
                    <a:pt x="121805" y="23809"/>
                  </a:cubicBezTo>
                  <a:cubicBezTo>
                    <a:pt x="121130" y="24312"/>
                    <a:pt x="120361" y="24564"/>
                    <a:pt x="119499" y="24564"/>
                  </a:cubicBezTo>
                  <a:cubicBezTo>
                    <a:pt x="118609" y="24564"/>
                    <a:pt x="117898" y="24319"/>
                    <a:pt x="117366" y="23831"/>
                  </a:cubicBezTo>
                  <a:cubicBezTo>
                    <a:pt x="116835" y="23343"/>
                    <a:pt x="116454" y="22746"/>
                    <a:pt x="116224" y="22043"/>
                  </a:cubicBezTo>
                  <a:cubicBezTo>
                    <a:pt x="115994" y="21339"/>
                    <a:pt x="115880" y="20585"/>
                    <a:pt x="115880" y="19780"/>
                  </a:cubicBezTo>
                  <a:cubicBezTo>
                    <a:pt x="115880" y="18976"/>
                    <a:pt x="115966" y="18243"/>
                    <a:pt x="116138" y="17582"/>
                  </a:cubicBezTo>
                  <a:close/>
                  <a:moveTo>
                    <a:pt x="134625" y="12196"/>
                  </a:moveTo>
                  <a:lnTo>
                    <a:pt x="136780" y="12196"/>
                  </a:lnTo>
                  <a:lnTo>
                    <a:pt x="136780" y="18789"/>
                  </a:lnTo>
                  <a:cubicBezTo>
                    <a:pt x="136780" y="19938"/>
                    <a:pt x="136787" y="21094"/>
                    <a:pt x="136802" y="22258"/>
                  </a:cubicBezTo>
                  <a:cubicBezTo>
                    <a:pt x="136816" y="23422"/>
                    <a:pt x="136823" y="24549"/>
                    <a:pt x="136823" y="25641"/>
                  </a:cubicBezTo>
                  <a:cubicBezTo>
                    <a:pt x="136909" y="26302"/>
                    <a:pt x="137161" y="26790"/>
                    <a:pt x="137577" y="27106"/>
                  </a:cubicBezTo>
                  <a:cubicBezTo>
                    <a:pt x="137994" y="27422"/>
                    <a:pt x="138446" y="27580"/>
                    <a:pt x="138935" y="27580"/>
                  </a:cubicBezTo>
                  <a:cubicBezTo>
                    <a:pt x="139423" y="27580"/>
                    <a:pt x="139897" y="27408"/>
                    <a:pt x="140357" y="27063"/>
                  </a:cubicBezTo>
                  <a:cubicBezTo>
                    <a:pt x="140817" y="26718"/>
                    <a:pt x="141046" y="26187"/>
                    <a:pt x="141046" y="25469"/>
                  </a:cubicBezTo>
                  <a:cubicBezTo>
                    <a:pt x="141046" y="24578"/>
                    <a:pt x="141039" y="23687"/>
                    <a:pt x="141025" y="22797"/>
                  </a:cubicBezTo>
                  <a:cubicBezTo>
                    <a:pt x="141010" y="21906"/>
                    <a:pt x="141003" y="21015"/>
                    <a:pt x="141003" y="20125"/>
                  </a:cubicBezTo>
                  <a:lnTo>
                    <a:pt x="141003" y="12196"/>
                  </a:lnTo>
                  <a:lnTo>
                    <a:pt x="144666" y="12196"/>
                  </a:lnTo>
                  <a:cubicBezTo>
                    <a:pt x="145988" y="11851"/>
                    <a:pt x="146649" y="11219"/>
                    <a:pt x="146649" y="10299"/>
                  </a:cubicBezTo>
                  <a:cubicBezTo>
                    <a:pt x="146649" y="9897"/>
                    <a:pt x="146498" y="9524"/>
                    <a:pt x="146196" y="9179"/>
                  </a:cubicBezTo>
                  <a:cubicBezTo>
                    <a:pt x="145894" y="8834"/>
                    <a:pt x="145428" y="8576"/>
                    <a:pt x="144796" y="8403"/>
                  </a:cubicBezTo>
                  <a:lnTo>
                    <a:pt x="141003" y="8403"/>
                  </a:lnTo>
                  <a:lnTo>
                    <a:pt x="141003" y="1681"/>
                  </a:lnTo>
                  <a:cubicBezTo>
                    <a:pt x="140860" y="1106"/>
                    <a:pt x="140587" y="682"/>
                    <a:pt x="140185" y="409"/>
                  </a:cubicBezTo>
                  <a:cubicBezTo>
                    <a:pt x="139782" y="136"/>
                    <a:pt x="139351" y="0"/>
                    <a:pt x="138892" y="0"/>
                  </a:cubicBezTo>
                  <a:cubicBezTo>
                    <a:pt x="138403" y="0"/>
                    <a:pt x="137965" y="151"/>
                    <a:pt x="137577" y="452"/>
                  </a:cubicBezTo>
                  <a:cubicBezTo>
                    <a:pt x="137190" y="754"/>
                    <a:pt x="136924" y="1207"/>
                    <a:pt x="136780" y="1810"/>
                  </a:cubicBezTo>
                  <a:lnTo>
                    <a:pt x="136780" y="8403"/>
                  </a:lnTo>
                  <a:lnTo>
                    <a:pt x="134798" y="8403"/>
                  </a:lnTo>
                  <a:cubicBezTo>
                    <a:pt x="134022" y="8403"/>
                    <a:pt x="133440" y="8604"/>
                    <a:pt x="133052" y="9007"/>
                  </a:cubicBezTo>
                  <a:cubicBezTo>
                    <a:pt x="132665" y="9409"/>
                    <a:pt x="132471" y="9840"/>
                    <a:pt x="132471" y="10299"/>
                  </a:cubicBezTo>
                  <a:cubicBezTo>
                    <a:pt x="132471" y="10759"/>
                    <a:pt x="132650" y="11161"/>
                    <a:pt x="133009" y="11506"/>
                  </a:cubicBezTo>
                  <a:cubicBezTo>
                    <a:pt x="133369" y="11851"/>
                    <a:pt x="133907" y="12081"/>
                    <a:pt x="134625" y="12196"/>
                  </a:cubicBezTo>
                  <a:close/>
                  <a:moveTo>
                    <a:pt x="154276" y="25598"/>
                  </a:moveTo>
                  <a:lnTo>
                    <a:pt x="154147" y="9265"/>
                  </a:lnTo>
                  <a:cubicBezTo>
                    <a:pt x="154003" y="8691"/>
                    <a:pt x="153730" y="8267"/>
                    <a:pt x="153328" y="7994"/>
                  </a:cubicBezTo>
                  <a:cubicBezTo>
                    <a:pt x="152926" y="7721"/>
                    <a:pt x="152495" y="7585"/>
                    <a:pt x="152035" y="7585"/>
                  </a:cubicBezTo>
                  <a:cubicBezTo>
                    <a:pt x="151518" y="7585"/>
                    <a:pt x="151073" y="7735"/>
                    <a:pt x="150699" y="8037"/>
                  </a:cubicBezTo>
                  <a:cubicBezTo>
                    <a:pt x="150326" y="8339"/>
                    <a:pt x="150067" y="8791"/>
                    <a:pt x="149924" y="9394"/>
                  </a:cubicBezTo>
                  <a:lnTo>
                    <a:pt x="150053" y="25770"/>
                  </a:lnTo>
                  <a:cubicBezTo>
                    <a:pt x="150139" y="26431"/>
                    <a:pt x="150383" y="26919"/>
                    <a:pt x="150786" y="27235"/>
                  </a:cubicBezTo>
                  <a:cubicBezTo>
                    <a:pt x="151188" y="27551"/>
                    <a:pt x="151648" y="27709"/>
                    <a:pt x="152165" y="27709"/>
                  </a:cubicBezTo>
                  <a:cubicBezTo>
                    <a:pt x="152682" y="27709"/>
                    <a:pt x="153156" y="27537"/>
                    <a:pt x="153587" y="27192"/>
                  </a:cubicBezTo>
                  <a:cubicBezTo>
                    <a:pt x="154018" y="26848"/>
                    <a:pt x="154248" y="26316"/>
                    <a:pt x="154276" y="25598"/>
                  </a:cubicBezTo>
                  <a:close/>
                  <a:moveTo>
                    <a:pt x="149622" y="2543"/>
                  </a:moveTo>
                  <a:cubicBezTo>
                    <a:pt x="149622" y="3203"/>
                    <a:pt x="149859" y="3764"/>
                    <a:pt x="150333" y="4223"/>
                  </a:cubicBezTo>
                  <a:cubicBezTo>
                    <a:pt x="150807" y="4683"/>
                    <a:pt x="151375" y="4913"/>
                    <a:pt x="152035" y="4913"/>
                  </a:cubicBezTo>
                  <a:cubicBezTo>
                    <a:pt x="152725" y="4913"/>
                    <a:pt x="153307" y="4683"/>
                    <a:pt x="153781" y="4223"/>
                  </a:cubicBezTo>
                  <a:cubicBezTo>
                    <a:pt x="154255" y="3764"/>
                    <a:pt x="154492" y="3203"/>
                    <a:pt x="154492" y="2543"/>
                  </a:cubicBezTo>
                  <a:cubicBezTo>
                    <a:pt x="154492" y="1882"/>
                    <a:pt x="154255" y="1314"/>
                    <a:pt x="153781" y="840"/>
                  </a:cubicBezTo>
                  <a:cubicBezTo>
                    <a:pt x="153307" y="366"/>
                    <a:pt x="152725" y="129"/>
                    <a:pt x="152035" y="129"/>
                  </a:cubicBezTo>
                  <a:cubicBezTo>
                    <a:pt x="151375" y="129"/>
                    <a:pt x="150807" y="366"/>
                    <a:pt x="150333" y="840"/>
                  </a:cubicBezTo>
                  <a:cubicBezTo>
                    <a:pt x="149859" y="1314"/>
                    <a:pt x="149622" y="1882"/>
                    <a:pt x="149622" y="2543"/>
                  </a:cubicBezTo>
                  <a:close/>
                  <a:moveTo>
                    <a:pt x="170264" y="9093"/>
                  </a:moveTo>
                  <a:cubicBezTo>
                    <a:pt x="169891" y="10386"/>
                    <a:pt x="169503" y="11635"/>
                    <a:pt x="169101" y="12842"/>
                  </a:cubicBezTo>
                  <a:cubicBezTo>
                    <a:pt x="168698" y="14049"/>
                    <a:pt x="168282" y="15255"/>
                    <a:pt x="167851" y="16462"/>
                  </a:cubicBezTo>
                  <a:cubicBezTo>
                    <a:pt x="167650" y="17036"/>
                    <a:pt x="167485" y="17525"/>
                    <a:pt x="167355" y="17927"/>
                  </a:cubicBezTo>
                  <a:cubicBezTo>
                    <a:pt x="167226" y="18329"/>
                    <a:pt x="167118" y="18674"/>
                    <a:pt x="167032" y="18961"/>
                  </a:cubicBezTo>
                  <a:cubicBezTo>
                    <a:pt x="166946" y="19249"/>
                    <a:pt x="166867" y="19500"/>
                    <a:pt x="166795" y="19715"/>
                  </a:cubicBezTo>
                  <a:cubicBezTo>
                    <a:pt x="166723" y="19931"/>
                    <a:pt x="166644" y="20139"/>
                    <a:pt x="166558" y="20340"/>
                  </a:cubicBezTo>
                  <a:cubicBezTo>
                    <a:pt x="165754" y="18301"/>
                    <a:pt x="164942" y="16354"/>
                    <a:pt x="164123" y="14501"/>
                  </a:cubicBezTo>
                  <a:cubicBezTo>
                    <a:pt x="163304" y="12648"/>
                    <a:pt x="162478" y="10860"/>
                    <a:pt x="161645" y="9136"/>
                  </a:cubicBezTo>
                  <a:cubicBezTo>
                    <a:pt x="161042" y="8360"/>
                    <a:pt x="160367" y="7972"/>
                    <a:pt x="159620" y="7972"/>
                  </a:cubicBezTo>
                  <a:cubicBezTo>
                    <a:pt x="159275" y="7972"/>
                    <a:pt x="158959" y="8051"/>
                    <a:pt x="158672" y="8209"/>
                  </a:cubicBezTo>
                  <a:cubicBezTo>
                    <a:pt x="158385" y="8367"/>
                    <a:pt x="158155" y="8583"/>
                    <a:pt x="157982" y="8856"/>
                  </a:cubicBezTo>
                  <a:cubicBezTo>
                    <a:pt x="157810" y="9129"/>
                    <a:pt x="157717" y="9445"/>
                    <a:pt x="157702" y="9804"/>
                  </a:cubicBezTo>
                  <a:cubicBezTo>
                    <a:pt x="157688" y="10163"/>
                    <a:pt x="157767" y="10544"/>
                    <a:pt x="157939" y="10946"/>
                  </a:cubicBezTo>
                  <a:cubicBezTo>
                    <a:pt x="159203" y="13474"/>
                    <a:pt x="160381" y="16067"/>
                    <a:pt x="161473" y="18724"/>
                  </a:cubicBezTo>
                  <a:cubicBezTo>
                    <a:pt x="162565" y="21382"/>
                    <a:pt x="163613" y="24061"/>
                    <a:pt x="164619" y="26761"/>
                  </a:cubicBezTo>
                  <a:cubicBezTo>
                    <a:pt x="164992" y="27537"/>
                    <a:pt x="165639" y="27925"/>
                    <a:pt x="166558" y="27925"/>
                  </a:cubicBezTo>
                  <a:cubicBezTo>
                    <a:pt x="167248" y="27925"/>
                    <a:pt x="167851" y="27623"/>
                    <a:pt x="168368" y="27020"/>
                  </a:cubicBezTo>
                  <a:cubicBezTo>
                    <a:pt x="168770" y="26129"/>
                    <a:pt x="169158" y="25167"/>
                    <a:pt x="169531" y="24133"/>
                  </a:cubicBezTo>
                  <a:cubicBezTo>
                    <a:pt x="169905" y="23098"/>
                    <a:pt x="170278" y="22050"/>
                    <a:pt x="170652" y="20987"/>
                  </a:cubicBezTo>
                  <a:lnTo>
                    <a:pt x="171385" y="19048"/>
                  </a:lnTo>
                  <a:lnTo>
                    <a:pt x="172074" y="17151"/>
                  </a:lnTo>
                  <a:lnTo>
                    <a:pt x="172031" y="17151"/>
                  </a:lnTo>
                  <a:cubicBezTo>
                    <a:pt x="172433" y="16002"/>
                    <a:pt x="172835" y="14860"/>
                    <a:pt x="173238" y="13725"/>
                  </a:cubicBezTo>
                  <a:cubicBezTo>
                    <a:pt x="173640" y="12591"/>
                    <a:pt x="173999" y="11420"/>
                    <a:pt x="174315" y="10213"/>
                  </a:cubicBezTo>
                  <a:cubicBezTo>
                    <a:pt x="174372" y="9466"/>
                    <a:pt x="174193" y="8899"/>
                    <a:pt x="173776" y="8511"/>
                  </a:cubicBezTo>
                  <a:cubicBezTo>
                    <a:pt x="173360" y="8123"/>
                    <a:pt x="172878" y="7929"/>
                    <a:pt x="172333" y="7929"/>
                  </a:cubicBezTo>
                  <a:cubicBezTo>
                    <a:pt x="171959" y="7929"/>
                    <a:pt x="171578" y="8023"/>
                    <a:pt x="171191" y="8209"/>
                  </a:cubicBezTo>
                  <a:cubicBezTo>
                    <a:pt x="170803" y="8396"/>
                    <a:pt x="170494" y="8691"/>
                    <a:pt x="170264" y="9093"/>
                  </a:cubicBezTo>
                  <a:close/>
                  <a:moveTo>
                    <a:pt x="191983" y="21806"/>
                  </a:moveTo>
                  <a:cubicBezTo>
                    <a:pt x="191150" y="22323"/>
                    <a:pt x="190238" y="22818"/>
                    <a:pt x="189247" y="23292"/>
                  </a:cubicBezTo>
                  <a:cubicBezTo>
                    <a:pt x="188256" y="23766"/>
                    <a:pt x="187301" y="24032"/>
                    <a:pt x="186381" y="24090"/>
                  </a:cubicBezTo>
                  <a:cubicBezTo>
                    <a:pt x="185290" y="24176"/>
                    <a:pt x="184370" y="23975"/>
                    <a:pt x="183623" y="23486"/>
                  </a:cubicBezTo>
                  <a:cubicBezTo>
                    <a:pt x="182876" y="22998"/>
                    <a:pt x="182302" y="22337"/>
                    <a:pt x="181899" y="21504"/>
                  </a:cubicBezTo>
                  <a:cubicBezTo>
                    <a:pt x="181957" y="21504"/>
                    <a:pt x="182108" y="21475"/>
                    <a:pt x="182352" y="21418"/>
                  </a:cubicBezTo>
                  <a:cubicBezTo>
                    <a:pt x="182596" y="21360"/>
                    <a:pt x="183164" y="21217"/>
                    <a:pt x="184054" y="20987"/>
                  </a:cubicBezTo>
                  <a:cubicBezTo>
                    <a:pt x="184887" y="20786"/>
                    <a:pt x="185778" y="20556"/>
                    <a:pt x="186726" y="20297"/>
                  </a:cubicBezTo>
                  <a:cubicBezTo>
                    <a:pt x="187674" y="20039"/>
                    <a:pt x="188593" y="19723"/>
                    <a:pt x="189484" y="19349"/>
                  </a:cubicBezTo>
                  <a:cubicBezTo>
                    <a:pt x="190375" y="18976"/>
                    <a:pt x="191193" y="18538"/>
                    <a:pt x="191940" y="18035"/>
                  </a:cubicBezTo>
                  <a:cubicBezTo>
                    <a:pt x="192687" y="17532"/>
                    <a:pt x="193276" y="16936"/>
                    <a:pt x="193707" y="16246"/>
                  </a:cubicBezTo>
                  <a:cubicBezTo>
                    <a:pt x="193937" y="15902"/>
                    <a:pt x="194095" y="15543"/>
                    <a:pt x="194181" y="15169"/>
                  </a:cubicBezTo>
                  <a:cubicBezTo>
                    <a:pt x="194267" y="14796"/>
                    <a:pt x="194310" y="14408"/>
                    <a:pt x="194310" y="14006"/>
                  </a:cubicBezTo>
                  <a:cubicBezTo>
                    <a:pt x="194310" y="13402"/>
                    <a:pt x="194196" y="12799"/>
                    <a:pt x="193966" y="12196"/>
                  </a:cubicBezTo>
                  <a:cubicBezTo>
                    <a:pt x="193736" y="11592"/>
                    <a:pt x="193420" y="11039"/>
                    <a:pt x="193018" y="10536"/>
                  </a:cubicBezTo>
                  <a:cubicBezTo>
                    <a:pt x="192615" y="10034"/>
                    <a:pt x="192141" y="9603"/>
                    <a:pt x="191596" y="9244"/>
                  </a:cubicBezTo>
                  <a:cubicBezTo>
                    <a:pt x="191050" y="8885"/>
                    <a:pt x="190461" y="8633"/>
                    <a:pt x="189829" y="8490"/>
                  </a:cubicBezTo>
                  <a:cubicBezTo>
                    <a:pt x="189168" y="8346"/>
                    <a:pt x="188493" y="8274"/>
                    <a:pt x="187803" y="8274"/>
                  </a:cubicBezTo>
                  <a:cubicBezTo>
                    <a:pt x="186510" y="8274"/>
                    <a:pt x="185261" y="8490"/>
                    <a:pt x="184054" y="8920"/>
                  </a:cubicBezTo>
                  <a:cubicBezTo>
                    <a:pt x="182848" y="9351"/>
                    <a:pt x="181727" y="9926"/>
                    <a:pt x="180693" y="10644"/>
                  </a:cubicBezTo>
                  <a:cubicBezTo>
                    <a:pt x="179400" y="11506"/>
                    <a:pt x="178459" y="12627"/>
                    <a:pt x="177870" y="14006"/>
                  </a:cubicBezTo>
                  <a:cubicBezTo>
                    <a:pt x="177281" y="15385"/>
                    <a:pt x="176987" y="16821"/>
                    <a:pt x="176987" y="18315"/>
                  </a:cubicBezTo>
                  <a:cubicBezTo>
                    <a:pt x="176987" y="19838"/>
                    <a:pt x="177324" y="21324"/>
                    <a:pt x="177999" y="22775"/>
                  </a:cubicBezTo>
                  <a:cubicBezTo>
                    <a:pt x="178675" y="24226"/>
                    <a:pt x="179615" y="25397"/>
                    <a:pt x="180822" y="26287"/>
                  </a:cubicBezTo>
                  <a:cubicBezTo>
                    <a:pt x="181569" y="26804"/>
                    <a:pt x="182373" y="27185"/>
                    <a:pt x="183235" y="27429"/>
                  </a:cubicBezTo>
                  <a:cubicBezTo>
                    <a:pt x="184097" y="27673"/>
                    <a:pt x="184945" y="27796"/>
                    <a:pt x="185778" y="27796"/>
                  </a:cubicBezTo>
                  <a:cubicBezTo>
                    <a:pt x="187186" y="27796"/>
                    <a:pt x="188586" y="27544"/>
                    <a:pt x="189980" y="27041"/>
                  </a:cubicBezTo>
                  <a:cubicBezTo>
                    <a:pt x="191373" y="26539"/>
                    <a:pt x="192673" y="25928"/>
                    <a:pt x="193880" y="25210"/>
                  </a:cubicBezTo>
                  <a:cubicBezTo>
                    <a:pt x="194310" y="24951"/>
                    <a:pt x="194627" y="24671"/>
                    <a:pt x="194828" y="24370"/>
                  </a:cubicBezTo>
                  <a:cubicBezTo>
                    <a:pt x="195029" y="24068"/>
                    <a:pt x="195129" y="23759"/>
                    <a:pt x="195129" y="23443"/>
                  </a:cubicBezTo>
                  <a:cubicBezTo>
                    <a:pt x="195129" y="23127"/>
                    <a:pt x="195050" y="22833"/>
                    <a:pt x="194892" y="22560"/>
                  </a:cubicBezTo>
                  <a:cubicBezTo>
                    <a:pt x="194734" y="22287"/>
                    <a:pt x="194519" y="22064"/>
                    <a:pt x="194246" y="21892"/>
                  </a:cubicBezTo>
                  <a:cubicBezTo>
                    <a:pt x="193973" y="21719"/>
                    <a:pt x="193643" y="21619"/>
                    <a:pt x="193255" y="21590"/>
                  </a:cubicBezTo>
                  <a:cubicBezTo>
                    <a:pt x="192867" y="21561"/>
                    <a:pt x="192443" y="21633"/>
                    <a:pt x="191983" y="21806"/>
                  </a:cubicBezTo>
                  <a:close/>
                  <a:moveTo>
                    <a:pt x="184054" y="13144"/>
                  </a:moveTo>
                  <a:cubicBezTo>
                    <a:pt x="184543" y="12914"/>
                    <a:pt x="185160" y="12677"/>
                    <a:pt x="185907" y="12433"/>
                  </a:cubicBezTo>
                  <a:cubicBezTo>
                    <a:pt x="186654" y="12188"/>
                    <a:pt x="187358" y="12066"/>
                    <a:pt x="188019" y="12066"/>
                  </a:cubicBezTo>
                  <a:cubicBezTo>
                    <a:pt x="188622" y="12066"/>
                    <a:pt x="189139" y="12224"/>
                    <a:pt x="189570" y="12540"/>
                  </a:cubicBezTo>
                  <a:cubicBezTo>
                    <a:pt x="190001" y="12856"/>
                    <a:pt x="190188" y="13431"/>
                    <a:pt x="190130" y="14264"/>
                  </a:cubicBezTo>
                  <a:cubicBezTo>
                    <a:pt x="189958" y="14609"/>
                    <a:pt x="189620" y="14925"/>
                    <a:pt x="189118" y="15212"/>
                  </a:cubicBezTo>
                  <a:cubicBezTo>
                    <a:pt x="188615" y="15499"/>
                    <a:pt x="188069" y="15751"/>
                    <a:pt x="187480" y="15966"/>
                  </a:cubicBezTo>
                  <a:cubicBezTo>
                    <a:pt x="186891" y="16182"/>
                    <a:pt x="186309" y="16369"/>
                    <a:pt x="185735" y="16527"/>
                  </a:cubicBezTo>
                  <a:cubicBezTo>
                    <a:pt x="185160" y="16685"/>
                    <a:pt x="184729" y="16807"/>
                    <a:pt x="184442" y="16893"/>
                  </a:cubicBezTo>
                  <a:cubicBezTo>
                    <a:pt x="183638" y="17123"/>
                    <a:pt x="183020" y="17302"/>
                    <a:pt x="182589" y="17431"/>
                  </a:cubicBezTo>
                  <a:cubicBezTo>
                    <a:pt x="182158" y="17561"/>
                    <a:pt x="181835" y="17654"/>
                    <a:pt x="181619" y="17712"/>
                  </a:cubicBezTo>
                  <a:cubicBezTo>
                    <a:pt x="181404" y="17769"/>
                    <a:pt x="181275" y="17805"/>
                    <a:pt x="181231" y="17819"/>
                  </a:cubicBezTo>
                  <a:lnTo>
                    <a:pt x="181167" y="17841"/>
                  </a:lnTo>
                  <a:cubicBezTo>
                    <a:pt x="181224" y="16835"/>
                    <a:pt x="181483" y="15923"/>
                    <a:pt x="181943" y="15104"/>
                  </a:cubicBezTo>
                  <a:cubicBezTo>
                    <a:pt x="182402" y="14286"/>
                    <a:pt x="183106" y="13632"/>
                    <a:pt x="184054" y="13144"/>
                  </a:cubicBezTo>
                  <a:close/>
                  <a:moveTo>
                    <a:pt x="199568" y="20297"/>
                  </a:moveTo>
                  <a:lnTo>
                    <a:pt x="205256" y="20297"/>
                  </a:lnTo>
                  <a:cubicBezTo>
                    <a:pt x="206176" y="20297"/>
                    <a:pt x="207131" y="20290"/>
                    <a:pt x="208122" y="20276"/>
                  </a:cubicBezTo>
                  <a:cubicBezTo>
                    <a:pt x="209113" y="20261"/>
                    <a:pt x="210083" y="20254"/>
                    <a:pt x="211031" y="20254"/>
                  </a:cubicBezTo>
                  <a:cubicBezTo>
                    <a:pt x="211692" y="20082"/>
                    <a:pt x="212187" y="19823"/>
                    <a:pt x="212518" y="19478"/>
                  </a:cubicBezTo>
                  <a:cubicBezTo>
                    <a:pt x="212848" y="19134"/>
                    <a:pt x="213013" y="18760"/>
                    <a:pt x="213013" y="18358"/>
                  </a:cubicBezTo>
                  <a:cubicBezTo>
                    <a:pt x="213013" y="17956"/>
                    <a:pt x="212862" y="17575"/>
                    <a:pt x="212561" y="17216"/>
                  </a:cubicBezTo>
                  <a:cubicBezTo>
                    <a:pt x="212259" y="16857"/>
                    <a:pt x="211792" y="16591"/>
                    <a:pt x="211160" y="16419"/>
                  </a:cubicBezTo>
                  <a:lnTo>
                    <a:pt x="210320" y="16419"/>
                  </a:lnTo>
                  <a:cubicBezTo>
                    <a:pt x="209932" y="16419"/>
                    <a:pt x="209480" y="16426"/>
                    <a:pt x="208962" y="16440"/>
                  </a:cubicBezTo>
                  <a:cubicBezTo>
                    <a:pt x="208445" y="16455"/>
                    <a:pt x="207878" y="16462"/>
                    <a:pt x="207260" y="16462"/>
                  </a:cubicBezTo>
                  <a:lnTo>
                    <a:pt x="199740" y="16462"/>
                  </a:lnTo>
                  <a:cubicBezTo>
                    <a:pt x="198965" y="16462"/>
                    <a:pt x="198383" y="16670"/>
                    <a:pt x="197995" y="17087"/>
                  </a:cubicBezTo>
                  <a:cubicBezTo>
                    <a:pt x="197607" y="17503"/>
                    <a:pt x="197413" y="17941"/>
                    <a:pt x="197413" y="18401"/>
                  </a:cubicBezTo>
                  <a:cubicBezTo>
                    <a:pt x="197413" y="18832"/>
                    <a:pt x="197593" y="19227"/>
                    <a:pt x="197952" y="19586"/>
                  </a:cubicBezTo>
                  <a:cubicBezTo>
                    <a:pt x="198311" y="19945"/>
                    <a:pt x="198850" y="20182"/>
                    <a:pt x="199568" y="20297"/>
                  </a:cubicBezTo>
                  <a:close/>
                  <a:moveTo>
                    <a:pt x="231414" y="22323"/>
                  </a:moveTo>
                  <a:lnTo>
                    <a:pt x="231371" y="22323"/>
                  </a:lnTo>
                  <a:cubicBezTo>
                    <a:pt x="230308" y="22610"/>
                    <a:pt x="229202" y="22833"/>
                    <a:pt x="228053" y="22991"/>
                  </a:cubicBezTo>
                  <a:cubicBezTo>
                    <a:pt x="226904" y="23149"/>
                    <a:pt x="225740" y="23228"/>
                    <a:pt x="224562" y="23228"/>
                  </a:cubicBezTo>
                  <a:cubicBezTo>
                    <a:pt x="224017" y="23228"/>
                    <a:pt x="223492" y="23206"/>
                    <a:pt x="222990" y="23163"/>
                  </a:cubicBezTo>
                  <a:cubicBezTo>
                    <a:pt x="222487" y="23120"/>
                    <a:pt x="221962" y="23070"/>
                    <a:pt x="221417" y="23012"/>
                  </a:cubicBezTo>
                  <a:lnTo>
                    <a:pt x="221417" y="16462"/>
                  </a:lnTo>
                  <a:cubicBezTo>
                    <a:pt x="221733" y="16491"/>
                    <a:pt x="221984" y="16498"/>
                    <a:pt x="222171" y="16483"/>
                  </a:cubicBezTo>
                  <a:cubicBezTo>
                    <a:pt x="222357" y="16469"/>
                    <a:pt x="222609" y="16462"/>
                    <a:pt x="222925" y="16462"/>
                  </a:cubicBezTo>
                  <a:cubicBezTo>
                    <a:pt x="224218" y="16462"/>
                    <a:pt x="225496" y="16426"/>
                    <a:pt x="226760" y="16354"/>
                  </a:cubicBezTo>
                  <a:cubicBezTo>
                    <a:pt x="228024" y="16282"/>
                    <a:pt x="229288" y="16175"/>
                    <a:pt x="230552" y="16031"/>
                  </a:cubicBezTo>
                  <a:cubicBezTo>
                    <a:pt x="231213" y="15887"/>
                    <a:pt x="231702" y="15636"/>
                    <a:pt x="232018" y="15277"/>
                  </a:cubicBezTo>
                  <a:cubicBezTo>
                    <a:pt x="232334" y="14918"/>
                    <a:pt x="232492" y="14523"/>
                    <a:pt x="232492" y="14092"/>
                  </a:cubicBezTo>
                  <a:cubicBezTo>
                    <a:pt x="232492" y="13603"/>
                    <a:pt x="232269" y="13165"/>
                    <a:pt x="231824" y="12777"/>
                  </a:cubicBezTo>
                  <a:cubicBezTo>
                    <a:pt x="231378" y="12390"/>
                    <a:pt x="230754" y="12224"/>
                    <a:pt x="229949" y="12282"/>
                  </a:cubicBezTo>
                  <a:cubicBezTo>
                    <a:pt x="228771" y="12397"/>
                    <a:pt x="227615" y="12483"/>
                    <a:pt x="226480" y="12540"/>
                  </a:cubicBezTo>
                  <a:cubicBezTo>
                    <a:pt x="225345" y="12598"/>
                    <a:pt x="224218" y="12627"/>
                    <a:pt x="223097" y="12627"/>
                  </a:cubicBezTo>
                  <a:cubicBezTo>
                    <a:pt x="222781" y="12627"/>
                    <a:pt x="222494" y="12634"/>
                    <a:pt x="222235" y="12648"/>
                  </a:cubicBezTo>
                  <a:cubicBezTo>
                    <a:pt x="221977" y="12662"/>
                    <a:pt x="221704" y="12655"/>
                    <a:pt x="221417" y="12627"/>
                  </a:cubicBezTo>
                  <a:lnTo>
                    <a:pt x="221417" y="5430"/>
                  </a:lnTo>
                  <a:cubicBezTo>
                    <a:pt x="222566" y="5257"/>
                    <a:pt x="223708" y="5157"/>
                    <a:pt x="224843" y="5128"/>
                  </a:cubicBezTo>
                  <a:cubicBezTo>
                    <a:pt x="225977" y="5099"/>
                    <a:pt x="227134" y="5085"/>
                    <a:pt x="228312" y="5085"/>
                  </a:cubicBezTo>
                  <a:cubicBezTo>
                    <a:pt x="228972" y="5085"/>
                    <a:pt x="229626" y="5078"/>
                    <a:pt x="230272" y="5064"/>
                  </a:cubicBezTo>
                  <a:cubicBezTo>
                    <a:pt x="230919" y="5049"/>
                    <a:pt x="231529" y="5028"/>
                    <a:pt x="232104" y="4999"/>
                  </a:cubicBezTo>
                  <a:cubicBezTo>
                    <a:pt x="232793" y="4855"/>
                    <a:pt x="233303" y="4597"/>
                    <a:pt x="233634" y="4223"/>
                  </a:cubicBezTo>
                  <a:cubicBezTo>
                    <a:pt x="233964" y="3850"/>
                    <a:pt x="234129" y="3448"/>
                    <a:pt x="234129" y="3017"/>
                  </a:cubicBezTo>
                  <a:cubicBezTo>
                    <a:pt x="234129" y="2586"/>
                    <a:pt x="233885" y="2183"/>
                    <a:pt x="233397" y="1810"/>
                  </a:cubicBezTo>
                  <a:cubicBezTo>
                    <a:pt x="232908" y="1436"/>
                    <a:pt x="232305" y="1235"/>
                    <a:pt x="231587" y="1207"/>
                  </a:cubicBezTo>
                  <a:cubicBezTo>
                    <a:pt x="230983" y="1235"/>
                    <a:pt x="230373" y="1257"/>
                    <a:pt x="229755" y="1271"/>
                  </a:cubicBezTo>
                  <a:cubicBezTo>
                    <a:pt x="229138" y="1286"/>
                    <a:pt x="228513" y="1293"/>
                    <a:pt x="227881" y="1293"/>
                  </a:cubicBezTo>
                  <a:cubicBezTo>
                    <a:pt x="226128" y="1293"/>
                    <a:pt x="224397" y="1343"/>
                    <a:pt x="222688" y="1444"/>
                  </a:cubicBezTo>
                  <a:cubicBezTo>
                    <a:pt x="220978" y="1544"/>
                    <a:pt x="219319" y="1839"/>
                    <a:pt x="217710" y="2327"/>
                  </a:cubicBezTo>
                  <a:cubicBezTo>
                    <a:pt x="217136" y="2557"/>
                    <a:pt x="216712" y="2837"/>
                    <a:pt x="216439" y="3167"/>
                  </a:cubicBezTo>
                  <a:cubicBezTo>
                    <a:pt x="216166" y="3498"/>
                    <a:pt x="216030" y="3850"/>
                    <a:pt x="216030" y="4223"/>
                  </a:cubicBezTo>
                  <a:cubicBezTo>
                    <a:pt x="216030" y="4568"/>
                    <a:pt x="216123" y="4891"/>
                    <a:pt x="216310" y="5193"/>
                  </a:cubicBezTo>
                  <a:cubicBezTo>
                    <a:pt x="216497" y="5494"/>
                    <a:pt x="216791" y="5717"/>
                    <a:pt x="217193" y="5861"/>
                  </a:cubicBezTo>
                  <a:lnTo>
                    <a:pt x="217193" y="24434"/>
                  </a:lnTo>
                  <a:cubicBezTo>
                    <a:pt x="217136" y="25210"/>
                    <a:pt x="217581" y="25856"/>
                    <a:pt x="218529" y="26373"/>
                  </a:cubicBezTo>
                  <a:cubicBezTo>
                    <a:pt x="220368" y="26833"/>
                    <a:pt x="222350" y="27063"/>
                    <a:pt x="224476" y="27063"/>
                  </a:cubicBezTo>
                  <a:cubicBezTo>
                    <a:pt x="225884" y="27063"/>
                    <a:pt x="227277" y="26970"/>
                    <a:pt x="228656" y="26783"/>
                  </a:cubicBezTo>
                  <a:cubicBezTo>
                    <a:pt x="230035" y="26596"/>
                    <a:pt x="231328" y="26330"/>
                    <a:pt x="232535" y="25986"/>
                  </a:cubicBezTo>
                  <a:cubicBezTo>
                    <a:pt x="233023" y="25727"/>
                    <a:pt x="233382" y="25433"/>
                    <a:pt x="233612" y="25102"/>
                  </a:cubicBezTo>
                  <a:cubicBezTo>
                    <a:pt x="233842" y="24772"/>
                    <a:pt x="233957" y="24449"/>
                    <a:pt x="233957" y="24133"/>
                  </a:cubicBezTo>
                  <a:cubicBezTo>
                    <a:pt x="233957" y="23615"/>
                    <a:pt x="233734" y="23170"/>
                    <a:pt x="233289" y="22797"/>
                  </a:cubicBezTo>
                  <a:cubicBezTo>
                    <a:pt x="232844" y="22423"/>
                    <a:pt x="232219" y="22265"/>
                    <a:pt x="231414" y="22323"/>
                  </a:cubicBezTo>
                  <a:close/>
                  <a:moveTo>
                    <a:pt x="255030" y="1982"/>
                  </a:moveTo>
                  <a:lnTo>
                    <a:pt x="255030" y="2025"/>
                  </a:lnTo>
                  <a:cubicBezTo>
                    <a:pt x="255030" y="4985"/>
                    <a:pt x="255008" y="7807"/>
                    <a:pt x="254965" y="10493"/>
                  </a:cubicBezTo>
                  <a:cubicBezTo>
                    <a:pt x="254922" y="13180"/>
                    <a:pt x="254857" y="15973"/>
                    <a:pt x="254771" y="18875"/>
                  </a:cubicBezTo>
                  <a:cubicBezTo>
                    <a:pt x="252875" y="16002"/>
                    <a:pt x="250907" y="13294"/>
                    <a:pt x="248867" y="10752"/>
                  </a:cubicBezTo>
                  <a:cubicBezTo>
                    <a:pt x="246828" y="8209"/>
                    <a:pt x="244702" y="5617"/>
                    <a:pt x="242490" y="2973"/>
                  </a:cubicBezTo>
                  <a:lnTo>
                    <a:pt x="241154" y="1422"/>
                  </a:lnTo>
                  <a:cubicBezTo>
                    <a:pt x="240493" y="991"/>
                    <a:pt x="239947" y="776"/>
                    <a:pt x="239516" y="776"/>
                  </a:cubicBezTo>
                  <a:cubicBezTo>
                    <a:pt x="238999" y="776"/>
                    <a:pt x="238554" y="927"/>
                    <a:pt x="238180" y="1228"/>
                  </a:cubicBezTo>
                  <a:cubicBezTo>
                    <a:pt x="237807" y="1530"/>
                    <a:pt x="237548" y="1968"/>
                    <a:pt x="237404" y="2543"/>
                  </a:cubicBezTo>
                  <a:lnTo>
                    <a:pt x="237404" y="14221"/>
                  </a:lnTo>
                  <a:cubicBezTo>
                    <a:pt x="237404" y="16203"/>
                    <a:pt x="237412" y="18164"/>
                    <a:pt x="237426" y="20103"/>
                  </a:cubicBezTo>
                  <a:cubicBezTo>
                    <a:pt x="237440" y="22043"/>
                    <a:pt x="237448" y="23960"/>
                    <a:pt x="237448" y="25856"/>
                  </a:cubicBezTo>
                  <a:cubicBezTo>
                    <a:pt x="237534" y="26517"/>
                    <a:pt x="237785" y="27013"/>
                    <a:pt x="238202" y="27343"/>
                  </a:cubicBezTo>
                  <a:cubicBezTo>
                    <a:pt x="238618" y="27673"/>
                    <a:pt x="239085" y="27839"/>
                    <a:pt x="239602" y="27839"/>
                  </a:cubicBezTo>
                  <a:cubicBezTo>
                    <a:pt x="240091" y="27839"/>
                    <a:pt x="240557" y="27666"/>
                    <a:pt x="241003" y="27322"/>
                  </a:cubicBezTo>
                  <a:cubicBezTo>
                    <a:pt x="241448" y="26977"/>
                    <a:pt x="241685" y="26431"/>
                    <a:pt x="241714" y="25684"/>
                  </a:cubicBezTo>
                  <a:cubicBezTo>
                    <a:pt x="241714" y="23788"/>
                    <a:pt x="241707" y="22035"/>
                    <a:pt x="241692" y="20427"/>
                  </a:cubicBezTo>
                  <a:cubicBezTo>
                    <a:pt x="241678" y="18818"/>
                    <a:pt x="241671" y="17266"/>
                    <a:pt x="241671" y="15772"/>
                  </a:cubicBezTo>
                  <a:lnTo>
                    <a:pt x="241671" y="8533"/>
                  </a:lnTo>
                  <a:cubicBezTo>
                    <a:pt x="242820" y="9969"/>
                    <a:pt x="243955" y="11398"/>
                    <a:pt x="245075" y="12820"/>
                  </a:cubicBezTo>
                  <a:cubicBezTo>
                    <a:pt x="246196" y="14243"/>
                    <a:pt x="247294" y="15672"/>
                    <a:pt x="248372" y="17108"/>
                  </a:cubicBezTo>
                  <a:cubicBezTo>
                    <a:pt x="249449" y="18545"/>
                    <a:pt x="250498" y="20024"/>
                    <a:pt x="251518" y="21547"/>
                  </a:cubicBezTo>
                  <a:cubicBezTo>
                    <a:pt x="252538" y="23070"/>
                    <a:pt x="253536" y="24650"/>
                    <a:pt x="254513" y="26287"/>
                  </a:cubicBezTo>
                  <a:lnTo>
                    <a:pt x="254814" y="26804"/>
                  </a:lnTo>
                  <a:cubicBezTo>
                    <a:pt x="255418" y="27408"/>
                    <a:pt x="256050" y="27709"/>
                    <a:pt x="256710" y="27709"/>
                  </a:cubicBezTo>
                  <a:cubicBezTo>
                    <a:pt x="257113" y="27709"/>
                    <a:pt x="257501" y="27573"/>
                    <a:pt x="257874" y="27300"/>
                  </a:cubicBezTo>
                  <a:cubicBezTo>
                    <a:pt x="258248" y="27027"/>
                    <a:pt x="258535" y="26618"/>
                    <a:pt x="258736" y="26072"/>
                  </a:cubicBezTo>
                  <a:lnTo>
                    <a:pt x="258736" y="25878"/>
                  </a:lnTo>
                  <a:cubicBezTo>
                    <a:pt x="258736" y="25806"/>
                    <a:pt x="258750" y="25698"/>
                    <a:pt x="258779" y="25555"/>
                  </a:cubicBezTo>
                  <a:cubicBezTo>
                    <a:pt x="259009" y="21475"/>
                    <a:pt x="259152" y="17518"/>
                    <a:pt x="259210" y="13682"/>
                  </a:cubicBezTo>
                  <a:cubicBezTo>
                    <a:pt x="259267" y="9847"/>
                    <a:pt x="259296" y="5904"/>
                    <a:pt x="259296" y="1853"/>
                  </a:cubicBezTo>
                  <a:cubicBezTo>
                    <a:pt x="259152" y="1278"/>
                    <a:pt x="258872" y="848"/>
                    <a:pt x="258456" y="560"/>
                  </a:cubicBezTo>
                  <a:cubicBezTo>
                    <a:pt x="258039" y="273"/>
                    <a:pt x="257601" y="129"/>
                    <a:pt x="257141" y="129"/>
                  </a:cubicBezTo>
                  <a:cubicBezTo>
                    <a:pt x="256653" y="129"/>
                    <a:pt x="256215" y="280"/>
                    <a:pt x="255827" y="582"/>
                  </a:cubicBezTo>
                  <a:cubicBezTo>
                    <a:pt x="255439" y="883"/>
                    <a:pt x="255173" y="1350"/>
                    <a:pt x="255030" y="1982"/>
                  </a:cubicBezTo>
                  <a:close/>
                  <a:moveTo>
                    <a:pt x="281317" y="2025"/>
                  </a:moveTo>
                  <a:cubicBezTo>
                    <a:pt x="280168" y="4036"/>
                    <a:pt x="279127" y="6112"/>
                    <a:pt x="278193" y="8252"/>
                  </a:cubicBezTo>
                  <a:cubicBezTo>
                    <a:pt x="277259" y="10393"/>
                    <a:pt x="276333" y="12583"/>
                    <a:pt x="275413" y="14824"/>
                  </a:cubicBezTo>
                  <a:cubicBezTo>
                    <a:pt x="275327" y="15054"/>
                    <a:pt x="275227" y="15284"/>
                    <a:pt x="275112" y="15514"/>
                  </a:cubicBezTo>
                  <a:cubicBezTo>
                    <a:pt x="274997" y="15744"/>
                    <a:pt x="274896" y="15973"/>
                    <a:pt x="274810" y="16203"/>
                  </a:cubicBezTo>
                  <a:lnTo>
                    <a:pt x="274120" y="17884"/>
                  </a:lnTo>
                  <a:lnTo>
                    <a:pt x="274120" y="17841"/>
                  </a:lnTo>
                  <a:lnTo>
                    <a:pt x="273086" y="20254"/>
                  </a:lnTo>
                  <a:cubicBezTo>
                    <a:pt x="272483" y="18559"/>
                    <a:pt x="271923" y="17008"/>
                    <a:pt x="271406" y="15600"/>
                  </a:cubicBezTo>
                  <a:cubicBezTo>
                    <a:pt x="270888" y="14192"/>
                    <a:pt x="270364" y="12799"/>
                    <a:pt x="269833" y="11420"/>
                  </a:cubicBezTo>
                  <a:cubicBezTo>
                    <a:pt x="269301" y="10041"/>
                    <a:pt x="268748" y="8597"/>
                    <a:pt x="268173" y="7089"/>
                  </a:cubicBezTo>
                  <a:cubicBezTo>
                    <a:pt x="267599" y="5581"/>
                    <a:pt x="266938" y="3878"/>
                    <a:pt x="266191" y="1982"/>
                  </a:cubicBezTo>
                  <a:cubicBezTo>
                    <a:pt x="265674" y="1207"/>
                    <a:pt x="265013" y="819"/>
                    <a:pt x="264209" y="819"/>
                  </a:cubicBezTo>
                  <a:cubicBezTo>
                    <a:pt x="263663" y="819"/>
                    <a:pt x="263196" y="991"/>
                    <a:pt x="262808" y="1336"/>
                  </a:cubicBezTo>
                  <a:cubicBezTo>
                    <a:pt x="262420" y="1681"/>
                    <a:pt x="262227" y="2183"/>
                    <a:pt x="262227" y="2844"/>
                  </a:cubicBezTo>
                  <a:lnTo>
                    <a:pt x="262227" y="3060"/>
                  </a:lnTo>
                  <a:lnTo>
                    <a:pt x="262248" y="3124"/>
                  </a:lnTo>
                  <a:lnTo>
                    <a:pt x="262270" y="3146"/>
                  </a:lnTo>
                  <a:cubicBezTo>
                    <a:pt x="263735" y="7082"/>
                    <a:pt x="265200" y="10989"/>
                    <a:pt x="266665" y="14867"/>
                  </a:cubicBezTo>
                  <a:cubicBezTo>
                    <a:pt x="268130" y="18746"/>
                    <a:pt x="269624" y="22639"/>
                    <a:pt x="271147" y="26546"/>
                  </a:cubicBezTo>
                  <a:cubicBezTo>
                    <a:pt x="271377" y="26977"/>
                    <a:pt x="271664" y="27300"/>
                    <a:pt x="272009" y="27515"/>
                  </a:cubicBezTo>
                  <a:cubicBezTo>
                    <a:pt x="272354" y="27731"/>
                    <a:pt x="272727" y="27839"/>
                    <a:pt x="273129" y="27839"/>
                  </a:cubicBezTo>
                  <a:cubicBezTo>
                    <a:pt x="273560" y="27839"/>
                    <a:pt x="273962" y="27709"/>
                    <a:pt x="274336" y="27451"/>
                  </a:cubicBezTo>
                  <a:cubicBezTo>
                    <a:pt x="274709" y="27192"/>
                    <a:pt x="274997" y="26819"/>
                    <a:pt x="275198" y="26330"/>
                  </a:cubicBezTo>
                  <a:cubicBezTo>
                    <a:pt x="276634" y="22567"/>
                    <a:pt x="278128" y="18760"/>
                    <a:pt x="279680" y="14910"/>
                  </a:cubicBezTo>
                  <a:cubicBezTo>
                    <a:pt x="281231" y="11061"/>
                    <a:pt x="283070" y="7283"/>
                    <a:pt x="285196" y="3577"/>
                  </a:cubicBezTo>
                  <a:cubicBezTo>
                    <a:pt x="285253" y="3433"/>
                    <a:pt x="285296" y="3290"/>
                    <a:pt x="285325" y="3146"/>
                  </a:cubicBezTo>
                  <a:cubicBezTo>
                    <a:pt x="285354" y="3002"/>
                    <a:pt x="285368" y="2859"/>
                    <a:pt x="285368" y="2715"/>
                  </a:cubicBezTo>
                  <a:cubicBezTo>
                    <a:pt x="285368" y="2140"/>
                    <a:pt x="285160" y="1681"/>
                    <a:pt x="284743" y="1336"/>
                  </a:cubicBezTo>
                  <a:cubicBezTo>
                    <a:pt x="284327" y="991"/>
                    <a:pt x="283845" y="819"/>
                    <a:pt x="283299" y="819"/>
                  </a:cubicBezTo>
                  <a:cubicBezTo>
                    <a:pt x="282869" y="819"/>
                    <a:pt x="282495" y="919"/>
                    <a:pt x="282179" y="1120"/>
                  </a:cubicBezTo>
                  <a:cubicBezTo>
                    <a:pt x="281863" y="1322"/>
                    <a:pt x="281576" y="1623"/>
                    <a:pt x="281317" y="2025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36" name="models-evaluated" descr="15 models evaluated"/>
            <p:cNvSpPr/>
            <p:nvPr/>
          </p:nvSpPr>
          <p:spPr>
            <a:xfrm>
              <a:off x="5287556" y="90885"/>
              <a:ext cx="1260555" cy="102542"/>
            </a:xfrm>
            <a:custGeom>
              <a:avLst/>
              <a:gdLst/>
              <a:ahLst/>
              <a:cxnLst/>
              <a:rect l="0" t="0" r="r" b="b"/>
              <a:pathLst>
                <a:path w="227127" h="18476">
                  <a:moveTo>
                    <a:pt x="5718" y="15331"/>
                  </a:moveTo>
                  <a:lnTo>
                    <a:pt x="4751" y="15331"/>
                  </a:lnTo>
                  <a:lnTo>
                    <a:pt x="4751" y="2044"/>
                  </a:lnTo>
                  <a:cubicBezTo>
                    <a:pt x="4567" y="1363"/>
                    <a:pt x="4125" y="1022"/>
                    <a:pt x="3425" y="1022"/>
                  </a:cubicBezTo>
                  <a:cubicBezTo>
                    <a:pt x="3223" y="1022"/>
                    <a:pt x="2983" y="1068"/>
                    <a:pt x="2707" y="1160"/>
                  </a:cubicBezTo>
                  <a:lnTo>
                    <a:pt x="691" y="2486"/>
                  </a:lnTo>
                  <a:cubicBezTo>
                    <a:pt x="525" y="2634"/>
                    <a:pt x="401" y="2795"/>
                    <a:pt x="318" y="2970"/>
                  </a:cubicBezTo>
                  <a:cubicBezTo>
                    <a:pt x="235" y="3145"/>
                    <a:pt x="193" y="3315"/>
                    <a:pt x="193" y="3481"/>
                  </a:cubicBezTo>
                  <a:cubicBezTo>
                    <a:pt x="193" y="3794"/>
                    <a:pt x="308" y="4061"/>
                    <a:pt x="539" y="4282"/>
                  </a:cubicBezTo>
                  <a:cubicBezTo>
                    <a:pt x="769" y="4503"/>
                    <a:pt x="1077" y="4613"/>
                    <a:pt x="1464" y="4613"/>
                  </a:cubicBezTo>
                  <a:cubicBezTo>
                    <a:pt x="1685" y="4613"/>
                    <a:pt x="1869" y="4586"/>
                    <a:pt x="2017" y="4530"/>
                  </a:cubicBezTo>
                  <a:lnTo>
                    <a:pt x="2017" y="15331"/>
                  </a:lnTo>
                  <a:lnTo>
                    <a:pt x="1492" y="15331"/>
                  </a:lnTo>
                  <a:cubicBezTo>
                    <a:pt x="976" y="15331"/>
                    <a:pt x="599" y="15465"/>
                    <a:pt x="359" y="15732"/>
                  </a:cubicBezTo>
                  <a:cubicBezTo>
                    <a:pt x="120" y="15999"/>
                    <a:pt x="0" y="16280"/>
                    <a:pt x="0" y="16575"/>
                  </a:cubicBezTo>
                  <a:cubicBezTo>
                    <a:pt x="0" y="16851"/>
                    <a:pt x="110" y="17113"/>
                    <a:pt x="331" y="17362"/>
                  </a:cubicBezTo>
                  <a:cubicBezTo>
                    <a:pt x="552" y="17610"/>
                    <a:pt x="902" y="17753"/>
                    <a:pt x="1381" y="17790"/>
                  </a:cubicBezTo>
                  <a:lnTo>
                    <a:pt x="5635" y="17790"/>
                  </a:lnTo>
                  <a:cubicBezTo>
                    <a:pt x="6077" y="17680"/>
                    <a:pt x="6400" y="17514"/>
                    <a:pt x="6602" y="17293"/>
                  </a:cubicBezTo>
                  <a:cubicBezTo>
                    <a:pt x="6805" y="17072"/>
                    <a:pt x="6906" y="16832"/>
                    <a:pt x="6906" y="16575"/>
                  </a:cubicBezTo>
                  <a:cubicBezTo>
                    <a:pt x="6906" y="16317"/>
                    <a:pt x="6814" y="16073"/>
                    <a:pt x="6630" y="15843"/>
                  </a:cubicBezTo>
                  <a:cubicBezTo>
                    <a:pt x="6446" y="15612"/>
                    <a:pt x="6142" y="15442"/>
                    <a:pt x="5718" y="15331"/>
                  </a:cubicBezTo>
                  <a:close/>
                  <a:moveTo>
                    <a:pt x="12818" y="16492"/>
                  </a:moveTo>
                  <a:cubicBezTo>
                    <a:pt x="13481" y="16915"/>
                    <a:pt x="14190" y="17251"/>
                    <a:pt x="14945" y="17500"/>
                  </a:cubicBezTo>
                  <a:cubicBezTo>
                    <a:pt x="15700" y="17749"/>
                    <a:pt x="16483" y="17873"/>
                    <a:pt x="17293" y="17873"/>
                  </a:cubicBezTo>
                  <a:cubicBezTo>
                    <a:pt x="18177" y="17873"/>
                    <a:pt x="18987" y="17703"/>
                    <a:pt x="19724" y="17362"/>
                  </a:cubicBezTo>
                  <a:cubicBezTo>
                    <a:pt x="20460" y="17021"/>
                    <a:pt x="21096" y="16579"/>
                    <a:pt x="21630" y="16036"/>
                  </a:cubicBezTo>
                  <a:cubicBezTo>
                    <a:pt x="22164" y="15493"/>
                    <a:pt x="22578" y="14885"/>
                    <a:pt x="22873" y="14213"/>
                  </a:cubicBezTo>
                  <a:cubicBezTo>
                    <a:pt x="23168" y="13541"/>
                    <a:pt x="23315" y="12873"/>
                    <a:pt x="23315" y="12210"/>
                  </a:cubicBezTo>
                  <a:cubicBezTo>
                    <a:pt x="23315" y="11529"/>
                    <a:pt x="23177" y="10861"/>
                    <a:pt x="22901" y="10207"/>
                  </a:cubicBezTo>
                  <a:cubicBezTo>
                    <a:pt x="22624" y="9553"/>
                    <a:pt x="22224" y="8969"/>
                    <a:pt x="21699" y="8453"/>
                  </a:cubicBezTo>
                  <a:cubicBezTo>
                    <a:pt x="21174" y="7937"/>
                    <a:pt x="20543" y="7528"/>
                    <a:pt x="19807" y="7224"/>
                  </a:cubicBezTo>
                  <a:cubicBezTo>
                    <a:pt x="19070" y="6920"/>
                    <a:pt x="18232" y="6768"/>
                    <a:pt x="17293" y="6768"/>
                  </a:cubicBezTo>
                  <a:cubicBezTo>
                    <a:pt x="16980" y="6768"/>
                    <a:pt x="16676" y="6782"/>
                    <a:pt x="16381" y="6809"/>
                  </a:cubicBezTo>
                  <a:cubicBezTo>
                    <a:pt x="16087" y="6837"/>
                    <a:pt x="15792" y="6888"/>
                    <a:pt x="15497" y="6961"/>
                  </a:cubicBezTo>
                  <a:lnTo>
                    <a:pt x="15387" y="3702"/>
                  </a:lnTo>
                  <a:cubicBezTo>
                    <a:pt x="15902" y="3665"/>
                    <a:pt x="16358" y="3651"/>
                    <a:pt x="16754" y="3660"/>
                  </a:cubicBezTo>
                  <a:cubicBezTo>
                    <a:pt x="17150" y="3669"/>
                    <a:pt x="17597" y="3674"/>
                    <a:pt x="18094" y="3674"/>
                  </a:cubicBezTo>
                  <a:cubicBezTo>
                    <a:pt x="18591" y="3674"/>
                    <a:pt x="19102" y="3669"/>
                    <a:pt x="19627" y="3660"/>
                  </a:cubicBezTo>
                  <a:cubicBezTo>
                    <a:pt x="20152" y="3651"/>
                    <a:pt x="20663" y="3637"/>
                    <a:pt x="21160" y="3619"/>
                  </a:cubicBezTo>
                  <a:cubicBezTo>
                    <a:pt x="21602" y="3508"/>
                    <a:pt x="21934" y="3338"/>
                    <a:pt x="22155" y="3108"/>
                  </a:cubicBezTo>
                  <a:cubicBezTo>
                    <a:pt x="22376" y="2878"/>
                    <a:pt x="22486" y="2615"/>
                    <a:pt x="22486" y="2320"/>
                  </a:cubicBezTo>
                  <a:cubicBezTo>
                    <a:pt x="22486" y="2044"/>
                    <a:pt x="22390" y="1791"/>
                    <a:pt x="22196" y="1561"/>
                  </a:cubicBezTo>
                  <a:cubicBezTo>
                    <a:pt x="22003" y="1331"/>
                    <a:pt x="21685" y="1160"/>
                    <a:pt x="21243" y="1050"/>
                  </a:cubicBezTo>
                  <a:lnTo>
                    <a:pt x="20732" y="1050"/>
                  </a:lnTo>
                  <a:cubicBezTo>
                    <a:pt x="20483" y="1050"/>
                    <a:pt x="20184" y="1054"/>
                    <a:pt x="19834" y="1064"/>
                  </a:cubicBezTo>
                  <a:cubicBezTo>
                    <a:pt x="19484" y="1073"/>
                    <a:pt x="19107" y="1082"/>
                    <a:pt x="18702" y="1091"/>
                  </a:cubicBezTo>
                  <a:cubicBezTo>
                    <a:pt x="18297" y="1100"/>
                    <a:pt x="17901" y="1105"/>
                    <a:pt x="17514" y="1105"/>
                  </a:cubicBezTo>
                  <a:cubicBezTo>
                    <a:pt x="17090" y="1105"/>
                    <a:pt x="16671" y="1110"/>
                    <a:pt x="16257" y="1119"/>
                  </a:cubicBezTo>
                  <a:cubicBezTo>
                    <a:pt x="15843" y="1128"/>
                    <a:pt x="15465" y="1137"/>
                    <a:pt x="15124" y="1146"/>
                  </a:cubicBezTo>
                  <a:cubicBezTo>
                    <a:pt x="14784" y="1156"/>
                    <a:pt x="14489" y="1160"/>
                    <a:pt x="14240" y="1160"/>
                  </a:cubicBezTo>
                  <a:lnTo>
                    <a:pt x="13702" y="1160"/>
                  </a:lnTo>
                  <a:cubicBezTo>
                    <a:pt x="13204" y="1160"/>
                    <a:pt x="12827" y="1303"/>
                    <a:pt x="12569" y="1588"/>
                  </a:cubicBezTo>
                  <a:cubicBezTo>
                    <a:pt x="12311" y="1874"/>
                    <a:pt x="12182" y="2173"/>
                    <a:pt x="12182" y="2486"/>
                  </a:cubicBezTo>
                  <a:cubicBezTo>
                    <a:pt x="12182" y="2799"/>
                    <a:pt x="12320" y="3094"/>
                    <a:pt x="12597" y="3370"/>
                  </a:cubicBezTo>
                  <a:lnTo>
                    <a:pt x="12680" y="6160"/>
                  </a:lnTo>
                  <a:cubicBezTo>
                    <a:pt x="12698" y="6639"/>
                    <a:pt x="12707" y="7109"/>
                    <a:pt x="12707" y="7569"/>
                  </a:cubicBezTo>
                  <a:cubicBezTo>
                    <a:pt x="12707" y="8029"/>
                    <a:pt x="12726" y="8499"/>
                    <a:pt x="12762" y="8978"/>
                  </a:cubicBezTo>
                  <a:cubicBezTo>
                    <a:pt x="12818" y="9457"/>
                    <a:pt x="12979" y="9802"/>
                    <a:pt x="13246" y="10014"/>
                  </a:cubicBezTo>
                  <a:cubicBezTo>
                    <a:pt x="13513" y="10226"/>
                    <a:pt x="13821" y="10331"/>
                    <a:pt x="14171" y="10331"/>
                  </a:cubicBezTo>
                  <a:cubicBezTo>
                    <a:pt x="14448" y="10331"/>
                    <a:pt x="14641" y="10290"/>
                    <a:pt x="14751" y="10207"/>
                  </a:cubicBezTo>
                  <a:cubicBezTo>
                    <a:pt x="14862" y="10124"/>
                    <a:pt x="14972" y="10028"/>
                    <a:pt x="15083" y="9917"/>
                  </a:cubicBezTo>
                  <a:cubicBezTo>
                    <a:pt x="15157" y="9843"/>
                    <a:pt x="15226" y="9779"/>
                    <a:pt x="15290" y="9724"/>
                  </a:cubicBezTo>
                  <a:cubicBezTo>
                    <a:pt x="15355" y="9669"/>
                    <a:pt x="15405" y="9632"/>
                    <a:pt x="15442" y="9613"/>
                  </a:cubicBezTo>
                  <a:cubicBezTo>
                    <a:pt x="16050" y="9429"/>
                    <a:pt x="16630" y="9337"/>
                    <a:pt x="17182" y="9337"/>
                  </a:cubicBezTo>
                  <a:cubicBezTo>
                    <a:pt x="17514" y="9337"/>
                    <a:pt x="17873" y="9383"/>
                    <a:pt x="18260" y="9475"/>
                  </a:cubicBezTo>
                  <a:cubicBezTo>
                    <a:pt x="18646" y="9567"/>
                    <a:pt x="19006" y="9719"/>
                    <a:pt x="19337" y="9931"/>
                  </a:cubicBezTo>
                  <a:cubicBezTo>
                    <a:pt x="19669" y="10143"/>
                    <a:pt x="19945" y="10419"/>
                    <a:pt x="20166" y="10760"/>
                  </a:cubicBezTo>
                  <a:cubicBezTo>
                    <a:pt x="20387" y="11100"/>
                    <a:pt x="20497" y="11519"/>
                    <a:pt x="20497" y="12017"/>
                  </a:cubicBezTo>
                  <a:cubicBezTo>
                    <a:pt x="20497" y="12514"/>
                    <a:pt x="20410" y="12960"/>
                    <a:pt x="20235" y="13356"/>
                  </a:cubicBezTo>
                  <a:cubicBezTo>
                    <a:pt x="20060" y="13752"/>
                    <a:pt x="19820" y="14093"/>
                    <a:pt x="19517" y="14378"/>
                  </a:cubicBezTo>
                  <a:cubicBezTo>
                    <a:pt x="19213" y="14664"/>
                    <a:pt x="18863" y="14885"/>
                    <a:pt x="18467" y="15041"/>
                  </a:cubicBezTo>
                  <a:cubicBezTo>
                    <a:pt x="18071" y="15198"/>
                    <a:pt x="17661" y="15276"/>
                    <a:pt x="17238" y="15276"/>
                  </a:cubicBezTo>
                  <a:cubicBezTo>
                    <a:pt x="16243" y="15276"/>
                    <a:pt x="15258" y="14945"/>
                    <a:pt x="14282" y="14282"/>
                  </a:cubicBezTo>
                  <a:cubicBezTo>
                    <a:pt x="14116" y="14227"/>
                    <a:pt x="13904" y="14199"/>
                    <a:pt x="13646" y="14199"/>
                  </a:cubicBezTo>
                  <a:cubicBezTo>
                    <a:pt x="13241" y="14199"/>
                    <a:pt x="12914" y="14314"/>
                    <a:pt x="12666" y="14544"/>
                  </a:cubicBezTo>
                  <a:cubicBezTo>
                    <a:pt x="12417" y="14774"/>
                    <a:pt x="12293" y="15055"/>
                    <a:pt x="12293" y="15387"/>
                  </a:cubicBezTo>
                  <a:cubicBezTo>
                    <a:pt x="12293" y="15773"/>
                    <a:pt x="12468" y="16142"/>
                    <a:pt x="12818" y="16492"/>
                  </a:cubicBezTo>
                  <a:close/>
                  <a:moveTo>
                    <a:pt x="42044" y="16685"/>
                  </a:moveTo>
                  <a:cubicBezTo>
                    <a:pt x="42099" y="17109"/>
                    <a:pt x="42256" y="17422"/>
                    <a:pt x="42514" y="17624"/>
                  </a:cubicBezTo>
                  <a:cubicBezTo>
                    <a:pt x="42772" y="17827"/>
                    <a:pt x="43066" y="17928"/>
                    <a:pt x="43398" y="17928"/>
                  </a:cubicBezTo>
                  <a:cubicBezTo>
                    <a:pt x="43729" y="17928"/>
                    <a:pt x="44033" y="17818"/>
                    <a:pt x="44309" y="17597"/>
                  </a:cubicBezTo>
                  <a:cubicBezTo>
                    <a:pt x="44586" y="17376"/>
                    <a:pt x="44733" y="17035"/>
                    <a:pt x="44751" y="16575"/>
                  </a:cubicBezTo>
                  <a:lnTo>
                    <a:pt x="44724" y="9282"/>
                  </a:lnTo>
                  <a:cubicBezTo>
                    <a:pt x="44982" y="8674"/>
                    <a:pt x="45276" y="8260"/>
                    <a:pt x="45608" y="8039"/>
                  </a:cubicBezTo>
                  <a:cubicBezTo>
                    <a:pt x="45939" y="7818"/>
                    <a:pt x="46317" y="7707"/>
                    <a:pt x="46740" y="7707"/>
                  </a:cubicBezTo>
                  <a:cubicBezTo>
                    <a:pt x="47090" y="7707"/>
                    <a:pt x="47449" y="7822"/>
                    <a:pt x="47818" y="8052"/>
                  </a:cubicBezTo>
                  <a:cubicBezTo>
                    <a:pt x="48186" y="8283"/>
                    <a:pt x="48471" y="8683"/>
                    <a:pt x="48674" y="9254"/>
                  </a:cubicBezTo>
                  <a:lnTo>
                    <a:pt x="48674" y="16713"/>
                  </a:lnTo>
                  <a:cubicBezTo>
                    <a:pt x="48729" y="17136"/>
                    <a:pt x="48886" y="17449"/>
                    <a:pt x="49144" y="17652"/>
                  </a:cubicBezTo>
                  <a:cubicBezTo>
                    <a:pt x="49401" y="17855"/>
                    <a:pt x="49696" y="17956"/>
                    <a:pt x="50028" y="17956"/>
                  </a:cubicBezTo>
                  <a:cubicBezTo>
                    <a:pt x="50341" y="17956"/>
                    <a:pt x="50640" y="17845"/>
                    <a:pt x="50925" y="17624"/>
                  </a:cubicBezTo>
                  <a:cubicBezTo>
                    <a:pt x="51211" y="17403"/>
                    <a:pt x="51363" y="17063"/>
                    <a:pt x="51381" y="16602"/>
                  </a:cubicBezTo>
                  <a:lnTo>
                    <a:pt x="51381" y="8978"/>
                  </a:lnTo>
                  <a:cubicBezTo>
                    <a:pt x="51381" y="8462"/>
                    <a:pt x="51243" y="7979"/>
                    <a:pt x="50967" y="7528"/>
                  </a:cubicBezTo>
                  <a:cubicBezTo>
                    <a:pt x="50691" y="7076"/>
                    <a:pt x="50322" y="6680"/>
                    <a:pt x="49862" y="6340"/>
                  </a:cubicBezTo>
                  <a:cubicBezTo>
                    <a:pt x="49401" y="5999"/>
                    <a:pt x="48886" y="5727"/>
                    <a:pt x="48315" y="5525"/>
                  </a:cubicBezTo>
                  <a:cubicBezTo>
                    <a:pt x="47744" y="5322"/>
                    <a:pt x="47164" y="5221"/>
                    <a:pt x="46575" y="5221"/>
                  </a:cubicBezTo>
                  <a:cubicBezTo>
                    <a:pt x="46298" y="5221"/>
                    <a:pt x="46027" y="5272"/>
                    <a:pt x="45760" y="5373"/>
                  </a:cubicBezTo>
                  <a:cubicBezTo>
                    <a:pt x="45493" y="5474"/>
                    <a:pt x="45235" y="5603"/>
                    <a:pt x="44986" y="5760"/>
                  </a:cubicBezTo>
                  <a:cubicBezTo>
                    <a:pt x="44738" y="5916"/>
                    <a:pt x="44498" y="6091"/>
                    <a:pt x="44268" y="6285"/>
                  </a:cubicBezTo>
                  <a:cubicBezTo>
                    <a:pt x="44038" y="6478"/>
                    <a:pt x="43831" y="6667"/>
                    <a:pt x="43646" y="6851"/>
                  </a:cubicBezTo>
                  <a:cubicBezTo>
                    <a:pt x="43204" y="6372"/>
                    <a:pt x="42647" y="5985"/>
                    <a:pt x="41975" y="5691"/>
                  </a:cubicBezTo>
                  <a:cubicBezTo>
                    <a:pt x="41303" y="5396"/>
                    <a:pt x="40635" y="5249"/>
                    <a:pt x="39972" y="5249"/>
                  </a:cubicBezTo>
                  <a:cubicBezTo>
                    <a:pt x="39549" y="5249"/>
                    <a:pt x="39148" y="5313"/>
                    <a:pt x="38771" y="5442"/>
                  </a:cubicBezTo>
                  <a:cubicBezTo>
                    <a:pt x="38393" y="5571"/>
                    <a:pt x="38066" y="5718"/>
                    <a:pt x="37790" y="5884"/>
                  </a:cubicBezTo>
                  <a:cubicBezTo>
                    <a:pt x="37661" y="5608"/>
                    <a:pt x="37486" y="5410"/>
                    <a:pt x="37265" y="5290"/>
                  </a:cubicBezTo>
                  <a:cubicBezTo>
                    <a:pt x="37044" y="5170"/>
                    <a:pt x="36805" y="5110"/>
                    <a:pt x="36547" y="5110"/>
                  </a:cubicBezTo>
                  <a:cubicBezTo>
                    <a:pt x="35866" y="5110"/>
                    <a:pt x="35414" y="5488"/>
                    <a:pt x="35193" y="6243"/>
                  </a:cubicBezTo>
                  <a:lnTo>
                    <a:pt x="35193" y="16823"/>
                  </a:lnTo>
                  <a:cubicBezTo>
                    <a:pt x="35249" y="17247"/>
                    <a:pt x="35410" y="17560"/>
                    <a:pt x="35677" y="17762"/>
                  </a:cubicBezTo>
                  <a:cubicBezTo>
                    <a:pt x="35944" y="17965"/>
                    <a:pt x="36234" y="18066"/>
                    <a:pt x="36547" y="18066"/>
                  </a:cubicBezTo>
                  <a:cubicBezTo>
                    <a:pt x="36878" y="18066"/>
                    <a:pt x="37187" y="17956"/>
                    <a:pt x="37472" y="17735"/>
                  </a:cubicBezTo>
                  <a:cubicBezTo>
                    <a:pt x="37758" y="17514"/>
                    <a:pt x="37910" y="17173"/>
                    <a:pt x="37928" y="16713"/>
                  </a:cubicBezTo>
                  <a:lnTo>
                    <a:pt x="37928" y="9227"/>
                  </a:lnTo>
                  <a:cubicBezTo>
                    <a:pt x="38149" y="8950"/>
                    <a:pt x="38338" y="8720"/>
                    <a:pt x="38494" y="8536"/>
                  </a:cubicBezTo>
                  <a:cubicBezTo>
                    <a:pt x="38651" y="8352"/>
                    <a:pt x="38794" y="8204"/>
                    <a:pt x="38923" y="8094"/>
                  </a:cubicBezTo>
                  <a:cubicBezTo>
                    <a:pt x="39052" y="7983"/>
                    <a:pt x="39180" y="7901"/>
                    <a:pt x="39309" y="7845"/>
                  </a:cubicBezTo>
                  <a:cubicBezTo>
                    <a:pt x="39438" y="7790"/>
                    <a:pt x="39595" y="7753"/>
                    <a:pt x="39779" y="7735"/>
                  </a:cubicBezTo>
                  <a:cubicBezTo>
                    <a:pt x="40276" y="7680"/>
                    <a:pt x="40727" y="7795"/>
                    <a:pt x="41133" y="8080"/>
                  </a:cubicBezTo>
                  <a:cubicBezTo>
                    <a:pt x="41538" y="8366"/>
                    <a:pt x="41842" y="8757"/>
                    <a:pt x="42044" y="9254"/>
                  </a:cubicBezTo>
                  <a:close/>
                  <a:moveTo>
                    <a:pt x="59613" y="5580"/>
                  </a:moveTo>
                  <a:cubicBezTo>
                    <a:pt x="58729" y="5580"/>
                    <a:pt x="57896" y="5792"/>
                    <a:pt x="57113" y="6215"/>
                  </a:cubicBezTo>
                  <a:cubicBezTo>
                    <a:pt x="56331" y="6639"/>
                    <a:pt x="55649" y="7196"/>
                    <a:pt x="55069" y="7887"/>
                  </a:cubicBezTo>
                  <a:cubicBezTo>
                    <a:pt x="54489" y="8577"/>
                    <a:pt x="54029" y="9360"/>
                    <a:pt x="53688" y="10235"/>
                  </a:cubicBezTo>
                  <a:cubicBezTo>
                    <a:pt x="53347" y="11110"/>
                    <a:pt x="53177" y="12007"/>
                    <a:pt x="53177" y="12928"/>
                  </a:cubicBezTo>
                  <a:cubicBezTo>
                    <a:pt x="53177" y="13591"/>
                    <a:pt x="53292" y="14250"/>
                    <a:pt x="53522" y="14903"/>
                  </a:cubicBezTo>
                  <a:cubicBezTo>
                    <a:pt x="53752" y="15557"/>
                    <a:pt x="54079" y="16146"/>
                    <a:pt x="54503" y="16671"/>
                  </a:cubicBezTo>
                  <a:cubicBezTo>
                    <a:pt x="54926" y="17196"/>
                    <a:pt x="55447" y="17624"/>
                    <a:pt x="56064" y="17956"/>
                  </a:cubicBezTo>
                  <a:cubicBezTo>
                    <a:pt x="56680" y="18287"/>
                    <a:pt x="57366" y="18453"/>
                    <a:pt x="58122" y="18453"/>
                  </a:cubicBezTo>
                  <a:cubicBezTo>
                    <a:pt x="58840" y="18453"/>
                    <a:pt x="59526" y="18315"/>
                    <a:pt x="60180" y="18039"/>
                  </a:cubicBezTo>
                  <a:cubicBezTo>
                    <a:pt x="60833" y="17762"/>
                    <a:pt x="61427" y="17380"/>
                    <a:pt x="61961" y="16892"/>
                  </a:cubicBezTo>
                  <a:cubicBezTo>
                    <a:pt x="62495" y="16404"/>
                    <a:pt x="62960" y="15829"/>
                    <a:pt x="63356" y="15166"/>
                  </a:cubicBezTo>
                  <a:cubicBezTo>
                    <a:pt x="63752" y="14503"/>
                    <a:pt x="64052" y="13794"/>
                    <a:pt x="64254" y="13039"/>
                  </a:cubicBezTo>
                  <a:cubicBezTo>
                    <a:pt x="64309" y="12762"/>
                    <a:pt x="64355" y="12491"/>
                    <a:pt x="64392" y="12224"/>
                  </a:cubicBezTo>
                  <a:cubicBezTo>
                    <a:pt x="64429" y="11957"/>
                    <a:pt x="64448" y="11667"/>
                    <a:pt x="64448" y="11354"/>
                  </a:cubicBezTo>
                  <a:cubicBezTo>
                    <a:pt x="64448" y="10635"/>
                    <a:pt x="64342" y="9931"/>
                    <a:pt x="64130" y="9240"/>
                  </a:cubicBezTo>
                  <a:cubicBezTo>
                    <a:pt x="63918" y="8550"/>
                    <a:pt x="63605" y="7933"/>
                    <a:pt x="63191" y="7390"/>
                  </a:cubicBezTo>
                  <a:cubicBezTo>
                    <a:pt x="62776" y="6846"/>
                    <a:pt x="62270" y="6409"/>
                    <a:pt x="61671" y="6077"/>
                  </a:cubicBezTo>
                  <a:cubicBezTo>
                    <a:pt x="61073" y="5746"/>
                    <a:pt x="60387" y="5580"/>
                    <a:pt x="59613" y="5580"/>
                  </a:cubicBezTo>
                  <a:close/>
                  <a:moveTo>
                    <a:pt x="56050" y="11519"/>
                  </a:moveTo>
                  <a:cubicBezTo>
                    <a:pt x="56142" y="11151"/>
                    <a:pt x="56289" y="10760"/>
                    <a:pt x="56492" y="10345"/>
                  </a:cubicBezTo>
                  <a:cubicBezTo>
                    <a:pt x="56694" y="9931"/>
                    <a:pt x="56948" y="9553"/>
                    <a:pt x="57251" y="9213"/>
                  </a:cubicBezTo>
                  <a:cubicBezTo>
                    <a:pt x="57555" y="8872"/>
                    <a:pt x="57901" y="8587"/>
                    <a:pt x="58287" y="8356"/>
                  </a:cubicBezTo>
                  <a:cubicBezTo>
                    <a:pt x="58674" y="8126"/>
                    <a:pt x="59088" y="8011"/>
                    <a:pt x="59530" y="8011"/>
                  </a:cubicBezTo>
                  <a:cubicBezTo>
                    <a:pt x="59880" y="8011"/>
                    <a:pt x="60193" y="8108"/>
                    <a:pt x="60470" y="8301"/>
                  </a:cubicBezTo>
                  <a:cubicBezTo>
                    <a:pt x="60746" y="8494"/>
                    <a:pt x="60981" y="8748"/>
                    <a:pt x="61174" y="9061"/>
                  </a:cubicBezTo>
                  <a:cubicBezTo>
                    <a:pt x="61367" y="9374"/>
                    <a:pt x="61510" y="9728"/>
                    <a:pt x="61602" y="10124"/>
                  </a:cubicBezTo>
                  <a:cubicBezTo>
                    <a:pt x="61694" y="10520"/>
                    <a:pt x="61740" y="10921"/>
                    <a:pt x="61740" y="11326"/>
                  </a:cubicBezTo>
                  <a:cubicBezTo>
                    <a:pt x="61740" y="11768"/>
                    <a:pt x="61657" y="12261"/>
                    <a:pt x="61492" y="12804"/>
                  </a:cubicBezTo>
                  <a:cubicBezTo>
                    <a:pt x="61326" y="13347"/>
                    <a:pt x="61091" y="13854"/>
                    <a:pt x="60787" y="14323"/>
                  </a:cubicBezTo>
                  <a:cubicBezTo>
                    <a:pt x="60483" y="14793"/>
                    <a:pt x="60115" y="15189"/>
                    <a:pt x="59682" y="15511"/>
                  </a:cubicBezTo>
                  <a:cubicBezTo>
                    <a:pt x="59250" y="15833"/>
                    <a:pt x="58757" y="15994"/>
                    <a:pt x="58204" y="15994"/>
                  </a:cubicBezTo>
                  <a:cubicBezTo>
                    <a:pt x="57634" y="15994"/>
                    <a:pt x="57178" y="15838"/>
                    <a:pt x="56837" y="15525"/>
                  </a:cubicBezTo>
                  <a:cubicBezTo>
                    <a:pt x="56496" y="15212"/>
                    <a:pt x="56252" y="14830"/>
                    <a:pt x="56105" y="14378"/>
                  </a:cubicBezTo>
                  <a:cubicBezTo>
                    <a:pt x="55958" y="13927"/>
                    <a:pt x="55884" y="13444"/>
                    <a:pt x="55884" y="12928"/>
                  </a:cubicBezTo>
                  <a:cubicBezTo>
                    <a:pt x="55884" y="12413"/>
                    <a:pt x="55939" y="11943"/>
                    <a:pt x="56050" y="11519"/>
                  </a:cubicBezTo>
                  <a:close/>
                  <a:moveTo>
                    <a:pt x="76077" y="15525"/>
                  </a:moveTo>
                  <a:lnTo>
                    <a:pt x="76050" y="15497"/>
                  </a:lnTo>
                  <a:lnTo>
                    <a:pt x="75884" y="15276"/>
                  </a:lnTo>
                  <a:lnTo>
                    <a:pt x="75884" y="1077"/>
                  </a:lnTo>
                  <a:cubicBezTo>
                    <a:pt x="75755" y="709"/>
                    <a:pt x="75566" y="437"/>
                    <a:pt x="75318" y="262"/>
                  </a:cubicBezTo>
                  <a:cubicBezTo>
                    <a:pt x="75069" y="87"/>
                    <a:pt x="74797" y="0"/>
                    <a:pt x="74503" y="0"/>
                  </a:cubicBezTo>
                  <a:cubicBezTo>
                    <a:pt x="74190" y="0"/>
                    <a:pt x="73909" y="97"/>
                    <a:pt x="73660" y="290"/>
                  </a:cubicBezTo>
                  <a:cubicBezTo>
                    <a:pt x="73412" y="483"/>
                    <a:pt x="73241" y="773"/>
                    <a:pt x="73149" y="1160"/>
                  </a:cubicBezTo>
                  <a:cubicBezTo>
                    <a:pt x="73149" y="1344"/>
                    <a:pt x="73154" y="1634"/>
                    <a:pt x="73163" y="2030"/>
                  </a:cubicBezTo>
                  <a:cubicBezTo>
                    <a:pt x="73172" y="2426"/>
                    <a:pt x="73177" y="2910"/>
                    <a:pt x="73177" y="3481"/>
                  </a:cubicBezTo>
                  <a:cubicBezTo>
                    <a:pt x="73177" y="3867"/>
                    <a:pt x="73181" y="4268"/>
                    <a:pt x="73191" y="4682"/>
                  </a:cubicBezTo>
                  <a:cubicBezTo>
                    <a:pt x="73200" y="5097"/>
                    <a:pt x="73204" y="5562"/>
                    <a:pt x="73204" y="6077"/>
                  </a:cubicBezTo>
                  <a:cubicBezTo>
                    <a:pt x="72836" y="5985"/>
                    <a:pt x="72459" y="5935"/>
                    <a:pt x="72072" y="5925"/>
                  </a:cubicBezTo>
                  <a:cubicBezTo>
                    <a:pt x="71685" y="5916"/>
                    <a:pt x="71289" y="5912"/>
                    <a:pt x="70884" y="5912"/>
                  </a:cubicBezTo>
                  <a:cubicBezTo>
                    <a:pt x="70387" y="5930"/>
                    <a:pt x="69871" y="6022"/>
                    <a:pt x="69337" y="6188"/>
                  </a:cubicBezTo>
                  <a:cubicBezTo>
                    <a:pt x="68803" y="6354"/>
                    <a:pt x="68324" y="6547"/>
                    <a:pt x="67901" y="6768"/>
                  </a:cubicBezTo>
                  <a:cubicBezTo>
                    <a:pt x="67422" y="7026"/>
                    <a:pt x="66971" y="7348"/>
                    <a:pt x="66547" y="7735"/>
                  </a:cubicBezTo>
                  <a:cubicBezTo>
                    <a:pt x="66123" y="8122"/>
                    <a:pt x="65792" y="8545"/>
                    <a:pt x="65552" y="9006"/>
                  </a:cubicBezTo>
                  <a:cubicBezTo>
                    <a:pt x="65258" y="9576"/>
                    <a:pt x="65046" y="10180"/>
                    <a:pt x="64917" y="10815"/>
                  </a:cubicBezTo>
                  <a:cubicBezTo>
                    <a:pt x="64788" y="11450"/>
                    <a:pt x="64724" y="12090"/>
                    <a:pt x="64724" y="12735"/>
                  </a:cubicBezTo>
                  <a:cubicBezTo>
                    <a:pt x="64724" y="13324"/>
                    <a:pt x="64807" y="13913"/>
                    <a:pt x="64972" y="14503"/>
                  </a:cubicBezTo>
                  <a:cubicBezTo>
                    <a:pt x="65138" y="15092"/>
                    <a:pt x="65396" y="15645"/>
                    <a:pt x="65746" y="16160"/>
                  </a:cubicBezTo>
                  <a:cubicBezTo>
                    <a:pt x="66225" y="16805"/>
                    <a:pt x="66823" y="17284"/>
                    <a:pt x="67541" y="17597"/>
                  </a:cubicBezTo>
                  <a:cubicBezTo>
                    <a:pt x="68260" y="17910"/>
                    <a:pt x="69006" y="18066"/>
                    <a:pt x="69779" y="18066"/>
                  </a:cubicBezTo>
                  <a:cubicBezTo>
                    <a:pt x="70516" y="18066"/>
                    <a:pt x="71220" y="17960"/>
                    <a:pt x="71892" y="17749"/>
                  </a:cubicBezTo>
                  <a:cubicBezTo>
                    <a:pt x="72564" y="17537"/>
                    <a:pt x="73168" y="17210"/>
                    <a:pt x="73702" y="16768"/>
                  </a:cubicBezTo>
                  <a:lnTo>
                    <a:pt x="74033" y="17099"/>
                  </a:lnTo>
                  <a:cubicBezTo>
                    <a:pt x="74365" y="17431"/>
                    <a:pt x="74742" y="17597"/>
                    <a:pt x="75166" y="17597"/>
                  </a:cubicBezTo>
                  <a:cubicBezTo>
                    <a:pt x="75534" y="17597"/>
                    <a:pt x="75833" y="17482"/>
                    <a:pt x="76064" y="17251"/>
                  </a:cubicBezTo>
                  <a:cubicBezTo>
                    <a:pt x="76294" y="17021"/>
                    <a:pt x="76409" y="16750"/>
                    <a:pt x="76409" y="16436"/>
                  </a:cubicBezTo>
                  <a:cubicBezTo>
                    <a:pt x="76409" y="16308"/>
                    <a:pt x="76386" y="16169"/>
                    <a:pt x="76340" y="16022"/>
                  </a:cubicBezTo>
                  <a:cubicBezTo>
                    <a:pt x="76294" y="15875"/>
                    <a:pt x="76206" y="15709"/>
                    <a:pt x="76077" y="15525"/>
                  </a:cubicBezTo>
                  <a:close/>
                  <a:moveTo>
                    <a:pt x="73232" y="13923"/>
                  </a:moveTo>
                  <a:lnTo>
                    <a:pt x="72514" y="14475"/>
                  </a:lnTo>
                  <a:cubicBezTo>
                    <a:pt x="71796" y="15028"/>
                    <a:pt x="71082" y="15331"/>
                    <a:pt x="70373" y="15387"/>
                  </a:cubicBezTo>
                  <a:cubicBezTo>
                    <a:pt x="69664" y="15442"/>
                    <a:pt x="69052" y="15304"/>
                    <a:pt x="68536" y="14972"/>
                  </a:cubicBezTo>
                  <a:cubicBezTo>
                    <a:pt x="68020" y="14641"/>
                    <a:pt x="67661" y="14134"/>
                    <a:pt x="67459" y="13453"/>
                  </a:cubicBezTo>
                  <a:cubicBezTo>
                    <a:pt x="67256" y="12772"/>
                    <a:pt x="67302" y="11961"/>
                    <a:pt x="67597" y="11022"/>
                  </a:cubicBezTo>
                  <a:cubicBezTo>
                    <a:pt x="67726" y="10562"/>
                    <a:pt x="67919" y="10161"/>
                    <a:pt x="68177" y="9820"/>
                  </a:cubicBezTo>
                  <a:cubicBezTo>
                    <a:pt x="68435" y="9480"/>
                    <a:pt x="68738" y="9199"/>
                    <a:pt x="69088" y="8978"/>
                  </a:cubicBezTo>
                  <a:cubicBezTo>
                    <a:pt x="69438" y="8757"/>
                    <a:pt x="69816" y="8596"/>
                    <a:pt x="70221" y="8494"/>
                  </a:cubicBezTo>
                  <a:cubicBezTo>
                    <a:pt x="70626" y="8393"/>
                    <a:pt x="71041" y="8343"/>
                    <a:pt x="71464" y="8343"/>
                  </a:cubicBezTo>
                  <a:cubicBezTo>
                    <a:pt x="71685" y="8343"/>
                    <a:pt x="71915" y="8361"/>
                    <a:pt x="72155" y="8398"/>
                  </a:cubicBezTo>
                  <a:cubicBezTo>
                    <a:pt x="72394" y="8435"/>
                    <a:pt x="72634" y="8481"/>
                    <a:pt x="72873" y="8536"/>
                  </a:cubicBezTo>
                  <a:lnTo>
                    <a:pt x="73204" y="8812"/>
                  </a:lnTo>
                  <a:cubicBezTo>
                    <a:pt x="73204" y="9162"/>
                    <a:pt x="73209" y="9567"/>
                    <a:pt x="73218" y="10028"/>
                  </a:cubicBezTo>
                  <a:cubicBezTo>
                    <a:pt x="73227" y="10488"/>
                    <a:pt x="73232" y="10953"/>
                    <a:pt x="73232" y="11423"/>
                  </a:cubicBezTo>
                  <a:close/>
                  <a:moveTo>
                    <a:pt x="88204" y="14227"/>
                  </a:moveTo>
                  <a:cubicBezTo>
                    <a:pt x="87670" y="14558"/>
                    <a:pt x="87086" y="14876"/>
                    <a:pt x="86450" y="15180"/>
                  </a:cubicBezTo>
                  <a:cubicBezTo>
                    <a:pt x="85815" y="15483"/>
                    <a:pt x="85203" y="15654"/>
                    <a:pt x="84613" y="15691"/>
                  </a:cubicBezTo>
                  <a:cubicBezTo>
                    <a:pt x="83913" y="15746"/>
                    <a:pt x="83324" y="15617"/>
                    <a:pt x="82845" y="15304"/>
                  </a:cubicBezTo>
                  <a:cubicBezTo>
                    <a:pt x="82366" y="14991"/>
                    <a:pt x="81998" y="14567"/>
                    <a:pt x="81740" y="14033"/>
                  </a:cubicBezTo>
                  <a:cubicBezTo>
                    <a:pt x="81777" y="14033"/>
                    <a:pt x="81874" y="14015"/>
                    <a:pt x="82030" y="13978"/>
                  </a:cubicBezTo>
                  <a:cubicBezTo>
                    <a:pt x="82187" y="13941"/>
                    <a:pt x="82551" y="13849"/>
                    <a:pt x="83122" y="13702"/>
                  </a:cubicBezTo>
                  <a:cubicBezTo>
                    <a:pt x="83656" y="13573"/>
                    <a:pt x="84227" y="13425"/>
                    <a:pt x="84834" y="13260"/>
                  </a:cubicBezTo>
                  <a:cubicBezTo>
                    <a:pt x="85442" y="13094"/>
                    <a:pt x="86031" y="12891"/>
                    <a:pt x="86602" y="12652"/>
                  </a:cubicBezTo>
                  <a:cubicBezTo>
                    <a:pt x="87173" y="12413"/>
                    <a:pt x="87698" y="12132"/>
                    <a:pt x="88177" y="11809"/>
                  </a:cubicBezTo>
                  <a:cubicBezTo>
                    <a:pt x="88656" y="11487"/>
                    <a:pt x="89033" y="11105"/>
                    <a:pt x="89309" y="10663"/>
                  </a:cubicBezTo>
                  <a:cubicBezTo>
                    <a:pt x="89457" y="10442"/>
                    <a:pt x="89558" y="10212"/>
                    <a:pt x="89613" y="9972"/>
                  </a:cubicBezTo>
                  <a:cubicBezTo>
                    <a:pt x="89669" y="9733"/>
                    <a:pt x="89696" y="9484"/>
                    <a:pt x="89696" y="9227"/>
                  </a:cubicBezTo>
                  <a:cubicBezTo>
                    <a:pt x="89696" y="8840"/>
                    <a:pt x="89622" y="8453"/>
                    <a:pt x="89475" y="8066"/>
                  </a:cubicBezTo>
                  <a:cubicBezTo>
                    <a:pt x="89328" y="7680"/>
                    <a:pt x="89125" y="7325"/>
                    <a:pt x="88867" y="7003"/>
                  </a:cubicBezTo>
                  <a:cubicBezTo>
                    <a:pt x="88610" y="6680"/>
                    <a:pt x="88306" y="6404"/>
                    <a:pt x="87956" y="6174"/>
                  </a:cubicBezTo>
                  <a:cubicBezTo>
                    <a:pt x="87606" y="5944"/>
                    <a:pt x="87228" y="5783"/>
                    <a:pt x="86823" y="5691"/>
                  </a:cubicBezTo>
                  <a:cubicBezTo>
                    <a:pt x="86400" y="5599"/>
                    <a:pt x="85967" y="5552"/>
                    <a:pt x="85525" y="5552"/>
                  </a:cubicBezTo>
                  <a:cubicBezTo>
                    <a:pt x="84696" y="5552"/>
                    <a:pt x="83895" y="5691"/>
                    <a:pt x="83122" y="5967"/>
                  </a:cubicBezTo>
                  <a:cubicBezTo>
                    <a:pt x="82348" y="6243"/>
                    <a:pt x="81630" y="6611"/>
                    <a:pt x="80967" y="7072"/>
                  </a:cubicBezTo>
                  <a:cubicBezTo>
                    <a:pt x="80138" y="7624"/>
                    <a:pt x="79535" y="8343"/>
                    <a:pt x="79157" y="9227"/>
                  </a:cubicBezTo>
                  <a:cubicBezTo>
                    <a:pt x="78780" y="10110"/>
                    <a:pt x="78591" y="11031"/>
                    <a:pt x="78591" y="11989"/>
                  </a:cubicBezTo>
                  <a:cubicBezTo>
                    <a:pt x="78591" y="12965"/>
                    <a:pt x="78808" y="13918"/>
                    <a:pt x="79240" y="14848"/>
                  </a:cubicBezTo>
                  <a:cubicBezTo>
                    <a:pt x="79673" y="15778"/>
                    <a:pt x="80276" y="16529"/>
                    <a:pt x="81050" y="17099"/>
                  </a:cubicBezTo>
                  <a:cubicBezTo>
                    <a:pt x="81529" y="17431"/>
                    <a:pt x="82044" y="17675"/>
                    <a:pt x="82597" y="17831"/>
                  </a:cubicBezTo>
                  <a:cubicBezTo>
                    <a:pt x="83149" y="17988"/>
                    <a:pt x="83692" y="18066"/>
                    <a:pt x="84227" y="18066"/>
                  </a:cubicBezTo>
                  <a:cubicBezTo>
                    <a:pt x="85129" y="18066"/>
                    <a:pt x="86027" y="17905"/>
                    <a:pt x="86920" y="17583"/>
                  </a:cubicBezTo>
                  <a:cubicBezTo>
                    <a:pt x="87813" y="17261"/>
                    <a:pt x="88646" y="16869"/>
                    <a:pt x="89420" y="16409"/>
                  </a:cubicBezTo>
                  <a:cubicBezTo>
                    <a:pt x="89696" y="16243"/>
                    <a:pt x="89899" y="16064"/>
                    <a:pt x="90028" y="15870"/>
                  </a:cubicBezTo>
                  <a:cubicBezTo>
                    <a:pt x="90157" y="15677"/>
                    <a:pt x="90221" y="15479"/>
                    <a:pt x="90221" y="15276"/>
                  </a:cubicBezTo>
                  <a:cubicBezTo>
                    <a:pt x="90221" y="15074"/>
                    <a:pt x="90170" y="14885"/>
                    <a:pt x="90069" y="14710"/>
                  </a:cubicBezTo>
                  <a:cubicBezTo>
                    <a:pt x="89968" y="14535"/>
                    <a:pt x="89830" y="14392"/>
                    <a:pt x="89655" y="14282"/>
                  </a:cubicBezTo>
                  <a:cubicBezTo>
                    <a:pt x="89480" y="14171"/>
                    <a:pt x="89268" y="14107"/>
                    <a:pt x="89019" y="14088"/>
                  </a:cubicBezTo>
                  <a:cubicBezTo>
                    <a:pt x="88771" y="14070"/>
                    <a:pt x="88499" y="14116"/>
                    <a:pt x="88204" y="14227"/>
                  </a:cubicBezTo>
                  <a:close/>
                  <a:moveTo>
                    <a:pt x="83122" y="8674"/>
                  </a:moveTo>
                  <a:cubicBezTo>
                    <a:pt x="83435" y="8527"/>
                    <a:pt x="83831" y="8375"/>
                    <a:pt x="84309" y="8218"/>
                  </a:cubicBezTo>
                  <a:cubicBezTo>
                    <a:pt x="84788" y="8062"/>
                    <a:pt x="85239" y="7983"/>
                    <a:pt x="85663" y="7983"/>
                  </a:cubicBezTo>
                  <a:cubicBezTo>
                    <a:pt x="86050" y="7983"/>
                    <a:pt x="86381" y="8085"/>
                    <a:pt x="86657" y="8287"/>
                  </a:cubicBezTo>
                  <a:cubicBezTo>
                    <a:pt x="86934" y="8490"/>
                    <a:pt x="87053" y="8858"/>
                    <a:pt x="87017" y="9392"/>
                  </a:cubicBezTo>
                  <a:cubicBezTo>
                    <a:pt x="86906" y="9613"/>
                    <a:pt x="86690" y="9816"/>
                    <a:pt x="86367" y="10000"/>
                  </a:cubicBezTo>
                  <a:cubicBezTo>
                    <a:pt x="86045" y="10184"/>
                    <a:pt x="85695" y="10345"/>
                    <a:pt x="85318" y="10483"/>
                  </a:cubicBezTo>
                  <a:cubicBezTo>
                    <a:pt x="84940" y="10622"/>
                    <a:pt x="84567" y="10741"/>
                    <a:pt x="84199" y="10843"/>
                  </a:cubicBezTo>
                  <a:cubicBezTo>
                    <a:pt x="83831" y="10944"/>
                    <a:pt x="83554" y="11022"/>
                    <a:pt x="83370" y="11077"/>
                  </a:cubicBezTo>
                  <a:cubicBezTo>
                    <a:pt x="82855" y="11225"/>
                    <a:pt x="82459" y="11340"/>
                    <a:pt x="82182" y="11423"/>
                  </a:cubicBezTo>
                  <a:cubicBezTo>
                    <a:pt x="81906" y="11506"/>
                    <a:pt x="81699" y="11565"/>
                    <a:pt x="81561" y="11602"/>
                  </a:cubicBezTo>
                  <a:cubicBezTo>
                    <a:pt x="81423" y="11639"/>
                    <a:pt x="81340" y="11662"/>
                    <a:pt x="81312" y="11671"/>
                  </a:cubicBezTo>
                  <a:lnTo>
                    <a:pt x="81271" y="11685"/>
                  </a:lnTo>
                  <a:cubicBezTo>
                    <a:pt x="81308" y="11041"/>
                    <a:pt x="81473" y="10456"/>
                    <a:pt x="81768" y="9931"/>
                  </a:cubicBezTo>
                  <a:cubicBezTo>
                    <a:pt x="82063" y="9406"/>
                    <a:pt x="82514" y="8987"/>
                    <a:pt x="83122" y="8674"/>
                  </a:cubicBezTo>
                  <a:close/>
                  <a:moveTo>
                    <a:pt x="95470" y="16133"/>
                  </a:moveTo>
                  <a:lnTo>
                    <a:pt x="95331" y="16064"/>
                  </a:lnTo>
                  <a:cubicBezTo>
                    <a:pt x="95276" y="16036"/>
                    <a:pt x="95230" y="16004"/>
                    <a:pt x="95193" y="15967"/>
                  </a:cubicBezTo>
                  <a:lnTo>
                    <a:pt x="95193" y="1326"/>
                  </a:lnTo>
                  <a:cubicBezTo>
                    <a:pt x="95064" y="976"/>
                    <a:pt x="94880" y="714"/>
                    <a:pt x="94641" y="539"/>
                  </a:cubicBezTo>
                  <a:cubicBezTo>
                    <a:pt x="94401" y="364"/>
                    <a:pt x="94125" y="276"/>
                    <a:pt x="93812" y="276"/>
                  </a:cubicBezTo>
                  <a:cubicBezTo>
                    <a:pt x="93499" y="276"/>
                    <a:pt x="93223" y="373"/>
                    <a:pt x="92983" y="566"/>
                  </a:cubicBezTo>
                  <a:cubicBezTo>
                    <a:pt x="92744" y="760"/>
                    <a:pt x="92578" y="1041"/>
                    <a:pt x="92486" y="1409"/>
                  </a:cubicBezTo>
                  <a:lnTo>
                    <a:pt x="92486" y="16547"/>
                  </a:lnTo>
                  <a:cubicBezTo>
                    <a:pt x="92523" y="16768"/>
                    <a:pt x="92569" y="16943"/>
                    <a:pt x="92624" y="17072"/>
                  </a:cubicBezTo>
                  <a:cubicBezTo>
                    <a:pt x="92680" y="17201"/>
                    <a:pt x="92790" y="17339"/>
                    <a:pt x="92956" y="17486"/>
                  </a:cubicBezTo>
                  <a:lnTo>
                    <a:pt x="94144" y="18260"/>
                  </a:lnTo>
                  <a:cubicBezTo>
                    <a:pt x="94420" y="18407"/>
                    <a:pt x="94682" y="18476"/>
                    <a:pt x="94931" y="18467"/>
                  </a:cubicBezTo>
                  <a:cubicBezTo>
                    <a:pt x="95180" y="18458"/>
                    <a:pt x="95396" y="18398"/>
                    <a:pt x="95580" y="18287"/>
                  </a:cubicBezTo>
                  <a:cubicBezTo>
                    <a:pt x="95764" y="18177"/>
                    <a:pt x="95912" y="18029"/>
                    <a:pt x="96022" y="17845"/>
                  </a:cubicBezTo>
                  <a:cubicBezTo>
                    <a:pt x="96133" y="17661"/>
                    <a:pt x="96188" y="17459"/>
                    <a:pt x="96188" y="17238"/>
                  </a:cubicBezTo>
                  <a:cubicBezTo>
                    <a:pt x="96188" y="16851"/>
                    <a:pt x="95948" y="16483"/>
                    <a:pt x="95470" y="16133"/>
                  </a:cubicBezTo>
                  <a:close/>
                  <a:moveTo>
                    <a:pt x="98867" y="15580"/>
                  </a:moveTo>
                  <a:lnTo>
                    <a:pt x="98895" y="15580"/>
                  </a:lnTo>
                  <a:cubicBezTo>
                    <a:pt x="99484" y="16390"/>
                    <a:pt x="100267" y="17026"/>
                    <a:pt x="101243" y="17486"/>
                  </a:cubicBezTo>
                  <a:cubicBezTo>
                    <a:pt x="102219" y="17947"/>
                    <a:pt x="103223" y="18177"/>
                    <a:pt x="104254" y="18177"/>
                  </a:cubicBezTo>
                  <a:cubicBezTo>
                    <a:pt x="104715" y="18177"/>
                    <a:pt x="105175" y="18066"/>
                    <a:pt x="105635" y="17845"/>
                  </a:cubicBezTo>
                  <a:cubicBezTo>
                    <a:pt x="106096" y="17624"/>
                    <a:pt x="106506" y="17330"/>
                    <a:pt x="106865" y="16961"/>
                  </a:cubicBezTo>
                  <a:cubicBezTo>
                    <a:pt x="107224" y="16593"/>
                    <a:pt x="107514" y="16174"/>
                    <a:pt x="107735" y="15704"/>
                  </a:cubicBezTo>
                  <a:cubicBezTo>
                    <a:pt x="107956" y="15235"/>
                    <a:pt x="108066" y="14751"/>
                    <a:pt x="108066" y="14254"/>
                  </a:cubicBezTo>
                  <a:cubicBezTo>
                    <a:pt x="108066" y="13628"/>
                    <a:pt x="107970" y="13094"/>
                    <a:pt x="107776" y="12652"/>
                  </a:cubicBezTo>
                  <a:cubicBezTo>
                    <a:pt x="107583" y="12210"/>
                    <a:pt x="107311" y="11832"/>
                    <a:pt x="106961" y="11519"/>
                  </a:cubicBezTo>
                  <a:cubicBezTo>
                    <a:pt x="106611" y="11206"/>
                    <a:pt x="106197" y="10944"/>
                    <a:pt x="105718" y="10732"/>
                  </a:cubicBezTo>
                  <a:cubicBezTo>
                    <a:pt x="105239" y="10520"/>
                    <a:pt x="104715" y="10331"/>
                    <a:pt x="104144" y="10166"/>
                  </a:cubicBezTo>
                  <a:cubicBezTo>
                    <a:pt x="103941" y="10110"/>
                    <a:pt x="103729" y="10051"/>
                    <a:pt x="103508" y="9986"/>
                  </a:cubicBezTo>
                  <a:cubicBezTo>
                    <a:pt x="103287" y="9922"/>
                    <a:pt x="103080" y="9843"/>
                    <a:pt x="102887" y="9751"/>
                  </a:cubicBezTo>
                  <a:cubicBezTo>
                    <a:pt x="102693" y="9659"/>
                    <a:pt x="102518" y="9544"/>
                    <a:pt x="102362" y="9406"/>
                  </a:cubicBezTo>
                  <a:cubicBezTo>
                    <a:pt x="102205" y="9268"/>
                    <a:pt x="102072" y="9098"/>
                    <a:pt x="101961" y="8895"/>
                  </a:cubicBezTo>
                  <a:cubicBezTo>
                    <a:pt x="101906" y="8379"/>
                    <a:pt x="102007" y="8011"/>
                    <a:pt x="102265" y="7790"/>
                  </a:cubicBezTo>
                  <a:cubicBezTo>
                    <a:pt x="102523" y="7569"/>
                    <a:pt x="102845" y="7445"/>
                    <a:pt x="103232" y="7417"/>
                  </a:cubicBezTo>
                  <a:cubicBezTo>
                    <a:pt x="103619" y="7390"/>
                    <a:pt x="104010" y="7426"/>
                    <a:pt x="104406" y="7528"/>
                  </a:cubicBezTo>
                  <a:cubicBezTo>
                    <a:pt x="104802" y="7629"/>
                    <a:pt x="105110" y="7735"/>
                    <a:pt x="105331" y="7845"/>
                  </a:cubicBezTo>
                  <a:cubicBezTo>
                    <a:pt x="105608" y="7993"/>
                    <a:pt x="105870" y="8066"/>
                    <a:pt x="106119" y="8066"/>
                  </a:cubicBezTo>
                  <a:cubicBezTo>
                    <a:pt x="106367" y="8066"/>
                    <a:pt x="106588" y="8011"/>
                    <a:pt x="106782" y="7901"/>
                  </a:cubicBezTo>
                  <a:cubicBezTo>
                    <a:pt x="106975" y="7790"/>
                    <a:pt x="107132" y="7647"/>
                    <a:pt x="107251" y="7472"/>
                  </a:cubicBezTo>
                  <a:cubicBezTo>
                    <a:pt x="107371" y="7297"/>
                    <a:pt x="107431" y="7099"/>
                    <a:pt x="107431" y="6878"/>
                  </a:cubicBezTo>
                  <a:cubicBezTo>
                    <a:pt x="107431" y="6694"/>
                    <a:pt x="107366" y="6501"/>
                    <a:pt x="107238" y="6298"/>
                  </a:cubicBezTo>
                  <a:cubicBezTo>
                    <a:pt x="107109" y="6096"/>
                    <a:pt x="106915" y="5902"/>
                    <a:pt x="106657" y="5718"/>
                  </a:cubicBezTo>
                  <a:cubicBezTo>
                    <a:pt x="105994" y="5350"/>
                    <a:pt x="105244" y="5092"/>
                    <a:pt x="104406" y="4945"/>
                  </a:cubicBezTo>
                  <a:cubicBezTo>
                    <a:pt x="103568" y="4797"/>
                    <a:pt x="102762" y="4825"/>
                    <a:pt x="101989" y="5028"/>
                  </a:cubicBezTo>
                  <a:cubicBezTo>
                    <a:pt x="101602" y="5120"/>
                    <a:pt x="101238" y="5290"/>
                    <a:pt x="100898" y="5539"/>
                  </a:cubicBezTo>
                  <a:cubicBezTo>
                    <a:pt x="100557" y="5787"/>
                    <a:pt x="100262" y="6082"/>
                    <a:pt x="100014" y="6423"/>
                  </a:cubicBezTo>
                  <a:cubicBezTo>
                    <a:pt x="99765" y="6763"/>
                    <a:pt x="99567" y="7136"/>
                    <a:pt x="99420" y="7541"/>
                  </a:cubicBezTo>
                  <a:cubicBezTo>
                    <a:pt x="99273" y="7947"/>
                    <a:pt x="99199" y="8343"/>
                    <a:pt x="99199" y="8729"/>
                  </a:cubicBezTo>
                  <a:cubicBezTo>
                    <a:pt x="99199" y="9006"/>
                    <a:pt x="99254" y="9305"/>
                    <a:pt x="99365" y="9627"/>
                  </a:cubicBezTo>
                  <a:cubicBezTo>
                    <a:pt x="99475" y="9949"/>
                    <a:pt x="99632" y="10249"/>
                    <a:pt x="99834" y="10525"/>
                  </a:cubicBezTo>
                  <a:cubicBezTo>
                    <a:pt x="100055" y="10820"/>
                    <a:pt x="100285" y="11064"/>
                    <a:pt x="100525" y="11257"/>
                  </a:cubicBezTo>
                  <a:cubicBezTo>
                    <a:pt x="100764" y="11450"/>
                    <a:pt x="101013" y="11611"/>
                    <a:pt x="101271" y="11740"/>
                  </a:cubicBezTo>
                  <a:cubicBezTo>
                    <a:pt x="101529" y="11869"/>
                    <a:pt x="101796" y="11975"/>
                    <a:pt x="102072" y="12058"/>
                  </a:cubicBezTo>
                  <a:cubicBezTo>
                    <a:pt x="102348" y="12141"/>
                    <a:pt x="102624" y="12219"/>
                    <a:pt x="102901" y="12293"/>
                  </a:cubicBezTo>
                  <a:cubicBezTo>
                    <a:pt x="103066" y="12348"/>
                    <a:pt x="103246" y="12394"/>
                    <a:pt x="103439" y="12431"/>
                  </a:cubicBezTo>
                  <a:cubicBezTo>
                    <a:pt x="103633" y="12468"/>
                    <a:pt x="103835" y="12523"/>
                    <a:pt x="104047" y="12597"/>
                  </a:cubicBezTo>
                  <a:cubicBezTo>
                    <a:pt x="104259" y="12670"/>
                    <a:pt x="104461" y="12781"/>
                    <a:pt x="104655" y="12928"/>
                  </a:cubicBezTo>
                  <a:cubicBezTo>
                    <a:pt x="104848" y="13076"/>
                    <a:pt x="105028" y="13278"/>
                    <a:pt x="105193" y="13536"/>
                  </a:cubicBezTo>
                  <a:cubicBezTo>
                    <a:pt x="105322" y="13738"/>
                    <a:pt x="105387" y="13959"/>
                    <a:pt x="105387" y="14199"/>
                  </a:cubicBezTo>
                  <a:cubicBezTo>
                    <a:pt x="105387" y="14438"/>
                    <a:pt x="105336" y="14659"/>
                    <a:pt x="105235" y="14862"/>
                  </a:cubicBezTo>
                  <a:cubicBezTo>
                    <a:pt x="105134" y="15064"/>
                    <a:pt x="104977" y="15244"/>
                    <a:pt x="104765" y="15401"/>
                  </a:cubicBezTo>
                  <a:cubicBezTo>
                    <a:pt x="104553" y="15557"/>
                    <a:pt x="104309" y="15663"/>
                    <a:pt x="104033" y="15718"/>
                  </a:cubicBezTo>
                  <a:cubicBezTo>
                    <a:pt x="103444" y="15829"/>
                    <a:pt x="102882" y="15709"/>
                    <a:pt x="102348" y="15359"/>
                  </a:cubicBezTo>
                  <a:cubicBezTo>
                    <a:pt x="101814" y="15009"/>
                    <a:pt x="101354" y="14576"/>
                    <a:pt x="100967" y="14061"/>
                  </a:cubicBezTo>
                  <a:cubicBezTo>
                    <a:pt x="100599" y="13821"/>
                    <a:pt x="100258" y="13702"/>
                    <a:pt x="99945" y="13702"/>
                  </a:cubicBezTo>
                  <a:cubicBezTo>
                    <a:pt x="99466" y="13702"/>
                    <a:pt x="99102" y="13881"/>
                    <a:pt x="98854" y="14240"/>
                  </a:cubicBezTo>
                  <a:cubicBezTo>
                    <a:pt x="98605" y="14599"/>
                    <a:pt x="98610" y="15046"/>
                    <a:pt x="98867" y="15580"/>
                  </a:cubicBezTo>
                  <a:close/>
                  <a:moveTo>
                    <a:pt x="129199" y="14227"/>
                  </a:moveTo>
                  <a:cubicBezTo>
                    <a:pt x="128665" y="14558"/>
                    <a:pt x="128080" y="14876"/>
                    <a:pt x="127445" y="15180"/>
                  </a:cubicBezTo>
                  <a:cubicBezTo>
                    <a:pt x="126809" y="15483"/>
                    <a:pt x="126197" y="15654"/>
                    <a:pt x="125608" y="15691"/>
                  </a:cubicBezTo>
                  <a:cubicBezTo>
                    <a:pt x="124908" y="15746"/>
                    <a:pt x="124319" y="15617"/>
                    <a:pt x="123840" y="15304"/>
                  </a:cubicBezTo>
                  <a:cubicBezTo>
                    <a:pt x="123361" y="14991"/>
                    <a:pt x="122993" y="14567"/>
                    <a:pt x="122735" y="14033"/>
                  </a:cubicBezTo>
                  <a:cubicBezTo>
                    <a:pt x="122772" y="14033"/>
                    <a:pt x="122868" y="14015"/>
                    <a:pt x="123025" y="13978"/>
                  </a:cubicBezTo>
                  <a:cubicBezTo>
                    <a:pt x="123181" y="13941"/>
                    <a:pt x="123545" y="13849"/>
                    <a:pt x="124116" y="13702"/>
                  </a:cubicBezTo>
                  <a:cubicBezTo>
                    <a:pt x="124650" y="13573"/>
                    <a:pt x="125221" y="13425"/>
                    <a:pt x="125829" y="13260"/>
                  </a:cubicBezTo>
                  <a:cubicBezTo>
                    <a:pt x="126436" y="13094"/>
                    <a:pt x="127026" y="12891"/>
                    <a:pt x="127597" y="12652"/>
                  </a:cubicBezTo>
                  <a:cubicBezTo>
                    <a:pt x="128168" y="12413"/>
                    <a:pt x="128692" y="12132"/>
                    <a:pt x="129171" y="11809"/>
                  </a:cubicBezTo>
                  <a:cubicBezTo>
                    <a:pt x="129650" y="11487"/>
                    <a:pt x="130028" y="11105"/>
                    <a:pt x="130304" y="10663"/>
                  </a:cubicBezTo>
                  <a:cubicBezTo>
                    <a:pt x="130451" y="10442"/>
                    <a:pt x="130552" y="10212"/>
                    <a:pt x="130608" y="9972"/>
                  </a:cubicBezTo>
                  <a:cubicBezTo>
                    <a:pt x="130663" y="9733"/>
                    <a:pt x="130691" y="9484"/>
                    <a:pt x="130691" y="9227"/>
                  </a:cubicBezTo>
                  <a:cubicBezTo>
                    <a:pt x="130691" y="8840"/>
                    <a:pt x="130617" y="8453"/>
                    <a:pt x="130470" y="8066"/>
                  </a:cubicBezTo>
                  <a:cubicBezTo>
                    <a:pt x="130322" y="7680"/>
                    <a:pt x="130120" y="7325"/>
                    <a:pt x="129862" y="7003"/>
                  </a:cubicBezTo>
                  <a:cubicBezTo>
                    <a:pt x="129604" y="6680"/>
                    <a:pt x="129300" y="6404"/>
                    <a:pt x="128950" y="6174"/>
                  </a:cubicBezTo>
                  <a:cubicBezTo>
                    <a:pt x="128600" y="5944"/>
                    <a:pt x="128223" y="5783"/>
                    <a:pt x="127818" y="5691"/>
                  </a:cubicBezTo>
                  <a:cubicBezTo>
                    <a:pt x="127394" y="5599"/>
                    <a:pt x="126961" y="5552"/>
                    <a:pt x="126519" y="5552"/>
                  </a:cubicBezTo>
                  <a:cubicBezTo>
                    <a:pt x="125691" y="5552"/>
                    <a:pt x="124890" y="5691"/>
                    <a:pt x="124116" y="5967"/>
                  </a:cubicBezTo>
                  <a:cubicBezTo>
                    <a:pt x="123343" y="6243"/>
                    <a:pt x="122624" y="6611"/>
                    <a:pt x="121961" y="7072"/>
                  </a:cubicBezTo>
                  <a:cubicBezTo>
                    <a:pt x="121133" y="7624"/>
                    <a:pt x="120529" y="8343"/>
                    <a:pt x="120152" y="9227"/>
                  </a:cubicBezTo>
                  <a:cubicBezTo>
                    <a:pt x="119774" y="10110"/>
                    <a:pt x="119586" y="11031"/>
                    <a:pt x="119586" y="11989"/>
                  </a:cubicBezTo>
                  <a:cubicBezTo>
                    <a:pt x="119586" y="12965"/>
                    <a:pt x="119802" y="13918"/>
                    <a:pt x="120235" y="14848"/>
                  </a:cubicBezTo>
                  <a:cubicBezTo>
                    <a:pt x="120668" y="15778"/>
                    <a:pt x="121271" y="16529"/>
                    <a:pt x="122044" y="17099"/>
                  </a:cubicBezTo>
                  <a:cubicBezTo>
                    <a:pt x="122523" y="17431"/>
                    <a:pt x="123039" y="17675"/>
                    <a:pt x="123591" y="17831"/>
                  </a:cubicBezTo>
                  <a:cubicBezTo>
                    <a:pt x="124144" y="17988"/>
                    <a:pt x="124687" y="18066"/>
                    <a:pt x="125221" y="18066"/>
                  </a:cubicBezTo>
                  <a:cubicBezTo>
                    <a:pt x="126123" y="18066"/>
                    <a:pt x="127021" y="17905"/>
                    <a:pt x="127914" y="17583"/>
                  </a:cubicBezTo>
                  <a:cubicBezTo>
                    <a:pt x="128808" y="17261"/>
                    <a:pt x="129641" y="16869"/>
                    <a:pt x="130414" y="16409"/>
                  </a:cubicBezTo>
                  <a:cubicBezTo>
                    <a:pt x="130691" y="16243"/>
                    <a:pt x="130893" y="16064"/>
                    <a:pt x="131022" y="15870"/>
                  </a:cubicBezTo>
                  <a:cubicBezTo>
                    <a:pt x="131151" y="15677"/>
                    <a:pt x="131215" y="15479"/>
                    <a:pt x="131215" y="15276"/>
                  </a:cubicBezTo>
                  <a:cubicBezTo>
                    <a:pt x="131215" y="15074"/>
                    <a:pt x="131165" y="14885"/>
                    <a:pt x="131064" y="14710"/>
                  </a:cubicBezTo>
                  <a:cubicBezTo>
                    <a:pt x="130962" y="14535"/>
                    <a:pt x="130824" y="14392"/>
                    <a:pt x="130649" y="14282"/>
                  </a:cubicBezTo>
                  <a:cubicBezTo>
                    <a:pt x="130474" y="14171"/>
                    <a:pt x="130262" y="14107"/>
                    <a:pt x="130014" y="14088"/>
                  </a:cubicBezTo>
                  <a:cubicBezTo>
                    <a:pt x="129765" y="14070"/>
                    <a:pt x="129494" y="14116"/>
                    <a:pt x="129199" y="14227"/>
                  </a:cubicBezTo>
                  <a:close/>
                  <a:moveTo>
                    <a:pt x="124116" y="8674"/>
                  </a:moveTo>
                  <a:cubicBezTo>
                    <a:pt x="124429" y="8527"/>
                    <a:pt x="124825" y="8375"/>
                    <a:pt x="125304" y="8218"/>
                  </a:cubicBezTo>
                  <a:cubicBezTo>
                    <a:pt x="125783" y="8062"/>
                    <a:pt x="126234" y="7983"/>
                    <a:pt x="126657" y="7983"/>
                  </a:cubicBezTo>
                  <a:cubicBezTo>
                    <a:pt x="127044" y="7983"/>
                    <a:pt x="127376" y="8085"/>
                    <a:pt x="127652" y="8287"/>
                  </a:cubicBezTo>
                  <a:cubicBezTo>
                    <a:pt x="127928" y="8490"/>
                    <a:pt x="128048" y="8858"/>
                    <a:pt x="128011" y="9392"/>
                  </a:cubicBezTo>
                  <a:cubicBezTo>
                    <a:pt x="127901" y="9613"/>
                    <a:pt x="127684" y="9816"/>
                    <a:pt x="127362" y="10000"/>
                  </a:cubicBezTo>
                  <a:cubicBezTo>
                    <a:pt x="127040" y="10184"/>
                    <a:pt x="126690" y="10345"/>
                    <a:pt x="126312" y="10483"/>
                  </a:cubicBezTo>
                  <a:cubicBezTo>
                    <a:pt x="125935" y="10622"/>
                    <a:pt x="125562" y="10741"/>
                    <a:pt x="125193" y="10843"/>
                  </a:cubicBezTo>
                  <a:cubicBezTo>
                    <a:pt x="124825" y="10944"/>
                    <a:pt x="124549" y="11022"/>
                    <a:pt x="124365" y="11077"/>
                  </a:cubicBezTo>
                  <a:cubicBezTo>
                    <a:pt x="123849" y="11225"/>
                    <a:pt x="123453" y="11340"/>
                    <a:pt x="123177" y="11423"/>
                  </a:cubicBezTo>
                  <a:cubicBezTo>
                    <a:pt x="122901" y="11506"/>
                    <a:pt x="122693" y="11565"/>
                    <a:pt x="122555" y="11602"/>
                  </a:cubicBezTo>
                  <a:cubicBezTo>
                    <a:pt x="122417" y="11639"/>
                    <a:pt x="122334" y="11662"/>
                    <a:pt x="122307" y="11671"/>
                  </a:cubicBezTo>
                  <a:lnTo>
                    <a:pt x="122265" y="11685"/>
                  </a:lnTo>
                  <a:cubicBezTo>
                    <a:pt x="122302" y="11041"/>
                    <a:pt x="122468" y="10456"/>
                    <a:pt x="122762" y="9931"/>
                  </a:cubicBezTo>
                  <a:cubicBezTo>
                    <a:pt x="123057" y="9406"/>
                    <a:pt x="123508" y="8987"/>
                    <a:pt x="124116" y="8674"/>
                  </a:cubicBezTo>
                  <a:close/>
                  <a:moveTo>
                    <a:pt x="140055" y="6077"/>
                  </a:moveTo>
                  <a:cubicBezTo>
                    <a:pt x="139816" y="6906"/>
                    <a:pt x="139567" y="7707"/>
                    <a:pt x="139309" y="8481"/>
                  </a:cubicBezTo>
                  <a:cubicBezTo>
                    <a:pt x="139052" y="9254"/>
                    <a:pt x="138785" y="10028"/>
                    <a:pt x="138508" y="10801"/>
                  </a:cubicBezTo>
                  <a:cubicBezTo>
                    <a:pt x="138379" y="11169"/>
                    <a:pt x="138273" y="11483"/>
                    <a:pt x="138191" y="11740"/>
                  </a:cubicBezTo>
                  <a:cubicBezTo>
                    <a:pt x="138108" y="11998"/>
                    <a:pt x="138039" y="12219"/>
                    <a:pt x="137983" y="12403"/>
                  </a:cubicBezTo>
                  <a:cubicBezTo>
                    <a:pt x="137928" y="12587"/>
                    <a:pt x="137878" y="12749"/>
                    <a:pt x="137831" y="12887"/>
                  </a:cubicBezTo>
                  <a:cubicBezTo>
                    <a:pt x="137785" y="13025"/>
                    <a:pt x="137735" y="13158"/>
                    <a:pt x="137680" y="13287"/>
                  </a:cubicBezTo>
                  <a:cubicBezTo>
                    <a:pt x="137164" y="11980"/>
                    <a:pt x="136644" y="10732"/>
                    <a:pt x="136119" y="9544"/>
                  </a:cubicBezTo>
                  <a:cubicBezTo>
                    <a:pt x="135594" y="8356"/>
                    <a:pt x="135064" y="7210"/>
                    <a:pt x="134530" y="6105"/>
                  </a:cubicBezTo>
                  <a:cubicBezTo>
                    <a:pt x="134144" y="5608"/>
                    <a:pt x="133711" y="5359"/>
                    <a:pt x="133232" y="5359"/>
                  </a:cubicBezTo>
                  <a:cubicBezTo>
                    <a:pt x="133011" y="5359"/>
                    <a:pt x="132808" y="5410"/>
                    <a:pt x="132624" y="5511"/>
                  </a:cubicBezTo>
                  <a:cubicBezTo>
                    <a:pt x="132440" y="5612"/>
                    <a:pt x="132293" y="5750"/>
                    <a:pt x="132182" y="5925"/>
                  </a:cubicBezTo>
                  <a:cubicBezTo>
                    <a:pt x="132072" y="6100"/>
                    <a:pt x="132012" y="6303"/>
                    <a:pt x="132003" y="6533"/>
                  </a:cubicBezTo>
                  <a:cubicBezTo>
                    <a:pt x="131994" y="6763"/>
                    <a:pt x="132044" y="7007"/>
                    <a:pt x="132155" y="7265"/>
                  </a:cubicBezTo>
                  <a:cubicBezTo>
                    <a:pt x="132965" y="8886"/>
                    <a:pt x="133720" y="10548"/>
                    <a:pt x="134420" y="12251"/>
                  </a:cubicBezTo>
                  <a:cubicBezTo>
                    <a:pt x="135120" y="13955"/>
                    <a:pt x="135792" y="15672"/>
                    <a:pt x="136436" y="17403"/>
                  </a:cubicBezTo>
                  <a:cubicBezTo>
                    <a:pt x="136676" y="17901"/>
                    <a:pt x="137090" y="18149"/>
                    <a:pt x="137680" y="18149"/>
                  </a:cubicBezTo>
                  <a:cubicBezTo>
                    <a:pt x="138122" y="18149"/>
                    <a:pt x="138508" y="17956"/>
                    <a:pt x="138840" y="17569"/>
                  </a:cubicBezTo>
                  <a:cubicBezTo>
                    <a:pt x="139098" y="16998"/>
                    <a:pt x="139346" y="16381"/>
                    <a:pt x="139586" y="15718"/>
                  </a:cubicBezTo>
                  <a:cubicBezTo>
                    <a:pt x="139825" y="15055"/>
                    <a:pt x="140064" y="14383"/>
                    <a:pt x="140304" y="13702"/>
                  </a:cubicBezTo>
                  <a:lnTo>
                    <a:pt x="140773" y="12459"/>
                  </a:lnTo>
                  <a:lnTo>
                    <a:pt x="141215" y="11243"/>
                  </a:lnTo>
                  <a:lnTo>
                    <a:pt x="141188" y="11243"/>
                  </a:lnTo>
                  <a:cubicBezTo>
                    <a:pt x="141446" y="10506"/>
                    <a:pt x="141703" y="9774"/>
                    <a:pt x="141961" y="9047"/>
                  </a:cubicBezTo>
                  <a:cubicBezTo>
                    <a:pt x="142219" y="8320"/>
                    <a:pt x="142449" y="7569"/>
                    <a:pt x="142652" y="6796"/>
                  </a:cubicBezTo>
                  <a:cubicBezTo>
                    <a:pt x="142689" y="6317"/>
                    <a:pt x="142574" y="5953"/>
                    <a:pt x="142307" y="5704"/>
                  </a:cubicBezTo>
                  <a:cubicBezTo>
                    <a:pt x="142040" y="5456"/>
                    <a:pt x="141731" y="5331"/>
                    <a:pt x="141381" y="5331"/>
                  </a:cubicBezTo>
                  <a:cubicBezTo>
                    <a:pt x="141142" y="5331"/>
                    <a:pt x="140898" y="5391"/>
                    <a:pt x="140649" y="5511"/>
                  </a:cubicBezTo>
                  <a:cubicBezTo>
                    <a:pt x="140401" y="5631"/>
                    <a:pt x="140203" y="5820"/>
                    <a:pt x="140055" y="6077"/>
                  </a:cubicBezTo>
                  <a:close/>
                  <a:moveTo>
                    <a:pt x="155829" y="16326"/>
                  </a:moveTo>
                  <a:cubicBezTo>
                    <a:pt x="155866" y="16289"/>
                    <a:pt x="155843" y="16206"/>
                    <a:pt x="155760" y="16077"/>
                  </a:cubicBezTo>
                  <a:cubicBezTo>
                    <a:pt x="155677" y="15948"/>
                    <a:pt x="155571" y="15783"/>
                    <a:pt x="155442" y="15580"/>
                  </a:cubicBezTo>
                  <a:lnTo>
                    <a:pt x="155470" y="15580"/>
                  </a:lnTo>
                  <a:cubicBezTo>
                    <a:pt x="155322" y="15359"/>
                    <a:pt x="155180" y="15110"/>
                    <a:pt x="155041" y="14834"/>
                  </a:cubicBezTo>
                  <a:cubicBezTo>
                    <a:pt x="154903" y="14558"/>
                    <a:pt x="154816" y="14319"/>
                    <a:pt x="154779" y="14116"/>
                  </a:cubicBezTo>
                  <a:cubicBezTo>
                    <a:pt x="154687" y="13453"/>
                    <a:pt x="154622" y="12776"/>
                    <a:pt x="154586" y="12086"/>
                  </a:cubicBezTo>
                  <a:cubicBezTo>
                    <a:pt x="154549" y="11395"/>
                    <a:pt x="154530" y="10727"/>
                    <a:pt x="154530" y="10083"/>
                  </a:cubicBezTo>
                  <a:lnTo>
                    <a:pt x="154530" y="9613"/>
                  </a:lnTo>
                  <a:cubicBezTo>
                    <a:pt x="154530" y="9448"/>
                    <a:pt x="154535" y="9240"/>
                    <a:pt x="154544" y="8992"/>
                  </a:cubicBezTo>
                  <a:cubicBezTo>
                    <a:pt x="154553" y="8743"/>
                    <a:pt x="154558" y="8435"/>
                    <a:pt x="154558" y="8066"/>
                  </a:cubicBezTo>
                  <a:lnTo>
                    <a:pt x="154558" y="6685"/>
                  </a:lnTo>
                  <a:cubicBezTo>
                    <a:pt x="154355" y="6151"/>
                    <a:pt x="154029" y="5815"/>
                    <a:pt x="153577" y="5677"/>
                  </a:cubicBezTo>
                  <a:cubicBezTo>
                    <a:pt x="153126" y="5539"/>
                    <a:pt x="152615" y="5470"/>
                    <a:pt x="152044" y="5470"/>
                  </a:cubicBezTo>
                  <a:cubicBezTo>
                    <a:pt x="151750" y="5470"/>
                    <a:pt x="151446" y="5493"/>
                    <a:pt x="151133" y="5539"/>
                  </a:cubicBezTo>
                  <a:cubicBezTo>
                    <a:pt x="150820" y="5585"/>
                    <a:pt x="150516" y="5649"/>
                    <a:pt x="150221" y="5732"/>
                  </a:cubicBezTo>
                  <a:cubicBezTo>
                    <a:pt x="149926" y="5815"/>
                    <a:pt x="149664" y="5902"/>
                    <a:pt x="149434" y="5994"/>
                  </a:cubicBezTo>
                  <a:cubicBezTo>
                    <a:pt x="149203" y="6087"/>
                    <a:pt x="149024" y="6169"/>
                    <a:pt x="148895" y="6243"/>
                  </a:cubicBezTo>
                  <a:cubicBezTo>
                    <a:pt x="148287" y="6630"/>
                    <a:pt x="147721" y="7072"/>
                    <a:pt x="147196" y="7569"/>
                  </a:cubicBezTo>
                  <a:cubicBezTo>
                    <a:pt x="146671" y="8066"/>
                    <a:pt x="146206" y="8614"/>
                    <a:pt x="145801" y="9213"/>
                  </a:cubicBezTo>
                  <a:cubicBezTo>
                    <a:pt x="145396" y="9811"/>
                    <a:pt x="145078" y="10456"/>
                    <a:pt x="144848" y="11146"/>
                  </a:cubicBezTo>
                  <a:cubicBezTo>
                    <a:pt x="144618" y="11837"/>
                    <a:pt x="144503" y="12569"/>
                    <a:pt x="144503" y="13343"/>
                  </a:cubicBezTo>
                  <a:cubicBezTo>
                    <a:pt x="144503" y="14098"/>
                    <a:pt x="144650" y="14816"/>
                    <a:pt x="144945" y="15497"/>
                  </a:cubicBezTo>
                  <a:cubicBezTo>
                    <a:pt x="145239" y="16179"/>
                    <a:pt x="145737" y="16768"/>
                    <a:pt x="146436" y="17265"/>
                  </a:cubicBezTo>
                  <a:cubicBezTo>
                    <a:pt x="146915" y="17578"/>
                    <a:pt x="147390" y="17785"/>
                    <a:pt x="147859" y="17887"/>
                  </a:cubicBezTo>
                  <a:cubicBezTo>
                    <a:pt x="148329" y="17988"/>
                    <a:pt x="148812" y="18039"/>
                    <a:pt x="149309" y="18039"/>
                  </a:cubicBezTo>
                  <a:cubicBezTo>
                    <a:pt x="149991" y="18039"/>
                    <a:pt x="150622" y="17970"/>
                    <a:pt x="151202" y="17831"/>
                  </a:cubicBezTo>
                  <a:cubicBezTo>
                    <a:pt x="151782" y="17693"/>
                    <a:pt x="152403" y="17376"/>
                    <a:pt x="153066" y="16878"/>
                  </a:cubicBezTo>
                  <a:cubicBezTo>
                    <a:pt x="153158" y="17026"/>
                    <a:pt x="153273" y="17178"/>
                    <a:pt x="153412" y="17334"/>
                  </a:cubicBezTo>
                  <a:cubicBezTo>
                    <a:pt x="153550" y="17491"/>
                    <a:pt x="153692" y="17643"/>
                    <a:pt x="153840" y="17790"/>
                  </a:cubicBezTo>
                  <a:cubicBezTo>
                    <a:pt x="154171" y="17956"/>
                    <a:pt x="154484" y="18025"/>
                    <a:pt x="154779" y="17997"/>
                  </a:cubicBezTo>
                  <a:cubicBezTo>
                    <a:pt x="155074" y="17970"/>
                    <a:pt x="155318" y="17878"/>
                    <a:pt x="155511" y="17721"/>
                  </a:cubicBezTo>
                  <a:cubicBezTo>
                    <a:pt x="155704" y="17564"/>
                    <a:pt x="155833" y="17362"/>
                    <a:pt x="155898" y="17113"/>
                  </a:cubicBezTo>
                  <a:cubicBezTo>
                    <a:pt x="155962" y="16865"/>
                    <a:pt x="155939" y="16602"/>
                    <a:pt x="155829" y="16326"/>
                  </a:cubicBezTo>
                  <a:close/>
                  <a:moveTo>
                    <a:pt x="152099" y="14365"/>
                  </a:moveTo>
                  <a:cubicBezTo>
                    <a:pt x="151473" y="14880"/>
                    <a:pt x="150958" y="15258"/>
                    <a:pt x="150552" y="15497"/>
                  </a:cubicBezTo>
                  <a:cubicBezTo>
                    <a:pt x="150221" y="15608"/>
                    <a:pt x="149876" y="15663"/>
                    <a:pt x="149517" y="15663"/>
                  </a:cubicBezTo>
                  <a:cubicBezTo>
                    <a:pt x="149157" y="15663"/>
                    <a:pt x="148821" y="15594"/>
                    <a:pt x="148508" y="15456"/>
                  </a:cubicBezTo>
                  <a:cubicBezTo>
                    <a:pt x="148195" y="15318"/>
                    <a:pt x="147924" y="15115"/>
                    <a:pt x="147693" y="14848"/>
                  </a:cubicBezTo>
                  <a:cubicBezTo>
                    <a:pt x="147463" y="14581"/>
                    <a:pt x="147320" y="14245"/>
                    <a:pt x="147265" y="13840"/>
                  </a:cubicBezTo>
                  <a:cubicBezTo>
                    <a:pt x="147173" y="13324"/>
                    <a:pt x="147187" y="12795"/>
                    <a:pt x="147307" y="12251"/>
                  </a:cubicBezTo>
                  <a:cubicBezTo>
                    <a:pt x="147426" y="11708"/>
                    <a:pt x="147615" y="11188"/>
                    <a:pt x="147873" y="10691"/>
                  </a:cubicBezTo>
                  <a:cubicBezTo>
                    <a:pt x="148131" y="10193"/>
                    <a:pt x="148458" y="9742"/>
                    <a:pt x="148854" y="9337"/>
                  </a:cubicBezTo>
                  <a:cubicBezTo>
                    <a:pt x="149250" y="8932"/>
                    <a:pt x="149696" y="8619"/>
                    <a:pt x="150193" y="8398"/>
                  </a:cubicBezTo>
                  <a:cubicBezTo>
                    <a:pt x="150322" y="8343"/>
                    <a:pt x="150548" y="8250"/>
                    <a:pt x="150870" y="8122"/>
                  </a:cubicBezTo>
                  <a:cubicBezTo>
                    <a:pt x="151192" y="7993"/>
                    <a:pt x="151510" y="7910"/>
                    <a:pt x="151823" y="7873"/>
                  </a:cubicBezTo>
                  <a:cubicBezTo>
                    <a:pt x="151823" y="8241"/>
                    <a:pt x="151814" y="8619"/>
                    <a:pt x="151796" y="9006"/>
                  </a:cubicBezTo>
                  <a:cubicBezTo>
                    <a:pt x="151777" y="9392"/>
                    <a:pt x="151768" y="9825"/>
                    <a:pt x="151768" y="10304"/>
                  </a:cubicBezTo>
                  <a:cubicBezTo>
                    <a:pt x="151768" y="10985"/>
                    <a:pt x="151786" y="11671"/>
                    <a:pt x="151823" y="12362"/>
                  </a:cubicBezTo>
                  <a:cubicBezTo>
                    <a:pt x="151860" y="13052"/>
                    <a:pt x="151952" y="13720"/>
                    <a:pt x="152099" y="14365"/>
                  </a:cubicBezTo>
                  <a:close/>
                  <a:moveTo>
                    <a:pt x="161492" y="16133"/>
                  </a:moveTo>
                  <a:lnTo>
                    <a:pt x="161354" y="16064"/>
                  </a:lnTo>
                  <a:cubicBezTo>
                    <a:pt x="161298" y="16036"/>
                    <a:pt x="161252" y="16004"/>
                    <a:pt x="161215" y="15967"/>
                  </a:cubicBezTo>
                  <a:lnTo>
                    <a:pt x="161215" y="1326"/>
                  </a:lnTo>
                  <a:cubicBezTo>
                    <a:pt x="161087" y="976"/>
                    <a:pt x="160902" y="714"/>
                    <a:pt x="160663" y="539"/>
                  </a:cubicBezTo>
                  <a:cubicBezTo>
                    <a:pt x="160424" y="364"/>
                    <a:pt x="160147" y="276"/>
                    <a:pt x="159834" y="276"/>
                  </a:cubicBezTo>
                  <a:cubicBezTo>
                    <a:pt x="159521" y="276"/>
                    <a:pt x="159245" y="373"/>
                    <a:pt x="159006" y="566"/>
                  </a:cubicBezTo>
                  <a:cubicBezTo>
                    <a:pt x="158766" y="760"/>
                    <a:pt x="158600" y="1041"/>
                    <a:pt x="158508" y="1409"/>
                  </a:cubicBezTo>
                  <a:lnTo>
                    <a:pt x="158508" y="16547"/>
                  </a:lnTo>
                  <a:cubicBezTo>
                    <a:pt x="158545" y="16768"/>
                    <a:pt x="158591" y="16943"/>
                    <a:pt x="158646" y="17072"/>
                  </a:cubicBezTo>
                  <a:cubicBezTo>
                    <a:pt x="158702" y="17201"/>
                    <a:pt x="158812" y="17339"/>
                    <a:pt x="158978" y="17486"/>
                  </a:cubicBezTo>
                  <a:lnTo>
                    <a:pt x="160166" y="18260"/>
                  </a:lnTo>
                  <a:cubicBezTo>
                    <a:pt x="160442" y="18407"/>
                    <a:pt x="160704" y="18476"/>
                    <a:pt x="160953" y="18467"/>
                  </a:cubicBezTo>
                  <a:cubicBezTo>
                    <a:pt x="161202" y="18458"/>
                    <a:pt x="161418" y="18398"/>
                    <a:pt x="161602" y="18287"/>
                  </a:cubicBezTo>
                  <a:cubicBezTo>
                    <a:pt x="161786" y="18177"/>
                    <a:pt x="161934" y="18029"/>
                    <a:pt x="162044" y="17845"/>
                  </a:cubicBezTo>
                  <a:cubicBezTo>
                    <a:pt x="162155" y="17661"/>
                    <a:pt x="162210" y="17459"/>
                    <a:pt x="162210" y="17238"/>
                  </a:cubicBezTo>
                  <a:cubicBezTo>
                    <a:pt x="162210" y="16851"/>
                    <a:pt x="161971" y="16483"/>
                    <a:pt x="161492" y="16133"/>
                  </a:cubicBezTo>
                  <a:close/>
                  <a:moveTo>
                    <a:pt x="176657" y="15580"/>
                  </a:moveTo>
                  <a:cubicBezTo>
                    <a:pt x="176455" y="15341"/>
                    <a:pt x="176289" y="15032"/>
                    <a:pt x="176160" y="14655"/>
                  </a:cubicBezTo>
                  <a:cubicBezTo>
                    <a:pt x="176031" y="14277"/>
                    <a:pt x="175925" y="13858"/>
                    <a:pt x="175843" y="13398"/>
                  </a:cubicBezTo>
                  <a:cubicBezTo>
                    <a:pt x="175760" y="12937"/>
                    <a:pt x="175704" y="12454"/>
                    <a:pt x="175677" y="11948"/>
                  </a:cubicBezTo>
                  <a:cubicBezTo>
                    <a:pt x="175649" y="11441"/>
                    <a:pt x="175635" y="10939"/>
                    <a:pt x="175635" y="10442"/>
                  </a:cubicBezTo>
                  <a:cubicBezTo>
                    <a:pt x="175635" y="10074"/>
                    <a:pt x="175645" y="9715"/>
                    <a:pt x="175663" y="9365"/>
                  </a:cubicBezTo>
                  <a:cubicBezTo>
                    <a:pt x="175681" y="9015"/>
                    <a:pt x="175709" y="8683"/>
                    <a:pt x="175746" y="8370"/>
                  </a:cubicBezTo>
                  <a:cubicBezTo>
                    <a:pt x="175801" y="7873"/>
                    <a:pt x="175829" y="7431"/>
                    <a:pt x="175829" y="7044"/>
                  </a:cubicBezTo>
                  <a:cubicBezTo>
                    <a:pt x="175829" y="6602"/>
                    <a:pt x="175695" y="6271"/>
                    <a:pt x="175428" y="6050"/>
                  </a:cubicBezTo>
                  <a:cubicBezTo>
                    <a:pt x="175161" y="5829"/>
                    <a:pt x="174862" y="5718"/>
                    <a:pt x="174530" y="5718"/>
                  </a:cubicBezTo>
                  <a:cubicBezTo>
                    <a:pt x="174107" y="5718"/>
                    <a:pt x="173789" y="5861"/>
                    <a:pt x="173577" y="6146"/>
                  </a:cubicBezTo>
                  <a:cubicBezTo>
                    <a:pt x="173366" y="6432"/>
                    <a:pt x="173209" y="6800"/>
                    <a:pt x="173108" y="7251"/>
                  </a:cubicBezTo>
                  <a:cubicBezTo>
                    <a:pt x="173006" y="7703"/>
                    <a:pt x="172951" y="8204"/>
                    <a:pt x="172942" y="8757"/>
                  </a:cubicBezTo>
                  <a:cubicBezTo>
                    <a:pt x="172933" y="9309"/>
                    <a:pt x="172928" y="9853"/>
                    <a:pt x="172928" y="10387"/>
                  </a:cubicBezTo>
                  <a:cubicBezTo>
                    <a:pt x="172928" y="11308"/>
                    <a:pt x="172983" y="12210"/>
                    <a:pt x="173094" y="13094"/>
                  </a:cubicBezTo>
                  <a:cubicBezTo>
                    <a:pt x="172670" y="13628"/>
                    <a:pt x="172228" y="14102"/>
                    <a:pt x="171768" y="14517"/>
                  </a:cubicBezTo>
                  <a:cubicBezTo>
                    <a:pt x="171308" y="14931"/>
                    <a:pt x="170810" y="15138"/>
                    <a:pt x="170276" y="15138"/>
                  </a:cubicBezTo>
                  <a:cubicBezTo>
                    <a:pt x="169613" y="15138"/>
                    <a:pt x="169088" y="14825"/>
                    <a:pt x="168702" y="14199"/>
                  </a:cubicBezTo>
                  <a:cubicBezTo>
                    <a:pt x="168315" y="13573"/>
                    <a:pt x="168122" y="12762"/>
                    <a:pt x="168122" y="11768"/>
                  </a:cubicBezTo>
                  <a:cubicBezTo>
                    <a:pt x="168122" y="11308"/>
                    <a:pt x="168126" y="10875"/>
                    <a:pt x="168135" y="10470"/>
                  </a:cubicBezTo>
                  <a:cubicBezTo>
                    <a:pt x="168145" y="10064"/>
                    <a:pt x="168158" y="9650"/>
                    <a:pt x="168177" y="9227"/>
                  </a:cubicBezTo>
                  <a:cubicBezTo>
                    <a:pt x="168195" y="8821"/>
                    <a:pt x="168204" y="8416"/>
                    <a:pt x="168204" y="8011"/>
                  </a:cubicBezTo>
                  <a:lnTo>
                    <a:pt x="168204" y="6768"/>
                  </a:lnTo>
                  <a:cubicBezTo>
                    <a:pt x="168112" y="6400"/>
                    <a:pt x="167933" y="6128"/>
                    <a:pt x="167666" y="5953"/>
                  </a:cubicBezTo>
                  <a:cubicBezTo>
                    <a:pt x="167399" y="5778"/>
                    <a:pt x="167127" y="5691"/>
                    <a:pt x="166851" y="5691"/>
                  </a:cubicBezTo>
                  <a:cubicBezTo>
                    <a:pt x="166519" y="5691"/>
                    <a:pt x="166229" y="5783"/>
                    <a:pt x="165981" y="5967"/>
                  </a:cubicBezTo>
                  <a:cubicBezTo>
                    <a:pt x="165732" y="6151"/>
                    <a:pt x="165562" y="6446"/>
                    <a:pt x="165470" y="6851"/>
                  </a:cubicBezTo>
                  <a:cubicBezTo>
                    <a:pt x="165470" y="7109"/>
                    <a:pt x="165465" y="7385"/>
                    <a:pt x="165456" y="7680"/>
                  </a:cubicBezTo>
                  <a:cubicBezTo>
                    <a:pt x="165447" y="7974"/>
                    <a:pt x="165433" y="8278"/>
                    <a:pt x="165414" y="8591"/>
                  </a:cubicBezTo>
                  <a:cubicBezTo>
                    <a:pt x="165396" y="8959"/>
                    <a:pt x="165387" y="9337"/>
                    <a:pt x="165387" y="9724"/>
                  </a:cubicBezTo>
                  <a:lnTo>
                    <a:pt x="165387" y="10912"/>
                  </a:lnTo>
                  <a:cubicBezTo>
                    <a:pt x="165387" y="11538"/>
                    <a:pt x="165410" y="12136"/>
                    <a:pt x="165456" y="12707"/>
                  </a:cubicBezTo>
                  <a:cubicBezTo>
                    <a:pt x="165502" y="13278"/>
                    <a:pt x="165599" y="13803"/>
                    <a:pt x="165746" y="14282"/>
                  </a:cubicBezTo>
                  <a:cubicBezTo>
                    <a:pt x="165912" y="14742"/>
                    <a:pt x="166146" y="15175"/>
                    <a:pt x="166450" y="15580"/>
                  </a:cubicBezTo>
                  <a:cubicBezTo>
                    <a:pt x="166754" y="15985"/>
                    <a:pt x="167113" y="16340"/>
                    <a:pt x="167528" y="16644"/>
                  </a:cubicBezTo>
                  <a:cubicBezTo>
                    <a:pt x="167942" y="16948"/>
                    <a:pt x="168393" y="17187"/>
                    <a:pt x="168881" y="17362"/>
                  </a:cubicBezTo>
                  <a:cubicBezTo>
                    <a:pt x="169369" y="17537"/>
                    <a:pt x="169862" y="17624"/>
                    <a:pt x="170359" y="17624"/>
                  </a:cubicBezTo>
                  <a:cubicBezTo>
                    <a:pt x="171004" y="17624"/>
                    <a:pt x="171639" y="17468"/>
                    <a:pt x="172265" y="17155"/>
                  </a:cubicBezTo>
                  <a:cubicBezTo>
                    <a:pt x="172891" y="16842"/>
                    <a:pt x="173435" y="16473"/>
                    <a:pt x="173895" y="16050"/>
                  </a:cubicBezTo>
                  <a:cubicBezTo>
                    <a:pt x="174098" y="16473"/>
                    <a:pt x="174351" y="16842"/>
                    <a:pt x="174655" y="17155"/>
                  </a:cubicBezTo>
                  <a:cubicBezTo>
                    <a:pt x="174959" y="17468"/>
                    <a:pt x="175322" y="17624"/>
                    <a:pt x="175746" y="17624"/>
                  </a:cubicBezTo>
                  <a:cubicBezTo>
                    <a:pt x="176096" y="17624"/>
                    <a:pt x="176395" y="17518"/>
                    <a:pt x="176644" y="17307"/>
                  </a:cubicBezTo>
                  <a:cubicBezTo>
                    <a:pt x="176892" y="17095"/>
                    <a:pt x="177017" y="16823"/>
                    <a:pt x="177017" y="16492"/>
                  </a:cubicBezTo>
                  <a:cubicBezTo>
                    <a:pt x="177017" y="16215"/>
                    <a:pt x="176897" y="15912"/>
                    <a:pt x="176657" y="15580"/>
                  </a:cubicBezTo>
                  <a:close/>
                  <a:moveTo>
                    <a:pt x="189945" y="16326"/>
                  </a:moveTo>
                  <a:cubicBezTo>
                    <a:pt x="189982" y="16289"/>
                    <a:pt x="189959" y="16206"/>
                    <a:pt x="189876" y="16077"/>
                  </a:cubicBezTo>
                  <a:cubicBezTo>
                    <a:pt x="189793" y="15948"/>
                    <a:pt x="189687" y="15783"/>
                    <a:pt x="189558" y="15580"/>
                  </a:cubicBezTo>
                  <a:lnTo>
                    <a:pt x="189586" y="15580"/>
                  </a:lnTo>
                  <a:cubicBezTo>
                    <a:pt x="189438" y="15359"/>
                    <a:pt x="189296" y="15110"/>
                    <a:pt x="189157" y="14834"/>
                  </a:cubicBezTo>
                  <a:cubicBezTo>
                    <a:pt x="189019" y="14558"/>
                    <a:pt x="188932" y="14319"/>
                    <a:pt x="188895" y="14116"/>
                  </a:cubicBezTo>
                  <a:cubicBezTo>
                    <a:pt x="188803" y="13453"/>
                    <a:pt x="188738" y="12776"/>
                    <a:pt x="188702" y="12086"/>
                  </a:cubicBezTo>
                  <a:cubicBezTo>
                    <a:pt x="188665" y="11395"/>
                    <a:pt x="188646" y="10727"/>
                    <a:pt x="188646" y="10083"/>
                  </a:cubicBezTo>
                  <a:lnTo>
                    <a:pt x="188646" y="9613"/>
                  </a:lnTo>
                  <a:cubicBezTo>
                    <a:pt x="188646" y="9448"/>
                    <a:pt x="188651" y="9240"/>
                    <a:pt x="188660" y="8992"/>
                  </a:cubicBezTo>
                  <a:cubicBezTo>
                    <a:pt x="188669" y="8743"/>
                    <a:pt x="188674" y="8435"/>
                    <a:pt x="188674" y="8066"/>
                  </a:cubicBezTo>
                  <a:lnTo>
                    <a:pt x="188674" y="6685"/>
                  </a:lnTo>
                  <a:cubicBezTo>
                    <a:pt x="188471" y="6151"/>
                    <a:pt x="188145" y="5815"/>
                    <a:pt x="187693" y="5677"/>
                  </a:cubicBezTo>
                  <a:cubicBezTo>
                    <a:pt x="187242" y="5539"/>
                    <a:pt x="186731" y="5470"/>
                    <a:pt x="186160" y="5470"/>
                  </a:cubicBezTo>
                  <a:cubicBezTo>
                    <a:pt x="185866" y="5470"/>
                    <a:pt x="185562" y="5493"/>
                    <a:pt x="185249" y="5539"/>
                  </a:cubicBezTo>
                  <a:cubicBezTo>
                    <a:pt x="184936" y="5585"/>
                    <a:pt x="184632" y="5649"/>
                    <a:pt x="184337" y="5732"/>
                  </a:cubicBezTo>
                  <a:cubicBezTo>
                    <a:pt x="184042" y="5815"/>
                    <a:pt x="183780" y="5902"/>
                    <a:pt x="183550" y="5994"/>
                  </a:cubicBezTo>
                  <a:cubicBezTo>
                    <a:pt x="183320" y="6087"/>
                    <a:pt x="183140" y="6169"/>
                    <a:pt x="183011" y="6243"/>
                  </a:cubicBezTo>
                  <a:cubicBezTo>
                    <a:pt x="182403" y="6630"/>
                    <a:pt x="181837" y="7072"/>
                    <a:pt x="181312" y="7569"/>
                  </a:cubicBezTo>
                  <a:cubicBezTo>
                    <a:pt x="180787" y="8066"/>
                    <a:pt x="180322" y="8614"/>
                    <a:pt x="179917" y="9213"/>
                  </a:cubicBezTo>
                  <a:cubicBezTo>
                    <a:pt x="179512" y="9811"/>
                    <a:pt x="179194" y="10456"/>
                    <a:pt x="178964" y="11146"/>
                  </a:cubicBezTo>
                  <a:cubicBezTo>
                    <a:pt x="178734" y="11837"/>
                    <a:pt x="178619" y="12569"/>
                    <a:pt x="178619" y="13343"/>
                  </a:cubicBezTo>
                  <a:cubicBezTo>
                    <a:pt x="178619" y="14098"/>
                    <a:pt x="178766" y="14816"/>
                    <a:pt x="179061" y="15497"/>
                  </a:cubicBezTo>
                  <a:cubicBezTo>
                    <a:pt x="179355" y="16179"/>
                    <a:pt x="179853" y="16768"/>
                    <a:pt x="180552" y="17265"/>
                  </a:cubicBezTo>
                  <a:cubicBezTo>
                    <a:pt x="181031" y="17578"/>
                    <a:pt x="181506" y="17785"/>
                    <a:pt x="181975" y="17887"/>
                  </a:cubicBezTo>
                  <a:cubicBezTo>
                    <a:pt x="182445" y="17988"/>
                    <a:pt x="182928" y="18039"/>
                    <a:pt x="183425" y="18039"/>
                  </a:cubicBezTo>
                  <a:cubicBezTo>
                    <a:pt x="184107" y="18039"/>
                    <a:pt x="184738" y="17970"/>
                    <a:pt x="185318" y="17831"/>
                  </a:cubicBezTo>
                  <a:cubicBezTo>
                    <a:pt x="185898" y="17693"/>
                    <a:pt x="186519" y="17376"/>
                    <a:pt x="187182" y="16878"/>
                  </a:cubicBezTo>
                  <a:cubicBezTo>
                    <a:pt x="187274" y="17026"/>
                    <a:pt x="187390" y="17178"/>
                    <a:pt x="187528" y="17334"/>
                  </a:cubicBezTo>
                  <a:cubicBezTo>
                    <a:pt x="187666" y="17491"/>
                    <a:pt x="187808" y="17643"/>
                    <a:pt x="187956" y="17790"/>
                  </a:cubicBezTo>
                  <a:cubicBezTo>
                    <a:pt x="188287" y="17956"/>
                    <a:pt x="188600" y="18025"/>
                    <a:pt x="188895" y="17997"/>
                  </a:cubicBezTo>
                  <a:cubicBezTo>
                    <a:pt x="189190" y="17970"/>
                    <a:pt x="189434" y="17878"/>
                    <a:pt x="189627" y="17721"/>
                  </a:cubicBezTo>
                  <a:cubicBezTo>
                    <a:pt x="189820" y="17564"/>
                    <a:pt x="189949" y="17362"/>
                    <a:pt x="190014" y="17113"/>
                  </a:cubicBezTo>
                  <a:cubicBezTo>
                    <a:pt x="190078" y="16865"/>
                    <a:pt x="190055" y="16602"/>
                    <a:pt x="189945" y="16326"/>
                  </a:cubicBezTo>
                  <a:close/>
                  <a:moveTo>
                    <a:pt x="186215" y="14365"/>
                  </a:moveTo>
                  <a:cubicBezTo>
                    <a:pt x="185589" y="14880"/>
                    <a:pt x="185074" y="15258"/>
                    <a:pt x="184669" y="15497"/>
                  </a:cubicBezTo>
                  <a:cubicBezTo>
                    <a:pt x="184337" y="15608"/>
                    <a:pt x="183992" y="15663"/>
                    <a:pt x="183633" y="15663"/>
                  </a:cubicBezTo>
                  <a:cubicBezTo>
                    <a:pt x="183273" y="15663"/>
                    <a:pt x="182937" y="15594"/>
                    <a:pt x="182624" y="15456"/>
                  </a:cubicBezTo>
                  <a:cubicBezTo>
                    <a:pt x="182311" y="15318"/>
                    <a:pt x="182040" y="15115"/>
                    <a:pt x="181809" y="14848"/>
                  </a:cubicBezTo>
                  <a:cubicBezTo>
                    <a:pt x="181579" y="14581"/>
                    <a:pt x="181436" y="14245"/>
                    <a:pt x="181381" y="13840"/>
                  </a:cubicBezTo>
                  <a:cubicBezTo>
                    <a:pt x="181289" y="13324"/>
                    <a:pt x="181303" y="12795"/>
                    <a:pt x="181423" y="12251"/>
                  </a:cubicBezTo>
                  <a:cubicBezTo>
                    <a:pt x="181542" y="11708"/>
                    <a:pt x="181731" y="11188"/>
                    <a:pt x="181989" y="10691"/>
                  </a:cubicBezTo>
                  <a:cubicBezTo>
                    <a:pt x="182247" y="10193"/>
                    <a:pt x="182574" y="9742"/>
                    <a:pt x="182970" y="9337"/>
                  </a:cubicBezTo>
                  <a:cubicBezTo>
                    <a:pt x="183366" y="8932"/>
                    <a:pt x="183812" y="8619"/>
                    <a:pt x="184309" y="8398"/>
                  </a:cubicBezTo>
                  <a:cubicBezTo>
                    <a:pt x="184438" y="8343"/>
                    <a:pt x="184664" y="8250"/>
                    <a:pt x="184986" y="8122"/>
                  </a:cubicBezTo>
                  <a:cubicBezTo>
                    <a:pt x="185308" y="7993"/>
                    <a:pt x="185626" y="7910"/>
                    <a:pt x="185939" y="7873"/>
                  </a:cubicBezTo>
                  <a:cubicBezTo>
                    <a:pt x="185939" y="8241"/>
                    <a:pt x="185930" y="8619"/>
                    <a:pt x="185912" y="9006"/>
                  </a:cubicBezTo>
                  <a:cubicBezTo>
                    <a:pt x="185893" y="9392"/>
                    <a:pt x="185884" y="9825"/>
                    <a:pt x="185884" y="10304"/>
                  </a:cubicBezTo>
                  <a:cubicBezTo>
                    <a:pt x="185884" y="10985"/>
                    <a:pt x="185902" y="11671"/>
                    <a:pt x="185939" y="12362"/>
                  </a:cubicBezTo>
                  <a:cubicBezTo>
                    <a:pt x="185976" y="13052"/>
                    <a:pt x="186068" y="13720"/>
                    <a:pt x="186215" y="14365"/>
                  </a:cubicBezTo>
                  <a:close/>
                  <a:moveTo>
                    <a:pt x="194033" y="8066"/>
                  </a:moveTo>
                  <a:lnTo>
                    <a:pt x="195414" y="8066"/>
                  </a:lnTo>
                  <a:lnTo>
                    <a:pt x="195414" y="12293"/>
                  </a:lnTo>
                  <a:cubicBezTo>
                    <a:pt x="195414" y="13029"/>
                    <a:pt x="195419" y="13771"/>
                    <a:pt x="195428" y="14517"/>
                  </a:cubicBezTo>
                  <a:cubicBezTo>
                    <a:pt x="195437" y="15262"/>
                    <a:pt x="195442" y="15985"/>
                    <a:pt x="195442" y="16685"/>
                  </a:cubicBezTo>
                  <a:cubicBezTo>
                    <a:pt x="195497" y="17109"/>
                    <a:pt x="195658" y="17422"/>
                    <a:pt x="195925" y="17624"/>
                  </a:cubicBezTo>
                  <a:cubicBezTo>
                    <a:pt x="196192" y="17827"/>
                    <a:pt x="196483" y="17928"/>
                    <a:pt x="196796" y="17928"/>
                  </a:cubicBezTo>
                  <a:cubicBezTo>
                    <a:pt x="197109" y="17928"/>
                    <a:pt x="197413" y="17818"/>
                    <a:pt x="197707" y="17597"/>
                  </a:cubicBezTo>
                  <a:cubicBezTo>
                    <a:pt x="198002" y="17376"/>
                    <a:pt x="198149" y="17035"/>
                    <a:pt x="198149" y="16575"/>
                  </a:cubicBezTo>
                  <a:cubicBezTo>
                    <a:pt x="198149" y="16004"/>
                    <a:pt x="198145" y="15433"/>
                    <a:pt x="198135" y="14862"/>
                  </a:cubicBezTo>
                  <a:cubicBezTo>
                    <a:pt x="198126" y="14291"/>
                    <a:pt x="198122" y="13720"/>
                    <a:pt x="198122" y="13149"/>
                  </a:cubicBezTo>
                  <a:lnTo>
                    <a:pt x="198122" y="8066"/>
                  </a:lnTo>
                  <a:lnTo>
                    <a:pt x="200470" y="8066"/>
                  </a:lnTo>
                  <a:cubicBezTo>
                    <a:pt x="201317" y="7845"/>
                    <a:pt x="201740" y="7440"/>
                    <a:pt x="201740" y="6851"/>
                  </a:cubicBezTo>
                  <a:cubicBezTo>
                    <a:pt x="201740" y="6593"/>
                    <a:pt x="201644" y="6354"/>
                    <a:pt x="201450" y="6133"/>
                  </a:cubicBezTo>
                  <a:cubicBezTo>
                    <a:pt x="201257" y="5912"/>
                    <a:pt x="200958" y="5746"/>
                    <a:pt x="200552" y="5635"/>
                  </a:cubicBezTo>
                  <a:lnTo>
                    <a:pt x="198122" y="5635"/>
                  </a:lnTo>
                  <a:lnTo>
                    <a:pt x="198122" y="1326"/>
                  </a:lnTo>
                  <a:cubicBezTo>
                    <a:pt x="198029" y="958"/>
                    <a:pt x="197855" y="686"/>
                    <a:pt x="197597" y="511"/>
                  </a:cubicBezTo>
                  <a:cubicBezTo>
                    <a:pt x="197339" y="336"/>
                    <a:pt x="197063" y="249"/>
                    <a:pt x="196768" y="249"/>
                  </a:cubicBezTo>
                  <a:cubicBezTo>
                    <a:pt x="196455" y="249"/>
                    <a:pt x="196174" y="345"/>
                    <a:pt x="195925" y="539"/>
                  </a:cubicBezTo>
                  <a:cubicBezTo>
                    <a:pt x="195677" y="732"/>
                    <a:pt x="195506" y="1022"/>
                    <a:pt x="195414" y="1409"/>
                  </a:cubicBezTo>
                  <a:lnTo>
                    <a:pt x="195414" y="5635"/>
                  </a:lnTo>
                  <a:lnTo>
                    <a:pt x="194144" y="5635"/>
                  </a:lnTo>
                  <a:cubicBezTo>
                    <a:pt x="193646" y="5635"/>
                    <a:pt x="193273" y="5764"/>
                    <a:pt x="193025" y="6022"/>
                  </a:cubicBezTo>
                  <a:cubicBezTo>
                    <a:pt x="192776" y="6280"/>
                    <a:pt x="192652" y="6556"/>
                    <a:pt x="192652" y="6851"/>
                  </a:cubicBezTo>
                  <a:cubicBezTo>
                    <a:pt x="192652" y="7145"/>
                    <a:pt x="192767" y="7403"/>
                    <a:pt x="192997" y="7624"/>
                  </a:cubicBezTo>
                  <a:cubicBezTo>
                    <a:pt x="193227" y="7845"/>
                    <a:pt x="193573" y="7993"/>
                    <a:pt x="194033" y="8066"/>
                  </a:cubicBezTo>
                  <a:close/>
                  <a:moveTo>
                    <a:pt x="212928" y="14227"/>
                  </a:moveTo>
                  <a:cubicBezTo>
                    <a:pt x="212394" y="14558"/>
                    <a:pt x="211809" y="14876"/>
                    <a:pt x="211174" y="15180"/>
                  </a:cubicBezTo>
                  <a:cubicBezTo>
                    <a:pt x="210539" y="15483"/>
                    <a:pt x="209926" y="15654"/>
                    <a:pt x="209337" y="15691"/>
                  </a:cubicBezTo>
                  <a:cubicBezTo>
                    <a:pt x="208637" y="15746"/>
                    <a:pt x="208048" y="15617"/>
                    <a:pt x="207569" y="15304"/>
                  </a:cubicBezTo>
                  <a:cubicBezTo>
                    <a:pt x="207090" y="14991"/>
                    <a:pt x="206722" y="14567"/>
                    <a:pt x="206464" y="14033"/>
                  </a:cubicBezTo>
                  <a:cubicBezTo>
                    <a:pt x="206501" y="14033"/>
                    <a:pt x="206598" y="14015"/>
                    <a:pt x="206754" y="13978"/>
                  </a:cubicBezTo>
                  <a:cubicBezTo>
                    <a:pt x="206911" y="13941"/>
                    <a:pt x="207274" y="13849"/>
                    <a:pt x="207845" y="13702"/>
                  </a:cubicBezTo>
                  <a:cubicBezTo>
                    <a:pt x="208379" y="13573"/>
                    <a:pt x="208950" y="13425"/>
                    <a:pt x="209558" y="13260"/>
                  </a:cubicBezTo>
                  <a:cubicBezTo>
                    <a:pt x="210166" y="13094"/>
                    <a:pt x="210755" y="12891"/>
                    <a:pt x="211326" y="12652"/>
                  </a:cubicBezTo>
                  <a:cubicBezTo>
                    <a:pt x="211897" y="12413"/>
                    <a:pt x="212422" y="12132"/>
                    <a:pt x="212901" y="11809"/>
                  </a:cubicBezTo>
                  <a:cubicBezTo>
                    <a:pt x="213379" y="11487"/>
                    <a:pt x="213757" y="11105"/>
                    <a:pt x="214033" y="10663"/>
                  </a:cubicBezTo>
                  <a:cubicBezTo>
                    <a:pt x="214180" y="10442"/>
                    <a:pt x="214282" y="10212"/>
                    <a:pt x="214337" y="9972"/>
                  </a:cubicBezTo>
                  <a:cubicBezTo>
                    <a:pt x="214392" y="9733"/>
                    <a:pt x="214420" y="9484"/>
                    <a:pt x="214420" y="9227"/>
                  </a:cubicBezTo>
                  <a:cubicBezTo>
                    <a:pt x="214420" y="8840"/>
                    <a:pt x="214346" y="8453"/>
                    <a:pt x="214199" y="8066"/>
                  </a:cubicBezTo>
                  <a:cubicBezTo>
                    <a:pt x="214052" y="7680"/>
                    <a:pt x="213849" y="7325"/>
                    <a:pt x="213591" y="7003"/>
                  </a:cubicBezTo>
                  <a:cubicBezTo>
                    <a:pt x="213333" y="6680"/>
                    <a:pt x="213029" y="6404"/>
                    <a:pt x="212680" y="6174"/>
                  </a:cubicBezTo>
                  <a:cubicBezTo>
                    <a:pt x="212330" y="5944"/>
                    <a:pt x="211952" y="5783"/>
                    <a:pt x="211547" y="5691"/>
                  </a:cubicBezTo>
                  <a:cubicBezTo>
                    <a:pt x="211123" y="5599"/>
                    <a:pt x="210691" y="5552"/>
                    <a:pt x="210249" y="5552"/>
                  </a:cubicBezTo>
                  <a:cubicBezTo>
                    <a:pt x="209420" y="5552"/>
                    <a:pt x="208619" y="5691"/>
                    <a:pt x="207845" y="5967"/>
                  </a:cubicBezTo>
                  <a:cubicBezTo>
                    <a:pt x="207072" y="6243"/>
                    <a:pt x="206354" y="6611"/>
                    <a:pt x="205691" y="7072"/>
                  </a:cubicBezTo>
                  <a:cubicBezTo>
                    <a:pt x="204862" y="7624"/>
                    <a:pt x="204259" y="8343"/>
                    <a:pt x="203881" y="9227"/>
                  </a:cubicBezTo>
                  <a:cubicBezTo>
                    <a:pt x="203504" y="10110"/>
                    <a:pt x="203315" y="11031"/>
                    <a:pt x="203315" y="11989"/>
                  </a:cubicBezTo>
                  <a:cubicBezTo>
                    <a:pt x="203315" y="12965"/>
                    <a:pt x="203531" y="13918"/>
                    <a:pt x="203964" y="14848"/>
                  </a:cubicBezTo>
                  <a:cubicBezTo>
                    <a:pt x="204397" y="15778"/>
                    <a:pt x="205000" y="16529"/>
                    <a:pt x="205773" y="17099"/>
                  </a:cubicBezTo>
                  <a:cubicBezTo>
                    <a:pt x="206252" y="17431"/>
                    <a:pt x="206768" y="17675"/>
                    <a:pt x="207320" y="17831"/>
                  </a:cubicBezTo>
                  <a:cubicBezTo>
                    <a:pt x="207873" y="17988"/>
                    <a:pt x="208416" y="18066"/>
                    <a:pt x="208950" y="18066"/>
                  </a:cubicBezTo>
                  <a:cubicBezTo>
                    <a:pt x="209853" y="18066"/>
                    <a:pt x="210750" y="17905"/>
                    <a:pt x="211644" y="17583"/>
                  </a:cubicBezTo>
                  <a:cubicBezTo>
                    <a:pt x="212537" y="17261"/>
                    <a:pt x="213370" y="16869"/>
                    <a:pt x="214144" y="16409"/>
                  </a:cubicBezTo>
                  <a:cubicBezTo>
                    <a:pt x="214420" y="16243"/>
                    <a:pt x="214622" y="16064"/>
                    <a:pt x="214751" y="15870"/>
                  </a:cubicBezTo>
                  <a:cubicBezTo>
                    <a:pt x="214880" y="15677"/>
                    <a:pt x="214945" y="15479"/>
                    <a:pt x="214945" y="15276"/>
                  </a:cubicBezTo>
                  <a:cubicBezTo>
                    <a:pt x="214945" y="15074"/>
                    <a:pt x="214894" y="14885"/>
                    <a:pt x="214793" y="14710"/>
                  </a:cubicBezTo>
                  <a:cubicBezTo>
                    <a:pt x="214692" y="14535"/>
                    <a:pt x="214553" y="14392"/>
                    <a:pt x="214378" y="14282"/>
                  </a:cubicBezTo>
                  <a:cubicBezTo>
                    <a:pt x="214203" y="14171"/>
                    <a:pt x="213992" y="14107"/>
                    <a:pt x="213743" y="14088"/>
                  </a:cubicBezTo>
                  <a:cubicBezTo>
                    <a:pt x="213494" y="14070"/>
                    <a:pt x="213223" y="14116"/>
                    <a:pt x="212928" y="14227"/>
                  </a:cubicBezTo>
                  <a:close/>
                  <a:moveTo>
                    <a:pt x="207845" y="8674"/>
                  </a:moveTo>
                  <a:cubicBezTo>
                    <a:pt x="208158" y="8527"/>
                    <a:pt x="208554" y="8375"/>
                    <a:pt x="209033" y="8218"/>
                  </a:cubicBezTo>
                  <a:cubicBezTo>
                    <a:pt x="209512" y="8062"/>
                    <a:pt x="209963" y="7983"/>
                    <a:pt x="210387" y="7983"/>
                  </a:cubicBezTo>
                  <a:cubicBezTo>
                    <a:pt x="210773" y="7983"/>
                    <a:pt x="211105" y="8085"/>
                    <a:pt x="211381" y="8287"/>
                  </a:cubicBezTo>
                  <a:cubicBezTo>
                    <a:pt x="211657" y="8490"/>
                    <a:pt x="211777" y="8858"/>
                    <a:pt x="211740" y="9392"/>
                  </a:cubicBezTo>
                  <a:cubicBezTo>
                    <a:pt x="211630" y="9613"/>
                    <a:pt x="211413" y="9816"/>
                    <a:pt x="211091" y="10000"/>
                  </a:cubicBezTo>
                  <a:cubicBezTo>
                    <a:pt x="210769" y="10184"/>
                    <a:pt x="210419" y="10345"/>
                    <a:pt x="210041" y="10483"/>
                  </a:cubicBezTo>
                  <a:cubicBezTo>
                    <a:pt x="209664" y="10622"/>
                    <a:pt x="209291" y="10741"/>
                    <a:pt x="208923" y="10843"/>
                  </a:cubicBezTo>
                  <a:cubicBezTo>
                    <a:pt x="208554" y="10944"/>
                    <a:pt x="208278" y="11022"/>
                    <a:pt x="208094" y="11077"/>
                  </a:cubicBezTo>
                  <a:cubicBezTo>
                    <a:pt x="207578" y="11225"/>
                    <a:pt x="207182" y="11340"/>
                    <a:pt x="206906" y="11423"/>
                  </a:cubicBezTo>
                  <a:cubicBezTo>
                    <a:pt x="206630" y="11506"/>
                    <a:pt x="206423" y="11565"/>
                    <a:pt x="206285" y="11602"/>
                  </a:cubicBezTo>
                  <a:cubicBezTo>
                    <a:pt x="206146" y="11639"/>
                    <a:pt x="206064" y="11662"/>
                    <a:pt x="206036" y="11671"/>
                  </a:cubicBezTo>
                  <a:lnTo>
                    <a:pt x="205994" y="11685"/>
                  </a:lnTo>
                  <a:cubicBezTo>
                    <a:pt x="206031" y="11041"/>
                    <a:pt x="206197" y="10456"/>
                    <a:pt x="206492" y="9931"/>
                  </a:cubicBezTo>
                  <a:cubicBezTo>
                    <a:pt x="206786" y="9406"/>
                    <a:pt x="207238" y="8987"/>
                    <a:pt x="207845" y="8674"/>
                  </a:cubicBezTo>
                  <a:close/>
                  <a:moveTo>
                    <a:pt x="226796" y="15525"/>
                  </a:moveTo>
                  <a:lnTo>
                    <a:pt x="226768" y="15497"/>
                  </a:lnTo>
                  <a:lnTo>
                    <a:pt x="226602" y="15276"/>
                  </a:lnTo>
                  <a:lnTo>
                    <a:pt x="226602" y="1077"/>
                  </a:lnTo>
                  <a:cubicBezTo>
                    <a:pt x="226473" y="709"/>
                    <a:pt x="226285" y="437"/>
                    <a:pt x="226036" y="262"/>
                  </a:cubicBezTo>
                  <a:cubicBezTo>
                    <a:pt x="225787" y="87"/>
                    <a:pt x="225516" y="0"/>
                    <a:pt x="225221" y="0"/>
                  </a:cubicBezTo>
                  <a:cubicBezTo>
                    <a:pt x="224908" y="0"/>
                    <a:pt x="224627" y="97"/>
                    <a:pt x="224378" y="290"/>
                  </a:cubicBezTo>
                  <a:cubicBezTo>
                    <a:pt x="224130" y="483"/>
                    <a:pt x="223959" y="773"/>
                    <a:pt x="223867" y="1160"/>
                  </a:cubicBezTo>
                  <a:cubicBezTo>
                    <a:pt x="223867" y="1344"/>
                    <a:pt x="223872" y="1634"/>
                    <a:pt x="223881" y="2030"/>
                  </a:cubicBezTo>
                  <a:cubicBezTo>
                    <a:pt x="223890" y="2426"/>
                    <a:pt x="223895" y="2910"/>
                    <a:pt x="223895" y="3481"/>
                  </a:cubicBezTo>
                  <a:cubicBezTo>
                    <a:pt x="223895" y="3867"/>
                    <a:pt x="223900" y="4268"/>
                    <a:pt x="223909" y="4682"/>
                  </a:cubicBezTo>
                  <a:cubicBezTo>
                    <a:pt x="223918" y="5097"/>
                    <a:pt x="223923" y="5562"/>
                    <a:pt x="223923" y="6077"/>
                  </a:cubicBezTo>
                  <a:cubicBezTo>
                    <a:pt x="223554" y="5985"/>
                    <a:pt x="223177" y="5935"/>
                    <a:pt x="222790" y="5925"/>
                  </a:cubicBezTo>
                  <a:cubicBezTo>
                    <a:pt x="222403" y="5916"/>
                    <a:pt x="222007" y="5912"/>
                    <a:pt x="221602" y="5912"/>
                  </a:cubicBezTo>
                  <a:cubicBezTo>
                    <a:pt x="221105" y="5930"/>
                    <a:pt x="220589" y="6022"/>
                    <a:pt x="220055" y="6188"/>
                  </a:cubicBezTo>
                  <a:cubicBezTo>
                    <a:pt x="219521" y="6354"/>
                    <a:pt x="219042" y="6547"/>
                    <a:pt x="218619" y="6768"/>
                  </a:cubicBezTo>
                  <a:cubicBezTo>
                    <a:pt x="218140" y="7026"/>
                    <a:pt x="217689" y="7348"/>
                    <a:pt x="217265" y="7735"/>
                  </a:cubicBezTo>
                  <a:cubicBezTo>
                    <a:pt x="216842" y="8122"/>
                    <a:pt x="216510" y="8545"/>
                    <a:pt x="216271" y="9006"/>
                  </a:cubicBezTo>
                  <a:cubicBezTo>
                    <a:pt x="215976" y="9576"/>
                    <a:pt x="215764" y="10180"/>
                    <a:pt x="215635" y="10815"/>
                  </a:cubicBezTo>
                  <a:cubicBezTo>
                    <a:pt x="215506" y="11450"/>
                    <a:pt x="215442" y="12090"/>
                    <a:pt x="215442" y="12735"/>
                  </a:cubicBezTo>
                  <a:cubicBezTo>
                    <a:pt x="215442" y="13324"/>
                    <a:pt x="215525" y="13913"/>
                    <a:pt x="215691" y="14503"/>
                  </a:cubicBezTo>
                  <a:cubicBezTo>
                    <a:pt x="215856" y="15092"/>
                    <a:pt x="216114" y="15645"/>
                    <a:pt x="216464" y="16160"/>
                  </a:cubicBezTo>
                  <a:cubicBezTo>
                    <a:pt x="216943" y="16805"/>
                    <a:pt x="217541" y="17284"/>
                    <a:pt x="218260" y="17597"/>
                  </a:cubicBezTo>
                  <a:cubicBezTo>
                    <a:pt x="218978" y="17910"/>
                    <a:pt x="219724" y="18066"/>
                    <a:pt x="220497" y="18066"/>
                  </a:cubicBezTo>
                  <a:cubicBezTo>
                    <a:pt x="221234" y="18066"/>
                    <a:pt x="221938" y="17960"/>
                    <a:pt x="222610" y="17749"/>
                  </a:cubicBezTo>
                  <a:cubicBezTo>
                    <a:pt x="223283" y="17537"/>
                    <a:pt x="223886" y="17210"/>
                    <a:pt x="224420" y="16768"/>
                  </a:cubicBezTo>
                  <a:lnTo>
                    <a:pt x="224751" y="17099"/>
                  </a:lnTo>
                  <a:cubicBezTo>
                    <a:pt x="225083" y="17431"/>
                    <a:pt x="225460" y="17597"/>
                    <a:pt x="225884" y="17597"/>
                  </a:cubicBezTo>
                  <a:cubicBezTo>
                    <a:pt x="226252" y="17597"/>
                    <a:pt x="226552" y="17482"/>
                    <a:pt x="226782" y="17251"/>
                  </a:cubicBezTo>
                  <a:cubicBezTo>
                    <a:pt x="227012" y="17021"/>
                    <a:pt x="227127" y="16750"/>
                    <a:pt x="227127" y="16436"/>
                  </a:cubicBezTo>
                  <a:cubicBezTo>
                    <a:pt x="227127" y="16308"/>
                    <a:pt x="227104" y="16169"/>
                    <a:pt x="227058" y="16022"/>
                  </a:cubicBezTo>
                  <a:cubicBezTo>
                    <a:pt x="227012" y="15875"/>
                    <a:pt x="226924" y="15709"/>
                    <a:pt x="226796" y="15525"/>
                  </a:cubicBezTo>
                  <a:close/>
                  <a:moveTo>
                    <a:pt x="223950" y="13923"/>
                  </a:moveTo>
                  <a:lnTo>
                    <a:pt x="223232" y="14475"/>
                  </a:lnTo>
                  <a:cubicBezTo>
                    <a:pt x="222514" y="15028"/>
                    <a:pt x="221800" y="15331"/>
                    <a:pt x="221091" y="15387"/>
                  </a:cubicBezTo>
                  <a:cubicBezTo>
                    <a:pt x="220382" y="15442"/>
                    <a:pt x="219770" y="15304"/>
                    <a:pt x="219254" y="14972"/>
                  </a:cubicBezTo>
                  <a:cubicBezTo>
                    <a:pt x="218738" y="14641"/>
                    <a:pt x="218379" y="14134"/>
                    <a:pt x="218177" y="13453"/>
                  </a:cubicBezTo>
                  <a:cubicBezTo>
                    <a:pt x="217974" y="12772"/>
                    <a:pt x="218020" y="11961"/>
                    <a:pt x="218315" y="11022"/>
                  </a:cubicBezTo>
                  <a:cubicBezTo>
                    <a:pt x="218444" y="10562"/>
                    <a:pt x="218637" y="10161"/>
                    <a:pt x="218895" y="9820"/>
                  </a:cubicBezTo>
                  <a:cubicBezTo>
                    <a:pt x="219153" y="9480"/>
                    <a:pt x="219457" y="9199"/>
                    <a:pt x="219807" y="8978"/>
                  </a:cubicBezTo>
                  <a:cubicBezTo>
                    <a:pt x="220157" y="8757"/>
                    <a:pt x="220534" y="8596"/>
                    <a:pt x="220939" y="8494"/>
                  </a:cubicBezTo>
                  <a:cubicBezTo>
                    <a:pt x="221344" y="8393"/>
                    <a:pt x="221759" y="8343"/>
                    <a:pt x="222182" y="8343"/>
                  </a:cubicBezTo>
                  <a:cubicBezTo>
                    <a:pt x="222403" y="8343"/>
                    <a:pt x="222634" y="8361"/>
                    <a:pt x="222873" y="8398"/>
                  </a:cubicBezTo>
                  <a:cubicBezTo>
                    <a:pt x="223112" y="8435"/>
                    <a:pt x="223352" y="8481"/>
                    <a:pt x="223591" y="8536"/>
                  </a:cubicBezTo>
                  <a:lnTo>
                    <a:pt x="223923" y="8812"/>
                  </a:lnTo>
                  <a:cubicBezTo>
                    <a:pt x="223923" y="9162"/>
                    <a:pt x="223927" y="9567"/>
                    <a:pt x="223936" y="10028"/>
                  </a:cubicBezTo>
                  <a:cubicBezTo>
                    <a:pt x="223946" y="10488"/>
                    <a:pt x="223950" y="10953"/>
                    <a:pt x="223950" y="11423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37" name="environment-heading" descr="Simulated AAOS cockpit"/>
            <p:cNvSpPr/>
            <p:nvPr/>
          </p:nvSpPr>
          <p:spPr>
            <a:xfrm>
              <a:off x="2173441" y="354844"/>
              <a:ext cx="1642389" cy="146207"/>
            </a:xfrm>
            <a:custGeom>
              <a:avLst/>
              <a:gdLst/>
              <a:ahLst/>
              <a:cxnLst/>
              <a:rect l="0" t="0" r="r" b="b"/>
              <a:pathLst>
                <a:path w="295926" h="26344">
                  <a:moveTo>
                    <a:pt x="209" y="16767"/>
                  </a:moveTo>
                  <a:lnTo>
                    <a:pt x="239" y="16797"/>
                  </a:lnTo>
                  <a:cubicBezTo>
                    <a:pt x="597" y="17214"/>
                    <a:pt x="1034" y="17602"/>
                    <a:pt x="1551" y="17960"/>
                  </a:cubicBezTo>
                  <a:cubicBezTo>
                    <a:pt x="2069" y="18318"/>
                    <a:pt x="2635" y="18627"/>
                    <a:pt x="3252" y="18885"/>
                  </a:cubicBezTo>
                  <a:cubicBezTo>
                    <a:pt x="3869" y="19144"/>
                    <a:pt x="4520" y="19343"/>
                    <a:pt x="5206" y="19482"/>
                  </a:cubicBezTo>
                  <a:cubicBezTo>
                    <a:pt x="5892" y="19621"/>
                    <a:pt x="6573" y="19681"/>
                    <a:pt x="7250" y="19661"/>
                  </a:cubicBezTo>
                  <a:cubicBezTo>
                    <a:pt x="8025" y="19641"/>
                    <a:pt x="8771" y="19517"/>
                    <a:pt x="9487" y="19288"/>
                  </a:cubicBezTo>
                  <a:cubicBezTo>
                    <a:pt x="10203" y="19059"/>
                    <a:pt x="10840" y="18726"/>
                    <a:pt x="11397" y="18288"/>
                  </a:cubicBezTo>
                  <a:cubicBezTo>
                    <a:pt x="11954" y="17851"/>
                    <a:pt x="12396" y="17299"/>
                    <a:pt x="12724" y="16633"/>
                  </a:cubicBezTo>
                  <a:cubicBezTo>
                    <a:pt x="13052" y="15966"/>
                    <a:pt x="13217" y="15186"/>
                    <a:pt x="13217" y="14291"/>
                  </a:cubicBezTo>
                  <a:cubicBezTo>
                    <a:pt x="13217" y="13415"/>
                    <a:pt x="13018" y="12615"/>
                    <a:pt x="12620" y="11889"/>
                  </a:cubicBezTo>
                  <a:cubicBezTo>
                    <a:pt x="12222" y="11163"/>
                    <a:pt x="11645" y="10591"/>
                    <a:pt x="10890" y="10173"/>
                  </a:cubicBezTo>
                  <a:cubicBezTo>
                    <a:pt x="10034" y="9696"/>
                    <a:pt x="9254" y="9363"/>
                    <a:pt x="8548" y="9174"/>
                  </a:cubicBezTo>
                  <a:cubicBezTo>
                    <a:pt x="7841" y="8985"/>
                    <a:pt x="7081" y="8801"/>
                    <a:pt x="6265" y="8622"/>
                  </a:cubicBezTo>
                  <a:cubicBezTo>
                    <a:pt x="6285" y="8622"/>
                    <a:pt x="6136" y="8587"/>
                    <a:pt x="5818" y="8518"/>
                  </a:cubicBezTo>
                  <a:cubicBezTo>
                    <a:pt x="5499" y="8448"/>
                    <a:pt x="5151" y="8329"/>
                    <a:pt x="4773" y="8160"/>
                  </a:cubicBezTo>
                  <a:cubicBezTo>
                    <a:pt x="4396" y="7991"/>
                    <a:pt x="4048" y="7767"/>
                    <a:pt x="3729" y="7488"/>
                  </a:cubicBezTo>
                  <a:cubicBezTo>
                    <a:pt x="3411" y="7210"/>
                    <a:pt x="3272" y="6872"/>
                    <a:pt x="3312" y="6474"/>
                  </a:cubicBezTo>
                  <a:cubicBezTo>
                    <a:pt x="3351" y="5997"/>
                    <a:pt x="3501" y="5604"/>
                    <a:pt x="3759" y="5296"/>
                  </a:cubicBezTo>
                  <a:cubicBezTo>
                    <a:pt x="4018" y="4987"/>
                    <a:pt x="4331" y="4734"/>
                    <a:pt x="4699" y="4535"/>
                  </a:cubicBezTo>
                  <a:cubicBezTo>
                    <a:pt x="5067" y="4336"/>
                    <a:pt x="5475" y="4197"/>
                    <a:pt x="5922" y="4117"/>
                  </a:cubicBezTo>
                  <a:cubicBezTo>
                    <a:pt x="6370" y="4038"/>
                    <a:pt x="6802" y="3998"/>
                    <a:pt x="7220" y="3998"/>
                  </a:cubicBezTo>
                  <a:cubicBezTo>
                    <a:pt x="7777" y="3998"/>
                    <a:pt x="8314" y="4062"/>
                    <a:pt x="8831" y="4192"/>
                  </a:cubicBezTo>
                  <a:cubicBezTo>
                    <a:pt x="9348" y="4321"/>
                    <a:pt x="9865" y="4465"/>
                    <a:pt x="10382" y="4624"/>
                  </a:cubicBezTo>
                  <a:cubicBezTo>
                    <a:pt x="10641" y="4724"/>
                    <a:pt x="10880" y="4744"/>
                    <a:pt x="11098" y="4684"/>
                  </a:cubicBezTo>
                  <a:cubicBezTo>
                    <a:pt x="11317" y="4624"/>
                    <a:pt x="11501" y="4530"/>
                    <a:pt x="11650" y="4401"/>
                  </a:cubicBezTo>
                  <a:cubicBezTo>
                    <a:pt x="11799" y="4271"/>
                    <a:pt x="11914" y="4112"/>
                    <a:pt x="11993" y="3923"/>
                  </a:cubicBezTo>
                  <a:cubicBezTo>
                    <a:pt x="12073" y="3734"/>
                    <a:pt x="12113" y="3560"/>
                    <a:pt x="12113" y="3401"/>
                  </a:cubicBezTo>
                  <a:cubicBezTo>
                    <a:pt x="12113" y="3182"/>
                    <a:pt x="12048" y="2964"/>
                    <a:pt x="11919" y="2745"/>
                  </a:cubicBezTo>
                  <a:cubicBezTo>
                    <a:pt x="11790" y="2526"/>
                    <a:pt x="11586" y="2337"/>
                    <a:pt x="11307" y="2178"/>
                  </a:cubicBezTo>
                  <a:cubicBezTo>
                    <a:pt x="10790" y="1899"/>
                    <a:pt x="10253" y="1691"/>
                    <a:pt x="9696" y="1551"/>
                  </a:cubicBezTo>
                  <a:cubicBezTo>
                    <a:pt x="9139" y="1412"/>
                    <a:pt x="8513" y="1343"/>
                    <a:pt x="7817" y="1343"/>
                  </a:cubicBezTo>
                  <a:cubicBezTo>
                    <a:pt x="6981" y="1343"/>
                    <a:pt x="6136" y="1442"/>
                    <a:pt x="5281" y="1641"/>
                  </a:cubicBezTo>
                  <a:cubicBezTo>
                    <a:pt x="4425" y="1840"/>
                    <a:pt x="3640" y="2148"/>
                    <a:pt x="2924" y="2566"/>
                  </a:cubicBezTo>
                  <a:cubicBezTo>
                    <a:pt x="2208" y="2983"/>
                    <a:pt x="1616" y="3525"/>
                    <a:pt x="1149" y="4192"/>
                  </a:cubicBezTo>
                  <a:cubicBezTo>
                    <a:pt x="681" y="4858"/>
                    <a:pt x="438" y="5659"/>
                    <a:pt x="418" y="6593"/>
                  </a:cubicBezTo>
                  <a:cubicBezTo>
                    <a:pt x="398" y="7329"/>
                    <a:pt x="537" y="7961"/>
                    <a:pt x="835" y="8488"/>
                  </a:cubicBezTo>
                  <a:cubicBezTo>
                    <a:pt x="1134" y="9015"/>
                    <a:pt x="1531" y="9457"/>
                    <a:pt x="2029" y="9815"/>
                  </a:cubicBezTo>
                  <a:cubicBezTo>
                    <a:pt x="2526" y="10173"/>
                    <a:pt x="3098" y="10462"/>
                    <a:pt x="3744" y="10681"/>
                  </a:cubicBezTo>
                  <a:cubicBezTo>
                    <a:pt x="4391" y="10899"/>
                    <a:pt x="5052" y="11069"/>
                    <a:pt x="5728" y="11188"/>
                  </a:cubicBezTo>
                  <a:cubicBezTo>
                    <a:pt x="6146" y="11248"/>
                    <a:pt x="6623" y="11337"/>
                    <a:pt x="7160" y="11456"/>
                  </a:cubicBezTo>
                  <a:cubicBezTo>
                    <a:pt x="7697" y="11576"/>
                    <a:pt x="8199" y="11755"/>
                    <a:pt x="8667" y="11993"/>
                  </a:cubicBezTo>
                  <a:cubicBezTo>
                    <a:pt x="9134" y="12232"/>
                    <a:pt x="9522" y="12565"/>
                    <a:pt x="9830" y="12993"/>
                  </a:cubicBezTo>
                  <a:cubicBezTo>
                    <a:pt x="10139" y="13420"/>
                    <a:pt x="10283" y="13972"/>
                    <a:pt x="10263" y="14649"/>
                  </a:cubicBezTo>
                  <a:cubicBezTo>
                    <a:pt x="10223" y="15345"/>
                    <a:pt x="9970" y="15917"/>
                    <a:pt x="9502" y="16364"/>
                  </a:cubicBezTo>
                  <a:cubicBezTo>
                    <a:pt x="9035" y="16812"/>
                    <a:pt x="8264" y="17035"/>
                    <a:pt x="7190" y="17035"/>
                  </a:cubicBezTo>
                  <a:cubicBezTo>
                    <a:pt x="6235" y="17035"/>
                    <a:pt x="5410" y="16881"/>
                    <a:pt x="4714" y="16573"/>
                  </a:cubicBezTo>
                  <a:cubicBezTo>
                    <a:pt x="4018" y="16265"/>
                    <a:pt x="3302" y="15792"/>
                    <a:pt x="2566" y="15156"/>
                  </a:cubicBezTo>
                  <a:cubicBezTo>
                    <a:pt x="2367" y="15017"/>
                    <a:pt x="2173" y="14907"/>
                    <a:pt x="1984" y="14828"/>
                  </a:cubicBezTo>
                  <a:cubicBezTo>
                    <a:pt x="1795" y="14748"/>
                    <a:pt x="1591" y="14708"/>
                    <a:pt x="1372" y="14708"/>
                  </a:cubicBezTo>
                  <a:cubicBezTo>
                    <a:pt x="975" y="14708"/>
                    <a:pt x="646" y="14823"/>
                    <a:pt x="388" y="15051"/>
                  </a:cubicBezTo>
                  <a:cubicBezTo>
                    <a:pt x="129" y="15280"/>
                    <a:pt x="0" y="15573"/>
                    <a:pt x="0" y="15931"/>
                  </a:cubicBezTo>
                  <a:cubicBezTo>
                    <a:pt x="0" y="16190"/>
                    <a:pt x="70" y="16469"/>
                    <a:pt x="209" y="16767"/>
                  </a:cubicBezTo>
                  <a:close/>
                  <a:moveTo>
                    <a:pt x="18945" y="18020"/>
                  </a:moveTo>
                  <a:lnTo>
                    <a:pt x="18855" y="6713"/>
                  </a:lnTo>
                  <a:cubicBezTo>
                    <a:pt x="18756" y="6315"/>
                    <a:pt x="18567" y="6022"/>
                    <a:pt x="18288" y="5833"/>
                  </a:cubicBezTo>
                  <a:cubicBezTo>
                    <a:pt x="18010" y="5644"/>
                    <a:pt x="17712" y="5549"/>
                    <a:pt x="17393" y="5549"/>
                  </a:cubicBezTo>
                  <a:cubicBezTo>
                    <a:pt x="17035" y="5549"/>
                    <a:pt x="16727" y="5654"/>
                    <a:pt x="16469" y="5862"/>
                  </a:cubicBezTo>
                  <a:cubicBezTo>
                    <a:pt x="16210" y="6071"/>
                    <a:pt x="16031" y="6385"/>
                    <a:pt x="15931" y="6802"/>
                  </a:cubicBezTo>
                  <a:lnTo>
                    <a:pt x="16021" y="18139"/>
                  </a:lnTo>
                  <a:cubicBezTo>
                    <a:pt x="16081" y="18597"/>
                    <a:pt x="16250" y="18935"/>
                    <a:pt x="16528" y="19154"/>
                  </a:cubicBezTo>
                  <a:cubicBezTo>
                    <a:pt x="16807" y="19372"/>
                    <a:pt x="17125" y="19482"/>
                    <a:pt x="17483" y="19482"/>
                  </a:cubicBezTo>
                  <a:cubicBezTo>
                    <a:pt x="17841" y="19482"/>
                    <a:pt x="18169" y="19362"/>
                    <a:pt x="18467" y="19124"/>
                  </a:cubicBezTo>
                  <a:cubicBezTo>
                    <a:pt x="18766" y="18885"/>
                    <a:pt x="18925" y="18517"/>
                    <a:pt x="18945" y="18020"/>
                  </a:cubicBezTo>
                  <a:close/>
                  <a:moveTo>
                    <a:pt x="15723" y="2059"/>
                  </a:moveTo>
                  <a:cubicBezTo>
                    <a:pt x="15723" y="2516"/>
                    <a:pt x="15887" y="2904"/>
                    <a:pt x="16215" y="3222"/>
                  </a:cubicBezTo>
                  <a:cubicBezTo>
                    <a:pt x="16543" y="3540"/>
                    <a:pt x="16936" y="3699"/>
                    <a:pt x="17393" y="3699"/>
                  </a:cubicBezTo>
                  <a:cubicBezTo>
                    <a:pt x="17871" y="3699"/>
                    <a:pt x="18273" y="3540"/>
                    <a:pt x="18602" y="3222"/>
                  </a:cubicBezTo>
                  <a:cubicBezTo>
                    <a:pt x="18930" y="2904"/>
                    <a:pt x="19094" y="2516"/>
                    <a:pt x="19094" y="2059"/>
                  </a:cubicBezTo>
                  <a:cubicBezTo>
                    <a:pt x="19094" y="1601"/>
                    <a:pt x="18930" y="1208"/>
                    <a:pt x="18602" y="880"/>
                  </a:cubicBezTo>
                  <a:cubicBezTo>
                    <a:pt x="18273" y="552"/>
                    <a:pt x="17871" y="388"/>
                    <a:pt x="17393" y="388"/>
                  </a:cubicBezTo>
                  <a:cubicBezTo>
                    <a:pt x="16936" y="388"/>
                    <a:pt x="16543" y="552"/>
                    <a:pt x="16215" y="880"/>
                  </a:cubicBezTo>
                  <a:cubicBezTo>
                    <a:pt x="15887" y="1208"/>
                    <a:pt x="15723" y="1601"/>
                    <a:pt x="15723" y="2059"/>
                  </a:cubicBezTo>
                  <a:close/>
                  <a:moveTo>
                    <a:pt x="29566" y="18050"/>
                  </a:moveTo>
                  <a:cubicBezTo>
                    <a:pt x="29625" y="18507"/>
                    <a:pt x="29794" y="18845"/>
                    <a:pt x="30073" y="19064"/>
                  </a:cubicBezTo>
                  <a:cubicBezTo>
                    <a:pt x="30351" y="19283"/>
                    <a:pt x="30670" y="19392"/>
                    <a:pt x="31028" y="19392"/>
                  </a:cubicBezTo>
                  <a:cubicBezTo>
                    <a:pt x="31386" y="19392"/>
                    <a:pt x="31714" y="19273"/>
                    <a:pt x="32012" y="19034"/>
                  </a:cubicBezTo>
                  <a:cubicBezTo>
                    <a:pt x="32310" y="18796"/>
                    <a:pt x="32470" y="18428"/>
                    <a:pt x="32490" y="17930"/>
                  </a:cubicBezTo>
                  <a:lnTo>
                    <a:pt x="32460" y="10054"/>
                  </a:lnTo>
                  <a:cubicBezTo>
                    <a:pt x="32738" y="9398"/>
                    <a:pt x="33056" y="8950"/>
                    <a:pt x="33414" y="8712"/>
                  </a:cubicBezTo>
                  <a:cubicBezTo>
                    <a:pt x="33772" y="8473"/>
                    <a:pt x="34180" y="8354"/>
                    <a:pt x="34638" y="8354"/>
                  </a:cubicBezTo>
                  <a:cubicBezTo>
                    <a:pt x="35015" y="8354"/>
                    <a:pt x="35403" y="8478"/>
                    <a:pt x="35801" y="8727"/>
                  </a:cubicBezTo>
                  <a:cubicBezTo>
                    <a:pt x="36199" y="8975"/>
                    <a:pt x="36507" y="9408"/>
                    <a:pt x="36726" y="10024"/>
                  </a:cubicBezTo>
                  <a:lnTo>
                    <a:pt x="36726" y="18080"/>
                  </a:lnTo>
                  <a:cubicBezTo>
                    <a:pt x="36786" y="18537"/>
                    <a:pt x="36955" y="18875"/>
                    <a:pt x="37233" y="19094"/>
                  </a:cubicBezTo>
                  <a:cubicBezTo>
                    <a:pt x="37512" y="19313"/>
                    <a:pt x="37830" y="19422"/>
                    <a:pt x="38188" y="19422"/>
                  </a:cubicBezTo>
                  <a:cubicBezTo>
                    <a:pt x="38526" y="19422"/>
                    <a:pt x="38849" y="19303"/>
                    <a:pt x="39157" y="19064"/>
                  </a:cubicBezTo>
                  <a:cubicBezTo>
                    <a:pt x="39466" y="18825"/>
                    <a:pt x="39630" y="18457"/>
                    <a:pt x="39650" y="17960"/>
                  </a:cubicBezTo>
                  <a:lnTo>
                    <a:pt x="39650" y="9726"/>
                  </a:lnTo>
                  <a:cubicBezTo>
                    <a:pt x="39650" y="9169"/>
                    <a:pt x="39501" y="8647"/>
                    <a:pt x="39202" y="8160"/>
                  </a:cubicBezTo>
                  <a:cubicBezTo>
                    <a:pt x="38904" y="7672"/>
                    <a:pt x="38506" y="7245"/>
                    <a:pt x="38009" y="6877"/>
                  </a:cubicBezTo>
                  <a:cubicBezTo>
                    <a:pt x="37512" y="6509"/>
                    <a:pt x="36955" y="6215"/>
                    <a:pt x="36338" y="5997"/>
                  </a:cubicBezTo>
                  <a:cubicBezTo>
                    <a:pt x="35722" y="5778"/>
                    <a:pt x="35095" y="5669"/>
                    <a:pt x="34459" y="5669"/>
                  </a:cubicBezTo>
                  <a:cubicBezTo>
                    <a:pt x="34160" y="5669"/>
                    <a:pt x="33867" y="5723"/>
                    <a:pt x="33578" y="5833"/>
                  </a:cubicBezTo>
                  <a:cubicBezTo>
                    <a:pt x="33290" y="5942"/>
                    <a:pt x="33012" y="6081"/>
                    <a:pt x="32743" y="6250"/>
                  </a:cubicBezTo>
                  <a:cubicBezTo>
                    <a:pt x="32475" y="6419"/>
                    <a:pt x="32216" y="6608"/>
                    <a:pt x="31967" y="6817"/>
                  </a:cubicBezTo>
                  <a:cubicBezTo>
                    <a:pt x="31719" y="7026"/>
                    <a:pt x="31495" y="7230"/>
                    <a:pt x="31296" y="7429"/>
                  </a:cubicBezTo>
                  <a:cubicBezTo>
                    <a:pt x="30819" y="6912"/>
                    <a:pt x="30217" y="6494"/>
                    <a:pt x="29491" y="6176"/>
                  </a:cubicBezTo>
                  <a:cubicBezTo>
                    <a:pt x="28765" y="5857"/>
                    <a:pt x="28044" y="5698"/>
                    <a:pt x="27328" y="5698"/>
                  </a:cubicBezTo>
                  <a:cubicBezTo>
                    <a:pt x="26871" y="5698"/>
                    <a:pt x="26438" y="5768"/>
                    <a:pt x="26030" y="5907"/>
                  </a:cubicBezTo>
                  <a:cubicBezTo>
                    <a:pt x="25623" y="6046"/>
                    <a:pt x="25270" y="6206"/>
                    <a:pt x="24971" y="6385"/>
                  </a:cubicBezTo>
                  <a:cubicBezTo>
                    <a:pt x="24832" y="6086"/>
                    <a:pt x="24643" y="5872"/>
                    <a:pt x="24404" y="5743"/>
                  </a:cubicBezTo>
                  <a:cubicBezTo>
                    <a:pt x="24166" y="5614"/>
                    <a:pt x="23907" y="5549"/>
                    <a:pt x="23629" y="5549"/>
                  </a:cubicBezTo>
                  <a:cubicBezTo>
                    <a:pt x="22893" y="5549"/>
                    <a:pt x="22406" y="5957"/>
                    <a:pt x="22167" y="6772"/>
                  </a:cubicBezTo>
                  <a:lnTo>
                    <a:pt x="22167" y="18199"/>
                  </a:lnTo>
                  <a:cubicBezTo>
                    <a:pt x="22227" y="18656"/>
                    <a:pt x="22401" y="18994"/>
                    <a:pt x="22689" y="19213"/>
                  </a:cubicBezTo>
                  <a:cubicBezTo>
                    <a:pt x="22977" y="19432"/>
                    <a:pt x="23291" y="19541"/>
                    <a:pt x="23629" y="19541"/>
                  </a:cubicBezTo>
                  <a:cubicBezTo>
                    <a:pt x="23987" y="19541"/>
                    <a:pt x="24320" y="19422"/>
                    <a:pt x="24628" y="19183"/>
                  </a:cubicBezTo>
                  <a:cubicBezTo>
                    <a:pt x="24936" y="18945"/>
                    <a:pt x="25101" y="18577"/>
                    <a:pt x="25120" y="18080"/>
                  </a:cubicBezTo>
                  <a:lnTo>
                    <a:pt x="25120" y="9994"/>
                  </a:lnTo>
                  <a:cubicBezTo>
                    <a:pt x="25359" y="9696"/>
                    <a:pt x="25563" y="9448"/>
                    <a:pt x="25732" y="9249"/>
                  </a:cubicBezTo>
                  <a:cubicBezTo>
                    <a:pt x="25901" y="9050"/>
                    <a:pt x="26055" y="8891"/>
                    <a:pt x="26194" y="8771"/>
                  </a:cubicBezTo>
                  <a:cubicBezTo>
                    <a:pt x="26334" y="8652"/>
                    <a:pt x="26473" y="8562"/>
                    <a:pt x="26612" y="8503"/>
                  </a:cubicBezTo>
                  <a:cubicBezTo>
                    <a:pt x="26751" y="8443"/>
                    <a:pt x="26920" y="8403"/>
                    <a:pt x="27119" y="8383"/>
                  </a:cubicBezTo>
                  <a:cubicBezTo>
                    <a:pt x="27656" y="8324"/>
                    <a:pt x="28144" y="8448"/>
                    <a:pt x="28581" y="8756"/>
                  </a:cubicBezTo>
                  <a:cubicBezTo>
                    <a:pt x="29019" y="9065"/>
                    <a:pt x="29347" y="9487"/>
                    <a:pt x="29566" y="10024"/>
                  </a:cubicBezTo>
                  <a:close/>
                  <a:moveTo>
                    <a:pt x="54298" y="16856"/>
                  </a:moveTo>
                  <a:cubicBezTo>
                    <a:pt x="54080" y="16598"/>
                    <a:pt x="53901" y="16265"/>
                    <a:pt x="53761" y="15857"/>
                  </a:cubicBezTo>
                  <a:cubicBezTo>
                    <a:pt x="53622" y="15449"/>
                    <a:pt x="53508" y="14997"/>
                    <a:pt x="53418" y="14499"/>
                  </a:cubicBezTo>
                  <a:cubicBezTo>
                    <a:pt x="53329" y="14002"/>
                    <a:pt x="53269" y="13480"/>
                    <a:pt x="53239" y="12933"/>
                  </a:cubicBezTo>
                  <a:cubicBezTo>
                    <a:pt x="53209" y="12386"/>
                    <a:pt x="53194" y="11844"/>
                    <a:pt x="53194" y="11307"/>
                  </a:cubicBezTo>
                  <a:cubicBezTo>
                    <a:pt x="53194" y="10909"/>
                    <a:pt x="53204" y="10522"/>
                    <a:pt x="53224" y="10144"/>
                  </a:cubicBezTo>
                  <a:cubicBezTo>
                    <a:pt x="53244" y="9766"/>
                    <a:pt x="53274" y="9408"/>
                    <a:pt x="53314" y="9070"/>
                  </a:cubicBezTo>
                  <a:cubicBezTo>
                    <a:pt x="53373" y="8533"/>
                    <a:pt x="53403" y="8055"/>
                    <a:pt x="53403" y="7638"/>
                  </a:cubicBezTo>
                  <a:cubicBezTo>
                    <a:pt x="53403" y="7160"/>
                    <a:pt x="53259" y="6802"/>
                    <a:pt x="52971" y="6564"/>
                  </a:cubicBezTo>
                  <a:cubicBezTo>
                    <a:pt x="52682" y="6325"/>
                    <a:pt x="52359" y="6206"/>
                    <a:pt x="52001" y="6206"/>
                  </a:cubicBezTo>
                  <a:cubicBezTo>
                    <a:pt x="51544" y="6206"/>
                    <a:pt x="51201" y="6360"/>
                    <a:pt x="50972" y="6668"/>
                  </a:cubicBezTo>
                  <a:cubicBezTo>
                    <a:pt x="50743" y="6976"/>
                    <a:pt x="50574" y="7374"/>
                    <a:pt x="50465" y="7861"/>
                  </a:cubicBezTo>
                  <a:cubicBezTo>
                    <a:pt x="50355" y="8349"/>
                    <a:pt x="50296" y="8891"/>
                    <a:pt x="50286" y="9487"/>
                  </a:cubicBezTo>
                  <a:cubicBezTo>
                    <a:pt x="50276" y="10084"/>
                    <a:pt x="50271" y="10671"/>
                    <a:pt x="50271" y="11248"/>
                  </a:cubicBezTo>
                  <a:cubicBezTo>
                    <a:pt x="50271" y="12242"/>
                    <a:pt x="50330" y="13217"/>
                    <a:pt x="50450" y="14171"/>
                  </a:cubicBezTo>
                  <a:cubicBezTo>
                    <a:pt x="49992" y="14748"/>
                    <a:pt x="49515" y="15260"/>
                    <a:pt x="49018" y="15708"/>
                  </a:cubicBezTo>
                  <a:cubicBezTo>
                    <a:pt x="48520" y="16155"/>
                    <a:pt x="47983" y="16379"/>
                    <a:pt x="47407" y="16379"/>
                  </a:cubicBezTo>
                  <a:cubicBezTo>
                    <a:pt x="46691" y="16379"/>
                    <a:pt x="46124" y="16041"/>
                    <a:pt x="45706" y="15365"/>
                  </a:cubicBezTo>
                  <a:cubicBezTo>
                    <a:pt x="45288" y="14688"/>
                    <a:pt x="45080" y="13813"/>
                    <a:pt x="45080" y="12739"/>
                  </a:cubicBezTo>
                  <a:cubicBezTo>
                    <a:pt x="45080" y="12242"/>
                    <a:pt x="45085" y="11775"/>
                    <a:pt x="45094" y="11337"/>
                  </a:cubicBezTo>
                  <a:cubicBezTo>
                    <a:pt x="45104" y="10899"/>
                    <a:pt x="45119" y="10452"/>
                    <a:pt x="45139" y="9994"/>
                  </a:cubicBezTo>
                  <a:cubicBezTo>
                    <a:pt x="45159" y="9557"/>
                    <a:pt x="45169" y="9119"/>
                    <a:pt x="45169" y="8682"/>
                  </a:cubicBezTo>
                  <a:lnTo>
                    <a:pt x="45169" y="7339"/>
                  </a:lnTo>
                  <a:cubicBezTo>
                    <a:pt x="45070" y="6941"/>
                    <a:pt x="44876" y="6648"/>
                    <a:pt x="44587" y="6459"/>
                  </a:cubicBezTo>
                  <a:cubicBezTo>
                    <a:pt x="44299" y="6270"/>
                    <a:pt x="44006" y="6176"/>
                    <a:pt x="43707" y="6176"/>
                  </a:cubicBezTo>
                  <a:cubicBezTo>
                    <a:pt x="43349" y="6176"/>
                    <a:pt x="43036" y="6275"/>
                    <a:pt x="42767" y="6474"/>
                  </a:cubicBezTo>
                  <a:cubicBezTo>
                    <a:pt x="42499" y="6673"/>
                    <a:pt x="42315" y="6991"/>
                    <a:pt x="42215" y="7429"/>
                  </a:cubicBezTo>
                  <a:cubicBezTo>
                    <a:pt x="42215" y="7707"/>
                    <a:pt x="42210" y="8006"/>
                    <a:pt x="42201" y="8324"/>
                  </a:cubicBezTo>
                  <a:cubicBezTo>
                    <a:pt x="42191" y="8642"/>
                    <a:pt x="42176" y="8970"/>
                    <a:pt x="42156" y="9308"/>
                  </a:cubicBezTo>
                  <a:cubicBezTo>
                    <a:pt x="42136" y="9706"/>
                    <a:pt x="42126" y="10114"/>
                    <a:pt x="42126" y="10531"/>
                  </a:cubicBezTo>
                  <a:lnTo>
                    <a:pt x="42126" y="11814"/>
                  </a:lnTo>
                  <a:cubicBezTo>
                    <a:pt x="42126" y="12491"/>
                    <a:pt x="42151" y="13137"/>
                    <a:pt x="42201" y="13754"/>
                  </a:cubicBezTo>
                  <a:cubicBezTo>
                    <a:pt x="42250" y="14370"/>
                    <a:pt x="42355" y="14937"/>
                    <a:pt x="42514" y="15454"/>
                  </a:cubicBezTo>
                  <a:cubicBezTo>
                    <a:pt x="42693" y="15951"/>
                    <a:pt x="42946" y="16419"/>
                    <a:pt x="43275" y="16856"/>
                  </a:cubicBezTo>
                  <a:cubicBezTo>
                    <a:pt x="43603" y="17294"/>
                    <a:pt x="43991" y="17677"/>
                    <a:pt x="44438" y="18005"/>
                  </a:cubicBezTo>
                  <a:cubicBezTo>
                    <a:pt x="44886" y="18333"/>
                    <a:pt x="45373" y="18592"/>
                    <a:pt x="45900" y="18781"/>
                  </a:cubicBezTo>
                  <a:cubicBezTo>
                    <a:pt x="46427" y="18970"/>
                    <a:pt x="46959" y="19064"/>
                    <a:pt x="47496" y="19064"/>
                  </a:cubicBezTo>
                  <a:cubicBezTo>
                    <a:pt x="48192" y="19064"/>
                    <a:pt x="48878" y="18895"/>
                    <a:pt x="49555" y="18557"/>
                  </a:cubicBezTo>
                  <a:cubicBezTo>
                    <a:pt x="50231" y="18219"/>
                    <a:pt x="50818" y="17821"/>
                    <a:pt x="51315" y="17364"/>
                  </a:cubicBezTo>
                  <a:cubicBezTo>
                    <a:pt x="51534" y="17821"/>
                    <a:pt x="51807" y="18219"/>
                    <a:pt x="52135" y="18557"/>
                  </a:cubicBezTo>
                  <a:cubicBezTo>
                    <a:pt x="52464" y="18895"/>
                    <a:pt x="52856" y="19064"/>
                    <a:pt x="53314" y="19064"/>
                  </a:cubicBezTo>
                  <a:cubicBezTo>
                    <a:pt x="53692" y="19064"/>
                    <a:pt x="54015" y="18950"/>
                    <a:pt x="54283" y="18721"/>
                  </a:cubicBezTo>
                  <a:cubicBezTo>
                    <a:pt x="54552" y="18492"/>
                    <a:pt x="54686" y="18199"/>
                    <a:pt x="54686" y="17841"/>
                  </a:cubicBezTo>
                  <a:cubicBezTo>
                    <a:pt x="54686" y="17543"/>
                    <a:pt x="54557" y="17214"/>
                    <a:pt x="54298" y="16856"/>
                  </a:cubicBezTo>
                  <a:close/>
                  <a:moveTo>
                    <a:pt x="60295" y="17453"/>
                  </a:moveTo>
                  <a:lnTo>
                    <a:pt x="60146" y="17378"/>
                  </a:lnTo>
                  <a:cubicBezTo>
                    <a:pt x="60086" y="17349"/>
                    <a:pt x="60036" y="17314"/>
                    <a:pt x="59997" y="17274"/>
                  </a:cubicBezTo>
                  <a:lnTo>
                    <a:pt x="59997" y="1462"/>
                  </a:lnTo>
                  <a:cubicBezTo>
                    <a:pt x="59857" y="1084"/>
                    <a:pt x="59659" y="801"/>
                    <a:pt x="59400" y="612"/>
                  </a:cubicBezTo>
                  <a:cubicBezTo>
                    <a:pt x="59141" y="423"/>
                    <a:pt x="58843" y="328"/>
                    <a:pt x="58505" y="328"/>
                  </a:cubicBezTo>
                  <a:cubicBezTo>
                    <a:pt x="58167" y="328"/>
                    <a:pt x="57869" y="433"/>
                    <a:pt x="57610" y="641"/>
                  </a:cubicBezTo>
                  <a:cubicBezTo>
                    <a:pt x="57351" y="850"/>
                    <a:pt x="57172" y="1154"/>
                    <a:pt x="57073" y="1551"/>
                  </a:cubicBezTo>
                  <a:lnTo>
                    <a:pt x="57073" y="17901"/>
                  </a:lnTo>
                  <a:cubicBezTo>
                    <a:pt x="57113" y="18139"/>
                    <a:pt x="57162" y="18328"/>
                    <a:pt x="57222" y="18467"/>
                  </a:cubicBezTo>
                  <a:cubicBezTo>
                    <a:pt x="57282" y="18607"/>
                    <a:pt x="57401" y="18756"/>
                    <a:pt x="57580" y="18915"/>
                  </a:cubicBezTo>
                  <a:lnTo>
                    <a:pt x="58863" y="19750"/>
                  </a:lnTo>
                  <a:cubicBezTo>
                    <a:pt x="59161" y="19909"/>
                    <a:pt x="59445" y="19984"/>
                    <a:pt x="59713" y="19974"/>
                  </a:cubicBezTo>
                  <a:cubicBezTo>
                    <a:pt x="59982" y="19964"/>
                    <a:pt x="60215" y="19899"/>
                    <a:pt x="60414" y="19780"/>
                  </a:cubicBezTo>
                  <a:cubicBezTo>
                    <a:pt x="60613" y="19661"/>
                    <a:pt x="60772" y="19502"/>
                    <a:pt x="60892" y="19303"/>
                  </a:cubicBezTo>
                  <a:cubicBezTo>
                    <a:pt x="61011" y="19104"/>
                    <a:pt x="61071" y="18885"/>
                    <a:pt x="61071" y="18646"/>
                  </a:cubicBezTo>
                  <a:cubicBezTo>
                    <a:pt x="61071" y="18229"/>
                    <a:pt x="60812" y="17831"/>
                    <a:pt x="60295" y="17453"/>
                  </a:cubicBezTo>
                  <a:close/>
                  <a:moveTo>
                    <a:pt x="76764" y="17662"/>
                  </a:moveTo>
                  <a:cubicBezTo>
                    <a:pt x="76803" y="17622"/>
                    <a:pt x="76778" y="17533"/>
                    <a:pt x="76689" y="17393"/>
                  </a:cubicBezTo>
                  <a:cubicBezTo>
                    <a:pt x="76599" y="17254"/>
                    <a:pt x="76485" y="17075"/>
                    <a:pt x="76346" y="16856"/>
                  </a:cubicBezTo>
                  <a:lnTo>
                    <a:pt x="76376" y="16856"/>
                  </a:lnTo>
                  <a:cubicBezTo>
                    <a:pt x="76217" y="16618"/>
                    <a:pt x="76062" y="16349"/>
                    <a:pt x="75913" y="16051"/>
                  </a:cubicBezTo>
                  <a:cubicBezTo>
                    <a:pt x="75764" y="15752"/>
                    <a:pt x="75670" y="15494"/>
                    <a:pt x="75630" y="15275"/>
                  </a:cubicBezTo>
                  <a:cubicBezTo>
                    <a:pt x="75530" y="14559"/>
                    <a:pt x="75461" y="13828"/>
                    <a:pt x="75421" y="13082"/>
                  </a:cubicBezTo>
                  <a:cubicBezTo>
                    <a:pt x="75381" y="12336"/>
                    <a:pt x="75361" y="11615"/>
                    <a:pt x="75361" y="10919"/>
                  </a:cubicBezTo>
                  <a:lnTo>
                    <a:pt x="75361" y="10412"/>
                  </a:lnTo>
                  <a:cubicBezTo>
                    <a:pt x="75361" y="10233"/>
                    <a:pt x="75366" y="10009"/>
                    <a:pt x="75376" y="9741"/>
                  </a:cubicBezTo>
                  <a:cubicBezTo>
                    <a:pt x="75386" y="9472"/>
                    <a:pt x="75391" y="9139"/>
                    <a:pt x="75391" y="8741"/>
                  </a:cubicBezTo>
                  <a:lnTo>
                    <a:pt x="75391" y="7250"/>
                  </a:lnTo>
                  <a:cubicBezTo>
                    <a:pt x="75172" y="6673"/>
                    <a:pt x="74819" y="6310"/>
                    <a:pt x="74332" y="6161"/>
                  </a:cubicBezTo>
                  <a:cubicBezTo>
                    <a:pt x="73845" y="6012"/>
                    <a:pt x="73293" y="5937"/>
                    <a:pt x="72676" y="5937"/>
                  </a:cubicBezTo>
                  <a:cubicBezTo>
                    <a:pt x="72358" y="5937"/>
                    <a:pt x="72030" y="5962"/>
                    <a:pt x="71692" y="6012"/>
                  </a:cubicBezTo>
                  <a:cubicBezTo>
                    <a:pt x="71354" y="6061"/>
                    <a:pt x="71025" y="6131"/>
                    <a:pt x="70707" y="6220"/>
                  </a:cubicBezTo>
                  <a:cubicBezTo>
                    <a:pt x="70389" y="6310"/>
                    <a:pt x="70106" y="6404"/>
                    <a:pt x="69857" y="6504"/>
                  </a:cubicBezTo>
                  <a:cubicBezTo>
                    <a:pt x="69608" y="6603"/>
                    <a:pt x="69414" y="6693"/>
                    <a:pt x="69275" y="6772"/>
                  </a:cubicBezTo>
                  <a:cubicBezTo>
                    <a:pt x="68619" y="7190"/>
                    <a:pt x="68007" y="7667"/>
                    <a:pt x="67440" y="8204"/>
                  </a:cubicBezTo>
                  <a:cubicBezTo>
                    <a:pt x="66873" y="8741"/>
                    <a:pt x="66371" y="9333"/>
                    <a:pt x="65934" y="9980"/>
                  </a:cubicBezTo>
                  <a:cubicBezTo>
                    <a:pt x="65496" y="10626"/>
                    <a:pt x="65153" y="11322"/>
                    <a:pt x="64904" y="12068"/>
                  </a:cubicBezTo>
                  <a:cubicBezTo>
                    <a:pt x="64656" y="12814"/>
                    <a:pt x="64531" y="13604"/>
                    <a:pt x="64531" y="14440"/>
                  </a:cubicBezTo>
                  <a:cubicBezTo>
                    <a:pt x="64531" y="15255"/>
                    <a:pt x="64691" y="16031"/>
                    <a:pt x="65009" y="16767"/>
                  </a:cubicBezTo>
                  <a:cubicBezTo>
                    <a:pt x="65327" y="17503"/>
                    <a:pt x="65864" y="18139"/>
                    <a:pt x="66620" y="18676"/>
                  </a:cubicBezTo>
                  <a:cubicBezTo>
                    <a:pt x="67137" y="19014"/>
                    <a:pt x="67649" y="19238"/>
                    <a:pt x="68156" y="19348"/>
                  </a:cubicBezTo>
                  <a:cubicBezTo>
                    <a:pt x="68664" y="19457"/>
                    <a:pt x="69186" y="19512"/>
                    <a:pt x="69723" y="19512"/>
                  </a:cubicBezTo>
                  <a:cubicBezTo>
                    <a:pt x="70459" y="19512"/>
                    <a:pt x="71140" y="19437"/>
                    <a:pt x="71766" y="19288"/>
                  </a:cubicBezTo>
                  <a:cubicBezTo>
                    <a:pt x="72393" y="19139"/>
                    <a:pt x="73064" y="18796"/>
                    <a:pt x="73780" y="18259"/>
                  </a:cubicBezTo>
                  <a:cubicBezTo>
                    <a:pt x="73880" y="18418"/>
                    <a:pt x="74004" y="18582"/>
                    <a:pt x="74153" y="18751"/>
                  </a:cubicBezTo>
                  <a:cubicBezTo>
                    <a:pt x="74302" y="18920"/>
                    <a:pt x="74456" y="19084"/>
                    <a:pt x="74615" y="19243"/>
                  </a:cubicBezTo>
                  <a:cubicBezTo>
                    <a:pt x="74973" y="19422"/>
                    <a:pt x="75312" y="19497"/>
                    <a:pt x="75630" y="19467"/>
                  </a:cubicBezTo>
                  <a:cubicBezTo>
                    <a:pt x="75948" y="19437"/>
                    <a:pt x="76212" y="19338"/>
                    <a:pt x="76420" y="19169"/>
                  </a:cubicBezTo>
                  <a:cubicBezTo>
                    <a:pt x="76629" y="18999"/>
                    <a:pt x="76769" y="18781"/>
                    <a:pt x="76838" y="18512"/>
                  </a:cubicBezTo>
                  <a:cubicBezTo>
                    <a:pt x="76908" y="18244"/>
                    <a:pt x="76883" y="17960"/>
                    <a:pt x="76764" y="17662"/>
                  </a:cubicBezTo>
                  <a:close/>
                  <a:moveTo>
                    <a:pt x="72736" y="15544"/>
                  </a:moveTo>
                  <a:cubicBezTo>
                    <a:pt x="72060" y="16101"/>
                    <a:pt x="71503" y="16508"/>
                    <a:pt x="71065" y="16767"/>
                  </a:cubicBezTo>
                  <a:cubicBezTo>
                    <a:pt x="70707" y="16886"/>
                    <a:pt x="70334" y="16946"/>
                    <a:pt x="69946" y="16946"/>
                  </a:cubicBezTo>
                  <a:cubicBezTo>
                    <a:pt x="69559" y="16946"/>
                    <a:pt x="69196" y="16871"/>
                    <a:pt x="68857" y="16722"/>
                  </a:cubicBezTo>
                  <a:cubicBezTo>
                    <a:pt x="68519" y="16573"/>
                    <a:pt x="68226" y="16354"/>
                    <a:pt x="67977" y="16066"/>
                  </a:cubicBezTo>
                  <a:cubicBezTo>
                    <a:pt x="67729" y="15777"/>
                    <a:pt x="67575" y="15414"/>
                    <a:pt x="67515" y="14977"/>
                  </a:cubicBezTo>
                  <a:cubicBezTo>
                    <a:pt x="67415" y="14420"/>
                    <a:pt x="67430" y="13848"/>
                    <a:pt x="67560" y="13261"/>
                  </a:cubicBezTo>
                  <a:cubicBezTo>
                    <a:pt x="67689" y="12675"/>
                    <a:pt x="67893" y="12113"/>
                    <a:pt x="68171" y="11576"/>
                  </a:cubicBezTo>
                  <a:cubicBezTo>
                    <a:pt x="68450" y="11039"/>
                    <a:pt x="68803" y="10551"/>
                    <a:pt x="69230" y="10114"/>
                  </a:cubicBezTo>
                  <a:cubicBezTo>
                    <a:pt x="69658" y="9676"/>
                    <a:pt x="70140" y="9338"/>
                    <a:pt x="70677" y="9099"/>
                  </a:cubicBezTo>
                  <a:cubicBezTo>
                    <a:pt x="70817" y="9040"/>
                    <a:pt x="71060" y="8940"/>
                    <a:pt x="71408" y="8801"/>
                  </a:cubicBezTo>
                  <a:cubicBezTo>
                    <a:pt x="71756" y="8662"/>
                    <a:pt x="72099" y="8572"/>
                    <a:pt x="72438" y="8533"/>
                  </a:cubicBezTo>
                  <a:cubicBezTo>
                    <a:pt x="72438" y="8930"/>
                    <a:pt x="72428" y="9338"/>
                    <a:pt x="72408" y="9756"/>
                  </a:cubicBezTo>
                  <a:cubicBezTo>
                    <a:pt x="72388" y="10173"/>
                    <a:pt x="72378" y="10641"/>
                    <a:pt x="72378" y="11158"/>
                  </a:cubicBezTo>
                  <a:cubicBezTo>
                    <a:pt x="72378" y="11894"/>
                    <a:pt x="72398" y="12635"/>
                    <a:pt x="72438" y="13381"/>
                  </a:cubicBezTo>
                  <a:cubicBezTo>
                    <a:pt x="72477" y="14127"/>
                    <a:pt x="72577" y="14848"/>
                    <a:pt x="72736" y="15544"/>
                  </a:cubicBezTo>
                  <a:close/>
                  <a:moveTo>
                    <a:pt x="81179" y="8741"/>
                  </a:moveTo>
                  <a:lnTo>
                    <a:pt x="82671" y="8741"/>
                  </a:lnTo>
                  <a:lnTo>
                    <a:pt x="82671" y="13306"/>
                  </a:lnTo>
                  <a:cubicBezTo>
                    <a:pt x="82671" y="14102"/>
                    <a:pt x="82676" y="14902"/>
                    <a:pt x="82686" y="15708"/>
                  </a:cubicBezTo>
                  <a:cubicBezTo>
                    <a:pt x="82696" y="16513"/>
                    <a:pt x="82701" y="17294"/>
                    <a:pt x="82701" y="18050"/>
                  </a:cubicBezTo>
                  <a:cubicBezTo>
                    <a:pt x="82760" y="18507"/>
                    <a:pt x="82934" y="18845"/>
                    <a:pt x="83223" y="19064"/>
                  </a:cubicBezTo>
                  <a:cubicBezTo>
                    <a:pt x="83511" y="19283"/>
                    <a:pt x="83824" y="19392"/>
                    <a:pt x="84162" y="19392"/>
                  </a:cubicBezTo>
                  <a:cubicBezTo>
                    <a:pt x="84501" y="19392"/>
                    <a:pt x="84829" y="19273"/>
                    <a:pt x="85147" y="19034"/>
                  </a:cubicBezTo>
                  <a:cubicBezTo>
                    <a:pt x="85465" y="18796"/>
                    <a:pt x="85624" y="18428"/>
                    <a:pt x="85624" y="17930"/>
                  </a:cubicBezTo>
                  <a:cubicBezTo>
                    <a:pt x="85624" y="17314"/>
                    <a:pt x="85619" y="16697"/>
                    <a:pt x="85609" y="16081"/>
                  </a:cubicBezTo>
                  <a:cubicBezTo>
                    <a:pt x="85599" y="15464"/>
                    <a:pt x="85594" y="14848"/>
                    <a:pt x="85594" y="14231"/>
                  </a:cubicBezTo>
                  <a:lnTo>
                    <a:pt x="85594" y="8741"/>
                  </a:lnTo>
                  <a:lnTo>
                    <a:pt x="88130" y="8741"/>
                  </a:lnTo>
                  <a:cubicBezTo>
                    <a:pt x="89045" y="8503"/>
                    <a:pt x="89503" y="8065"/>
                    <a:pt x="89503" y="7429"/>
                  </a:cubicBezTo>
                  <a:cubicBezTo>
                    <a:pt x="89503" y="7150"/>
                    <a:pt x="89398" y="6892"/>
                    <a:pt x="89190" y="6653"/>
                  </a:cubicBezTo>
                  <a:cubicBezTo>
                    <a:pt x="88981" y="6414"/>
                    <a:pt x="88657" y="6235"/>
                    <a:pt x="88220" y="6116"/>
                  </a:cubicBezTo>
                  <a:lnTo>
                    <a:pt x="85594" y="6116"/>
                  </a:lnTo>
                  <a:lnTo>
                    <a:pt x="85594" y="1462"/>
                  </a:lnTo>
                  <a:cubicBezTo>
                    <a:pt x="85495" y="1064"/>
                    <a:pt x="85306" y="771"/>
                    <a:pt x="85028" y="582"/>
                  </a:cubicBezTo>
                  <a:cubicBezTo>
                    <a:pt x="84749" y="393"/>
                    <a:pt x="84451" y="298"/>
                    <a:pt x="84133" y="298"/>
                  </a:cubicBezTo>
                  <a:cubicBezTo>
                    <a:pt x="83794" y="298"/>
                    <a:pt x="83491" y="403"/>
                    <a:pt x="83223" y="612"/>
                  </a:cubicBezTo>
                  <a:cubicBezTo>
                    <a:pt x="82954" y="820"/>
                    <a:pt x="82770" y="1134"/>
                    <a:pt x="82671" y="1551"/>
                  </a:cubicBezTo>
                  <a:lnTo>
                    <a:pt x="82671" y="6116"/>
                  </a:lnTo>
                  <a:lnTo>
                    <a:pt x="81298" y="6116"/>
                  </a:lnTo>
                  <a:cubicBezTo>
                    <a:pt x="80761" y="6116"/>
                    <a:pt x="80359" y="6255"/>
                    <a:pt x="80090" y="6534"/>
                  </a:cubicBezTo>
                  <a:cubicBezTo>
                    <a:pt x="79822" y="6812"/>
                    <a:pt x="79687" y="7110"/>
                    <a:pt x="79687" y="7429"/>
                  </a:cubicBezTo>
                  <a:cubicBezTo>
                    <a:pt x="79687" y="7747"/>
                    <a:pt x="79812" y="8025"/>
                    <a:pt x="80060" y="8264"/>
                  </a:cubicBezTo>
                  <a:cubicBezTo>
                    <a:pt x="80309" y="8503"/>
                    <a:pt x="80682" y="8662"/>
                    <a:pt x="81179" y="8741"/>
                  </a:cubicBezTo>
                  <a:close/>
                  <a:moveTo>
                    <a:pt x="101586" y="15394"/>
                  </a:moveTo>
                  <a:cubicBezTo>
                    <a:pt x="101009" y="15752"/>
                    <a:pt x="100377" y="16096"/>
                    <a:pt x="99691" y="16424"/>
                  </a:cubicBezTo>
                  <a:cubicBezTo>
                    <a:pt x="99005" y="16752"/>
                    <a:pt x="98344" y="16936"/>
                    <a:pt x="97707" y="16976"/>
                  </a:cubicBezTo>
                  <a:cubicBezTo>
                    <a:pt x="96951" y="17035"/>
                    <a:pt x="96315" y="16896"/>
                    <a:pt x="95798" y="16558"/>
                  </a:cubicBezTo>
                  <a:cubicBezTo>
                    <a:pt x="95281" y="16220"/>
                    <a:pt x="94883" y="15762"/>
                    <a:pt x="94604" y="15186"/>
                  </a:cubicBezTo>
                  <a:cubicBezTo>
                    <a:pt x="94644" y="15186"/>
                    <a:pt x="94749" y="15166"/>
                    <a:pt x="94918" y="15126"/>
                  </a:cubicBezTo>
                  <a:cubicBezTo>
                    <a:pt x="95087" y="15086"/>
                    <a:pt x="95480" y="14987"/>
                    <a:pt x="96096" y="14828"/>
                  </a:cubicBezTo>
                  <a:cubicBezTo>
                    <a:pt x="96673" y="14688"/>
                    <a:pt x="97290" y="14529"/>
                    <a:pt x="97946" y="14350"/>
                  </a:cubicBezTo>
                  <a:cubicBezTo>
                    <a:pt x="98602" y="14171"/>
                    <a:pt x="99239" y="13952"/>
                    <a:pt x="99855" y="13694"/>
                  </a:cubicBezTo>
                  <a:cubicBezTo>
                    <a:pt x="100472" y="13435"/>
                    <a:pt x="101039" y="13132"/>
                    <a:pt x="101556" y="12784"/>
                  </a:cubicBezTo>
                  <a:cubicBezTo>
                    <a:pt x="102073" y="12436"/>
                    <a:pt x="102481" y="12023"/>
                    <a:pt x="102779" y="11546"/>
                  </a:cubicBezTo>
                  <a:cubicBezTo>
                    <a:pt x="102938" y="11307"/>
                    <a:pt x="103048" y="11059"/>
                    <a:pt x="103107" y="10800"/>
                  </a:cubicBezTo>
                  <a:cubicBezTo>
                    <a:pt x="103167" y="10541"/>
                    <a:pt x="103197" y="10273"/>
                    <a:pt x="103197" y="9994"/>
                  </a:cubicBezTo>
                  <a:cubicBezTo>
                    <a:pt x="103197" y="9577"/>
                    <a:pt x="103117" y="9159"/>
                    <a:pt x="102958" y="8741"/>
                  </a:cubicBezTo>
                  <a:cubicBezTo>
                    <a:pt x="102799" y="8324"/>
                    <a:pt x="102580" y="7941"/>
                    <a:pt x="102302" y="7593"/>
                  </a:cubicBezTo>
                  <a:cubicBezTo>
                    <a:pt x="102023" y="7245"/>
                    <a:pt x="101695" y="6946"/>
                    <a:pt x="101317" y="6698"/>
                  </a:cubicBezTo>
                  <a:cubicBezTo>
                    <a:pt x="100939" y="6449"/>
                    <a:pt x="100531" y="6275"/>
                    <a:pt x="100094" y="6176"/>
                  </a:cubicBezTo>
                  <a:cubicBezTo>
                    <a:pt x="99636" y="6076"/>
                    <a:pt x="99169" y="6027"/>
                    <a:pt x="98692" y="6027"/>
                  </a:cubicBezTo>
                  <a:cubicBezTo>
                    <a:pt x="97797" y="6027"/>
                    <a:pt x="96931" y="6176"/>
                    <a:pt x="96096" y="6474"/>
                  </a:cubicBezTo>
                  <a:cubicBezTo>
                    <a:pt x="95261" y="6772"/>
                    <a:pt x="94485" y="7170"/>
                    <a:pt x="93769" y="7667"/>
                  </a:cubicBezTo>
                  <a:cubicBezTo>
                    <a:pt x="92874" y="8264"/>
                    <a:pt x="92223" y="9040"/>
                    <a:pt x="91815" y="9994"/>
                  </a:cubicBezTo>
                  <a:cubicBezTo>
                    <a:pt x="91407" y="10949"/>
                    <a:pt x="91203" y="11944"/>
                    <a:pt x="91203" y="12978"/>
                  </a:cubicBezTo>
                  <a:cubicBezTo>
                    <a:pt x="91203" y="14032"/>
                    <a:pt x="91437" y="15061"/>
                    <a:pt x="91904" y="16066"/>
                  </a:cubicBezTo>
                  <a:cubicBezTo>
                    <a:pt x="92372" y="17070"/>
                    <a:pt x="93023" y="17881"/>
                    <a:pt x="93859" y="18497"/>
                  </a:cubicBezTo>
                  <a:cubicBezTo>
                    <a:pt x="94376" y="18855"/>
                    <a:pt x="94933" y="19119"/>
                    <a:pt x="95529" y="19288"/>
                  </a:cubicBezTo>
                  <a:cubicBezTo>
                    <a:pt x="96126" y="19457"/>
                    <a:pt x="96713" y="19541"/>
                    <a:pt x="97290" y="19541"/>
                  </a:cubicBezTo>
                  <a:cubicBezTo>
                    <a:pt x="98264" y="19541"/>
                    <a:pt x="99234" y="19367"/>
                    <a:pt x="100198" y="19019"/>
                  </a:cubicBezTo>
                  <a:cubicBezTo>
                    <a:pt x="101163" y="18671"/>
                    <a:pt x="102063" y="18249"/>
                    <a:pt x="102898" y="17751"/>
                  </a:cubicBezTo>
                  <a:cubicBezTo>
                    <a:pt x="103197" y="17572"/>
                    <a:pt x="103415" y="17378"/>
                    <a:pt x="103555" y="17170"/>
                  </a:cubicBezTo>
                  <a:cubicBezTo>
                    <a:pt x="103694" y="16961"/>
                    <a:pt x="103764" y="16747"/>
                    <a:pt x="103764" y="16528"/>
                  </a:cubicBezTo>
                  <a:cubicBezTo>
                    <a:pt x="103764" y="16309"/>
                    <a:pt x="103709" y="16106"/>
                    <a:pt x="103599" y="15917"/>
                  </a:cubicBezTo>
                  <a:cubicBezTo>
                    <a:pt x="103490" y="15728"/>
                    <a:pt x="103341" y="15573"/>
                    <a:pt x="103152" y="15454"/>
                  </a:cubicBezTo>
                  <a:cubicBezTo>
                    <a:pt x="102963" y="15335"/>
                    <a:pt x="102734" y="15265"/>
                    <a:pt x="102466" y="15245"/>
                  </a:cubicBezTo>
                  <a:cubicBezTo>
                    <a:pt x="102197" y="15225"/>
                    <a:pt x="101904" y="15275"/>
                    <a:pt x="101586" y="15394"/>
                  </a:cubicBezTo>
                  <a:close/>
                  <a:moveTo>
                    <a:pt x="96096" y="9398"/>
                  </a:moveTo>
                  <a:cubicBezTo>
                    <a:pt x="96434" y="9239"/>
                    <a:pt x="96862" y="9075"/>
                    <a:pt x="97379" y="8906"/>
                  </a:cubicBezTo>
                  <a:cubicBezTo>
                    <a:pt x="97896" y="8736"/>
                    <a:pt x="98383" y="8652"/>
                    <a:pt x="98841" y="8652"/>
                  </a:cubicBezTo>
                  <a:cubicBezTo>
                    <a:pt x="99259" y="8652"/>
                    <a:pt x="99617" y="8761"/>
                    <a:pt x="99915" y="8980"/>
                  </a:cubicBezTo>
                  <a:cubicBezTo>
                    <a:pt x="100213" y="9199"/>
                    <a:pt x="100343" y="9597"/>
                    <a:pt x="100303" y="10173"/>
                  </a:cubicBezTo>
                  <a:cubicBezTo>
                    <a:pt x="100183" y="10412"/>
                    <a:pt x="99950" y="10631"/>
                    <a:pt x="99602" y="10830"/>
                  </a:cubicBezTo>
                  <a:cubicBezTo>
                    <a:pt x="99254" y="11029"/>
                    <a:pt x="98876" y="11203"/>
                    <a:pt x="98468" y="11352"/>
                  </a:cubicBezTo>
                  <a:cubicBezTo>
                    <a:pt x="98060" y="11501"/>
                    <a:pt x="97657" y="11630"/>
                    <a:pt x="97260" y="11740"/>
                  </a:cubicBezTo>
                  <a:cubicBezTo>
                    <a:pt x="96862" y="11849"/>
                    <a:pt x="96564" y="11934"/>
                    <a:pt x="96365" y="11993"/>
                  </a:cubicBezTo>
                  <a:cubicBezTo>
                    <a:pt x="95808" y="12152"/>
                    <a:pt x="95380" y="12277"/>
                    <a:pt x="95082" y="12366"/>
                  </a:cubicBezTo>
                  <a:cubicBezTo>
                    <a:pt x="94783" y="12456"/>
                    <a:pt x="94560" y="12520"/>
                    <a:pt x="94410" y="12560"/>
                  </a:cubicBezTo>
                  <a:cubicBezTo>
                    <a:pt x="94261" y="12600"/>
                    <a:pt x="94172" y="12625"/>
                    <a:pt x="94142" y="12635"/>
                  </a:cubicBezTo>
                  <a:lnTo>
                    <a:pt x="94097" y="12650"/>
                  </a:lnTo>
                  <a:cubicBezTo>
                    <a:pt x="94137" y="11954"/>
                    <a:pt x="94316" y="11322"/>
                    <a:pt x="94634" y="10755"/>
                  </a:cubicBezTo>
                  <a:cubicBezTo>
                    <a:pt x="94952" y="10188"/>
                    <a:pt x="95440" y="9736"/>
                    <a:pt x="96096" y="9398"/>
                  </a:cubicBezTo>
                  <a:close/>
                  <a:moveTo>
                    <a:pt x="116562" y="16797"/>
                  </a:moveTo>
                  <a:lnTo>
                    <a:pt x="116533" y="16767"/>
                  </a:lnTo>
                  <a:lnTo>
                    <a:pt x="116354" y="16528"/>
                  </a:lnTo>
                  <a:lnTo>
                    <a:pt x="116354" y="1193"/>
                  </a:lnTo>
                  <a:cubicBezTo>
                    <a:pt x="116214" y="796"/>
                    <a:pt x="116010" y="502"/>
                    <a:pt x="115742" y="313"/>
                  </a:cubicBezTo>
                  <a:cubicBezTo>
                    <a:pt x="115473" y="124"/>
                    <a:pt x="115180" y="30"/>
                    <a:pt x="114862" y="30"/>
                  </a:cubicBezTo>
                  <a:cubicBezTo>
                    <a:pt x="114524" y="30"/>
                    <a:pt x="114220" y="134"/>
                    <a:pt x="113952" y="343"/>
                  </a:cubicBezTo>
                  <a:cubicBezTo>
                    <a:pt x="113683" y="552"/>
                    <a:pt x="113499" y="865"/>
                    <a:pt x="113400" y="1283"/>
                  </a:cubicBezTo>
                  <a:cubicBezTo>
                    <a:pt x="113400" y="1482"/>
                    <a:pt x="113405" y="1795"/>
                    <a:pt x="113415" y="2223"/>
                  </a:cubicBezTo>
                  <a:cubicBezTo>
                    <a:pt x="113425" y="2650"/>
                    <a:pt x="113430" y="3172"/>
                    <a:pt x="113430" y="3789"/>
                  </a:cubicBezTo>
                  <a:cubicBezTo>
                    <a:pt x="113430" y="4207"/>
                    <a:pt x="113435" y="4639"/>
                    <a:pt x="113445" y="5087"/>
                  </a:cubicBezTo>
                  <a:cubicBezTo>
                    <a:pt x="113455" y="5534"/>
                    <a:pt x="113460" y="6036"/>
                    <a:pt x="113460" y="6593"/>
                  </a:cubicBezTo>
                  <a:cubicBezTo>
                    <a:pt x="113062" y="6494"/>
                    <a:pt x="112654" y="6439"/>
                    <a:pt x="112236" y="6429"/>
                  </a:cubicBezTo>
                  <a:cubicBezTo>
                    <a:pt x="111819" y="6419"/>
                    <a:pt x="111391" y="6414"/>
                    <a:pt x="110954" y="6414"/>
                  </a:cubicBezTo>
                  <a:cubicBezTo>
                    <a:pt x="110417" y="6434"/>
                    <a:pt x="109860" y="6534"/>
                    <a:pt x="109283" y="6713"/>
                  </a:cubicBezTo>
                  <a:cubicBezTo>
                    <a:pt x="108706" y="6892"/>
                    <a:pt x="108189" y="7101"/>
                    <a:pt x="107731" y="7339"/>
                  </a:cubicBezTo>
                  <a:cubicBezTo>
                    <a:pt x="107214" y="7618"/>
                    <a:pt x="106727" y="7966"/>
                    <a:pt x="106270" y="8383"/>
                  </a:cubicBezTo>
                  <a:cubicBezTo>
                    <a:pt x="105812" y="8801"/>
                    <a:pt x="105454" y="9259"/>
                    <a:pt x="105196" y="9756"/>
                  </a:cubicBezTo>
                  <a:cubicBezTo>
                    <a:pt x="104877" y="10372"/>
                    <a:pt x="104649" y="11024"/>
                    <a:pt x="104509" y="11710"/>
                  </a:cubicBezTo>
                  <a:cubicBezTo>
                    <a:pt x="104370" y="12396"/>
                    <a:pt x="104301" y="13087"/>
                    <a:pt x="104301" y="13783"/>
                  </a:cubicBezTo>
                  <a:cubicBezTo>
                    <a:pt x="104301" y="14420"/>
                    <a:pt x="104390" y="15056"/>
                    <a:pt x="104569" y="15693"/>
                  </a:cubicBezTo>
                  <a:cubicBezTo>
                    <a:pt x="104748" y="16329"/>
                    <a:pt x="105027" y="16926"/>
                    <a:pt x="105404" y="17483"/>
                  </a:cubicBezTo>
                  <a:cubicBezTo>
                    <a:pt x="105922" y="18179"/>
                    <a:pt x="106568" y="18696"/>
                    <a:pt x="107344" y="19034"/>
                  </a:cubicBezTo>
                  <a:cubicBezTo>
                    <a:pt x="108119" y="19372"/>
                    <a:pt x="108925" y="19541"/>
                    <a:pt x="109760" y="19541"/>
                  </a:cubicBezTo>
                  <a:cubicBezTo>
                    <a:pt x="110556" y="19541"/>
                    <a:pt x="111317" y="19427"/>
                    <a:pt x="112043" y="19198"/>
                  </a:cubicBezTo>
                  <a:cubicBezTo>
                    <a:pt x="112769" y="18970"/>
                    <a:pt x="113420" y="18617"/>
                    <a:pt x="113997" y="18139"/>
                  </a:cubicBezTo>
                  <a:lnTo>
                    <a:pt x="114355" y="18497"/>
                  </a:lnTo>
                  <a:cubicBezTo>
                    <a:pt x="114713" y="18855"/>
                    <a:pt x="115120" y="19034"/>
                    <a:pt x="115578" y="19034"/>
                  </a:cubicBezTo>
                  <a:cubicBezTo>
                    <a:pt x="115976" y="19034"/>
                    <a:pt x="116299" y="18910"/>
                    <a:pt x="116548" y="18661"/>
                  </a:cubicBezTo>
                  <a:cubicBezTo>
                    <a:pt x="116796" y="18413"/>
                    <a:pt x="116920" y="18119"/>
                    <a:pt x="116920" y="17781"/>
                  </a:cubicBezTo>
                  <a:cubicBezTo>
                    <a:pt x="116920" y="17642"/>
                    <a:pt x="116896" y="17493"/>
                    <a:pt x="116846" y="17334"/>
                  </a:cubicBezTo>
                  <a:cubicBezTo>
                    <a:pt x="116796" y="17175"/>
                    <a:pt x="116702" y="16996"/>
                    <a:pt x="116562" y="16797"/>
                  </a:cubicBezTo>
                  <a:close/>
                  <a:moveTo>
                    <a:pt x="113490" y="15066"/>
                  </a:moveTo>
                  <a:lnTo>
                    <a:pt x="112714" y="15663"/>
                  </a:lnTo>
                  <a:cubicBezTo>
                    <a:pt x="111938" y="16260"/>
                    <a:pt x="111167" y="16588"/>
                    <a:pt x="110402" y="16648"/>
                  </a:cubicBezTo>
                  <a:cubicBezTo>
                    <a:pt x="109636" y="16707"/>
                    <a:pt x="108975" y="16558"/>
                    <a:pt x="108418" y="16200"/>
                  </a:cubicBezTo>
                  <a:cubicBezTo>
                    <a:pt x="107861" y="15842"/>
                    <a:pt x="107473" y="15295"/>
                    <a:pt x="107254" y="14559"/>
                  </a:cubicBezTo>
                  <a:cubicBezTo>
                    <a:pt x="107035" y="13823"/>
                    <a:pt x="107085" y="12948"/>
                    <a:pt x="107403" y="11934"/>
                  </a:cubicBezTo>
                  <a:cubicBezTo>
                    <a:pt x="107543" y="11436"/>
                    <a:pt x="107751" y="11004"/>
                    <a:pt x="108030" y="10636"/>
                  </a:cubicBezTo>
                  <a:cubicBezTo>
                    <a:pt x="108308" y="10268"/>
                    <a:pt x="108636" y="9965"/>
                    <a:pt x="109014" y="9726"/>
                  </a:cubicBezTo>
                  <a:cubicBezTo>
                    <a:pt x="109392" y="9487"/>
                    <a:pt x="109800" y="9313"/>
                    <a:pt x="110238" y="9204"/>
                  </a:cubicBezTo>
                  <a:cubicBezTo>
                    <a:pt x="110675" y="9094"/>
                    <a:pt x="111123" y="9040"/>
                    <a:pt x="111580" y="9040"/>
                  </a:cubicBezTo>
                  <a:cubicBezTo>
                    <a:pt x="111819" y="9040"/>
                    <a:pt x="112067" y="9060"/>
                    <a:pt x="112326" y="9099"/>
                  </a:cubicBezTo>
                  <a:cubicBezTo>
                    <a:pt x="112585" y="9139"/>
                    <a:pt x="112843" y="9189"/>
                    <a:pt x="113102" y="9249"/>
                  </a:cubicBezTo>
                  <a:lnTo>
                    <a:pt x="113460" y="9547"/>
                  </a:lnTo>
                  <a:cubicBezTo>
                    <a:pt x="113460" y="9925"/>
                    <a:pt x="113465" y="10362"/>
                    <a:pt x="113475" y="10860"/>
                  </a:cubicBezTo>
                  <a:cubicBezTo>
                    <a:pt x="113485" y="11357"/>
                    <a:pt x="113490" y="11859"/>
                    <a:pt x="113490" y="12366"/>
                  </a:cubicBezTo>
                  <a:close/>
                  <a:moveTo>
                    <a:pt x="144935" y="17960"/>
                  </a:moveTo>
                  <a:cubicBezTo>
                    <a:pt x="144736" y="16329"/>
                    <a:pt x="144388" y="14738"/>
                    <a:pt x="143891" y="13187"/>
                  </a:cubicBezTo>
                  <a:lnTo>
                    <a:pt x="144249" y="13187"/>
                  </a:lnTo>
                  <a:cubicBezTo>
                    <a:pt x="144706" y="13087"/>
                    <a:pt x="145044" y="12913"/>
                    <a:pt x="145263" y="12665"/>
                  </a:cubicBezTo>
                  <a:cubicBezTo>
                    <a:pt x="145482" y="12416"/>
                    <a:pt x="145591" y="12152"/>
                    <a:pt x="145591" y="11874"/>
                  </a:cubicBezTo>
                  <a:cubicBezTo>
                    <a:pt x="145591" y="11596"/>
                    <a:pt x="145492" y="11337"/>
                    <a:pt x="145293" y="11098"/>
                  </a:cubicBezTo>
                  <a:cubicBezTo>
                    <a:pt x="145094" y="10860"/>
                    <a:pt x="144786" y="10671"/>
                    <a:pt x="144368" y="10531"/>
                  </a:cubicBezTo>
                  <a:cubicBezTo>
                    <a:pt x="144149" y="10531"/>
                    <a:pt x="143910" y="10536"/>
                    <a:pt x="143652" y="10546"/>
                  </a:cubicBezTo>
                  <a:cubicBezTo>
                    <a:pt x="143393" y="10556"/>
                    <a:pt x="143155" y="10561"/>
                    <a:pt x="142936" y="10561"/>
                  </a:cubicBezTo>
                  <a:cubicBezTo>
                    <a:pt x="142757" y="10104"/>
                    <a:pt x="142568" y="9641"/>
                    <a:pt x="142369" y="9174"/>
                  </a:cubicBezTo>
                  <a:cubicBezTo>
                    <a:pt x="142170" y="8707"/>
                    <a:pt x="141981" y="8284"/>
                    <a:pt x="141802" y="7906"/>
                  </a:cubicBezTo>
                  <a:cubicBezTo>
                    <a:pt x="141524" y="7329"/>
                    <a:pt x="141225" y="6723"/>
                    <a:pt x="140907" y="6086"/>
                  </a:cubicBezTo>
                  <a:cubicBezTo>
                    <a:pt x="140589" y="5450"/>
                    <a:pt x="140246" y="4818"/>
                    <a:pt x="139878" y="4192"/>
                  </a:cubicBezTo>
                  <a:cubicBezTo>
                    <a:pt x="139510" y="3565"/>
                    <a:pt x="139112" y="2959"/>
                    <a:pt x="138685" y="2372"/>
                  </a:cubicBezTo>
                  <a:cubicBezTo>
                    <a:pt x="138257" y="1785"/>
                    <a:pt x="137794" y="1253"/>
                    <a:pt x="137297" y="776"/>
                  </a:cubicBezTo>
                  <a:cubicBezTo>
                    <a:pt x="136880" y="398"/>
                    <a:pt x="136402" y="298"/>
                    <a:pt x="135865" y="477"/>
                  </a:cubicBezTo>
                  <a:lnTo>
                    <a:pt x="135895" y="477"/>
                  </a:lnTo>
                  <a:cubicBezTo>
                    <a:pt x="135358" y="597"/>
                    <a:pt x="135010" y="865"/>
                    <a:pt x="134851" y="1283"/>
                  </a:cubicBezTo>
                  <a:lnTo>
                    <a:pt x="134881" y="1253"/>
                  </a:lnTo>
                  <a:cubicBezTo>
                    <a:pt x="133488" y="3898"/>
                    <a:pt x="132335" y="6573"/>
                    <a:pt x="131420" y="9278"/>
                  </a:cubicBezTo>
                  <a:cubicBezTo>
                    <a:pt x="130505" y="11983"/>
                    <a:pt x="129729" y="14758"/>
                    <a:pt x="129093" y="17602"/>
                  </a:cubicBezTo>
                  <a:cubicBezTo>
                    <a:pt x="128973" y="18139"/>
                    <a:pt x="129068" y="18572"/>
                    <a:pt x="129376" y="18900"/>
                  </a:cubicBezTo>
                  <a:cubicBezTo>
                    <a:pt x="129685" y="19228"/>
                    <a:pt x="130048" y="19392"/>
                    <a:pt x="130465" y="19392"/>
                  </a:cubicBezTo>
                  <a:cubicBezTo>
                    <a:pt x="130764" y="19392"/>
                    <a:pt x="131042" y="19293"/>
                    <a:pt x="131301" y="19094"/>
                  </a:cubicBezTo>
                  <a:cubicBezTo>
                    <a:pt x="131559" y="18895"/>
                    <a:pt x="131768" y="18577"/>
                    <a:pt x="131927" y="18139"/>
                  </a:cubicBezTo>
                  <a:cubicBezTo>
                    <a:pt x="132106" y="17264"/>
                    <a:pt x="132300" y="16444"/>
                    <a:pt x="132509" y="15678"/>
                  </a:cubicBezTo>
                  <a:cubicBezTo>
                    <a:pt x="132718" y="14912"/>
                    <a:pt x="132941" y="14112"/>
                    <a:pt x="133180" y="13276"/>
                  </a:cubicBezTo>
                  <a:lnTo>
                    <a:pt x="133240" y="13276"/>
                  </a:lnTo>
                  <a:cubicBezTo>
                    <a:pt x="134513" y="13276"/>
                    <a:pt x="135776" y="13266"/>
                    <a:pt x="137029" y="13246"/>
                  </a:cubicBezTo>
                  <a:cubicBezTo>
                    <a:pt x="138282" y="13227"/>
                    <a:pt x="139535" y="13217"/>
                    <a:pt x="140788" y="13217"/>
                  </a:cubicBezTo>
                  <a:cubicBezTo>
                    <a:pt x="141106" y="14112"/>
                    <a:pt x="141370" y="14987"/>
                    <a:pt x="141578" y="15842"/>
                  </a:cubicBezTo>
                  <a:cubicBezTo>
                    <a:pt x="141787" y="16697"/>
                    <a:pt x="141941" y="17572"/>
                    <a:pt x="142041" y="18467"/>
                  </a:cubicBezTo>
                  <a:cubicBezTo>
                    <a:pt x="142200" y="18806"/>
                    <a:pt x="142414" y="19054"/>
                    <a:pt x="142682" y="19213"/>
                  </a:cubicBezTo>
                  <a:cubicBezTo>
                    <a:pt x="142951" y="19372"/>
                    <a:pt x="143224" y="19452"/>
                    <a:pt x="143503" y="19452"/>
                  </a:cubicBezTo>
                  <a:cubicBezTo>
                    <a:pt x="143881" y="19452"/>
                    <a:pt x="144204" y="19328"/>
                    <a:pt x="144472" y="19079"/>
                  </a:cubicBezTo>
                  <a:cubicBezTo>
                    <a:pt x="144741" y="18830"/>
                    <a:pt x="144895" y="18457"/>
                    <a:pt x="144935" y="17960"/>
                  </a:cubicBezTo>
                  <a:close/>
                  <a:moveTo>
                    <a:pt x="138043" y="6743"/>
                  </a:moveTo>
                  <a:lnTo>
                    <a:pt x="138341" y="7280"/>
                  </a:lnTo>
                  <a:cubicBezTo>
                    <a:pt x="138600" y="7856"/>
                    <a:pt x="138859" y="8403"/>
                    <a:pt x="139117" y="8920"/>
                  </a:cubicBezTo>
                  <a:cubicBezTo>
                    <a:pt x="139376" y="9438"/>
                    <a:pt x="139624" y="9985"/>
                    <a:pt x="139863" y="10561"/>
                  </a:cubicBezTo>
                  <a:cubicBezTo>
                    <a:pt x="138849" y="10561"/>
                    <a:pt x="137879" y="10571"/>
                    <a:pt x="136954" y="10591"/>
                  </a:cubicBezTo>
                  <a:cubicBezTo>
                    <a:pt x="136029" y="10611"/>
                    <a:pt x="135060" y="10621"/>
                    <a:pt x="134045" y="10621"/>
                  </a:cubicBezTo>
                  <a:cubicBezTo>
                    <a:pt x="134443" y="9487"/>
                    <a:pt x="134846" y="8398"/>
                    <a:pt x="135254" y="7354"/>
                  </a:cubicBezTo>
                  <a:cubicBezTo>
                    <a:pt x="135661" y="6310"/>
                    <a:pt x="136104" y="5281"/>
                    <a:pt x="136581" y="4266"/>
                  </a:cubicBezTo>
                  <a:cubicBezTo>
                    <a:pt x="136820" y="4604"/>
                    <a:pt x="137064" y="4992"/>
                    <a:pt x="137312" y="5430"/>
                  </a:cubicBezTo>
                  <a:cubicBezTo>
                    <a:pt x="137561" y="5867"/>
                    <a:pt x="137804" y="6305"/>
                    <a:pt x="138043" y="6743"/>
                  </a:cubicBezTo>
                  <a:close/>
                  <a:moveTo>
                    <a:pt x="162358" y="17960"/>
                  </a:moveTo>
                  <a:cubicBezTo>
                    <a:pt x="162159" y="16329"/>
                    <a:pt x="161811" y="14738"/>
                    <a:pt x="161314" y="13187"/>
                  </a:cubicBezTo>
                  <a:lnTo>
                    <a:pt x="161672" y="13187"/>
                  </a:lnTo>
                  <a:cubicBezTo>
                    <a:pt x="162129" y="13087"/>
                    <a:pt x="162467" y="12913"/>
                    <a:pt x="162686" y="12665"/>
                  </a:cubicBezTo>
                  <a:cubicBezTo>
                    <a:pt x="162905" y="12416"/>
                    <a:pt x="163014" y="12152"/>
                    <a:pt x="163014" y="11874"/>
                  </a:cubicBezTo>
                  <a:cubicBezTo>
                    <a:pt x="163014" y="11596"/>
                    <a:pt x="162915" y="11337"/>
                    <a:pt x="162716" y="11098"/>
                  </a:cubicBezTo>
                  <a:cubicBezTo>
                    <a:pt x="162517" y="10860"/>
                    <a:pt x="162209" y="10671"/>
                    <a:pt x="161791" y="10531"/>
                  </a:cubicBezTo>
                  <a:cubicBezTo>
                    <a:pt x="161572" y="10531"/>
                    <a:pt x="161334" y="10536"/>
                    <a:pt x="161075" y="10546"/>
                  </a:cubicBezTo>
                  <a:cubicBezTo>
                    <a:pt x="160817" y="10556"/>
                    <a:pt x="160578" y="10561"/>
                    <a:pt x="160359" y="10561"/>
                  </a:cubicBezTo>
                  <a:cubicBezTo>
                    <a:pt x="160180" y="10104"/>
                    <a:pt x="159991" y="9641"/>
                    <a:pt x="159792" y="9174"/>
                  </a:cubicBezTo>
                  <a:cubicBezTo>
                    <a:pt x="159593" y="8707"/>
                    <a:pt x="159404" y="8284"/>
                    <a:pt x="159225" y="7906"/>
                  </a:cubicBezTo>
                  <a:cubicBezTo>
                    <a:pt x="158947" y="7329"/>
                    <a:pt x="158649" y="6723"/>
                    <a:pt x="158330" y="6086"/>
                  </a:cubicBezTo>
                  <a:cubicBezTo>
                    <a:pt x="158012" y="5450"/>
                    <a:pt x="157669" y="4818"/>
                    <a:pt x="157301" y="4192"/>
                  </a:cubicBezTo>
                  <a:cubicBezTo>
                    <a:pt x="156933" y="3565"/>
                    <a:pt x="156535" y="2959"/>
                    <a:pt x="156108" y="2372"/>
                  </a:cubicBezTo>
                  <a:cubicBezTo>
                    <a:pt x="155680" y="1785"/>
                    <a:pt x="155218" y="1253"/>
                    <a:pt x="154720" y="776"/>
                  </a:cubicBezTo>
                  <a:cubicBezTo>
                    <a:pt x="154303" y="398"/>
                    <a:pt x="153825" y="298"/>
                    <a:pt x="153288" y="477"/>
                  </a:cubicBezTo>
                  <a:lnTo>
                    <a:pt x="153318" y="477"/>
                  </a:lnTo>
                  <a:cubicBezTo>
                    <a:pt x="152781" y="597"/>
                    <a:pt x="152433" y="865"/>
                    <a:pt x="152274" y="1283"/>
                  </a:cubicBezTo>
                  <a:lnTo>
                    <a:pt x="152304" y="1253"/>
                  </a:lnTo>
                  <a:cubicBezTo>
                    <a:pt x="150912" y="3898"/>
                    <a:pt x="149758" y="6573"/>
                    <a:pt x="148843" y="9278"/>
                  </a:cubicBezTo>
                  <a:cubicBezTo>
                    <a:pt x="147928" y="11983"/>
                    <a:pt x="147152" y="14758"/>
                    <a:pt x="146516" y="17602"/>
                  </a:cubicBezTo>
                  <a:cubicBezTo>
                    <a:pt x="146397" y="18139"/>
                    <a:pt x="146491" y="18572"/>
                    <a:pt x="146799" y="18900"/>
                  </a:cubicBezTo>
                  <a:cubicBezTo>
                    <a:pt x="147108" y="19228"/>
                    <a:pt x="147471" y="19392"/>
                    <a:pt x="147888" y="19392"/>
                  </a:cubicBezTo>
                  <a:cubicBezTo>
                    <a:pt x="148187" y="19392"/>
                    <a:pt x="148465" y="19293"/>
                    <a:pt x="148724" y="19094"/>
                  </a:cubicBezTo>
                  <a:cubicBezTo>
                    <a:pt x="148982" y="18895"/>
                    <a:pt x="149191" y="18577"/>
                    <a:pt x="149350" y="18139"/>
                  </a:cubicBezTo>
                  <a:cubicBezTo>
                    <a:pt x="149529" y="17264"/>
                    <a:pt x="149723" y="16444"/>
                    <a:pt x="149932" y="15678"/>
                  </a:cubicBezTo>
                  <a:cubicBezTo>
                    <a:pt x="150141" y="14912"/>
                    <a:pt x="150365" y="14112"/>
                    <a:pt x="150603" y="13276"/>
                  </a:cubicBezTo>
                  <a:lnTo>
                    <a:pt x="150663" y="13276"/>
                  </a:lnTo>
                  <a:cubicBezTo>
                    <a:pt x="151936" y="13276"/>
                    <a:pt x="153199" y="13266"/>
                    <a:pt x="154452" y="13246"/>
                  </a:cubicBezTo>
                  <a:cubicBezTo>
                    <a:pt x="155705" y="13227"/>
                    <a:pt x="156958" y="13217"/>
                    <a:pt x="158211" y="13217"/>
                  </a:cubicBezTo>
                  <a:cubicBezTo>
                    <a:pt x="158529" y="14112"/>
                    <a:pt x="158793" y="14987"/>
                    <a:pt x="159002" y="15842"/>
                  </a:cubicBezTo>
                  <a:cubicBezTo>
                    <a:pt x="159210" y="16697"/>
                    <a:pt x="159365" y="17572"/>
                    <a:pt x="159464" y="18467"/>
                  </a:cubicBezTo>
                  <a:cubicBezTo>
                    <a:pt x="159623" y="18806"/>
                    <a:pt x="159837" y="19054"/>
                    <a:pt x="160106" y="19213"/>
                  </a:cubicBezTo>
                  <a:cubicBezTo>
                    <a:pt x="160374" y="19372"/>
                    <a:pt x="160648" y="19452"/>
                    <a:pt x="160926" y="19452"/>
                  </a:cubicBezTo>
                  <a:cubicBezTo>
                    <a:pt x="161304" y="19452"/>
                    <a:pt x="161627" y="19328"/>
                    <a:pt x="161896" y="19079"/>
                  </a:cubicBezTo>
                  <a:cubicBezTo>
                    <a:pt x="162164" y="18830"/>
                    <a:pt x="162318" y="18457"/>
                    <a:pt x="162358" y="17960"/>
                  </a:cubicBezTo>
                  <a:close/>
                  <a:moveTo>
                    <a:pt x="155466" y="6743"/>
                  </a:moveTo>
                  <a:lnTo>
                    <a:pt x="155765" y="7280"/>
                  </a:lnTo>
                  <a:cubicBezTo>
                    <a:pt x="156023" y="7856"/>
                    <a:pt x="156282" y="8403"/>
                    <a:pt x="156540" y="8920"/>
                  </a:cubicBezTo>
                  <a:cubicBezTo>
                    <a:pt x="156799" y="9438"/>
                    <a:pt x="157048" y="9985"/>
                    <a:pt x="157286" y="10561"/>
                  </a:cubicBezTo>
                  <a:cubicBezTo>
                    <a:pt x="156272" y="10561"/>
                    <a:pt x="155302" y="10571"/>
                    <a:pt x="154377" y="10591"/>
                  </a:cubicBezTo>
                  <a:cubicBezTo>
                    <a:pt x="153452" y="10611"/>
                    <a:pt x="152483" y="10621"/>
                    <a:pt x="151469" y="10621"/>
                  </a:cubicBezTo>
                  <a:cubicBezTo>
                    <a:pt x="151866" y="9487"/>
                    <a:pt x="152269" y="8398"/>
                    <a:pt x="152677" y="7354"/>
                  </a:cubicBezTo>
                  <a:cubicBezTo>
                    <a:pt x="153085" y="6310"/>
                    <a:pt x="153527" y="5281"/>
                    <a:pt x="154004" y="4266"/>
                  </a:cubicBezTo>
                  <a:cubicBezTo>
                    <a:pt x="154243" y="4604"/>
                    <a:pt x="154487" y="4992"/>
                    <a:pt x="154735" y="5430"/>
                  </a:cubicBezTo>
                  <a:cubicBezTo>
                    <a:pt x="154984" y="5867"/>
                    <a:pt x="155228" y="6305"/>
                    <a:pt x="155466" y="6743"/>
                  </a:cubicBezTo>
                  <a:close/>
                  <a:moveTo>
                    <a:pt x="181213" y="11337"/>
                  </a:moveTo>
                  <a:cubicBezTo>
                    <a:pt x="181293" y="10880"/>
                    <a:pt x="181352" y="10422"/>
                    <a:pt x="181392" y="9965"/>
                  </a:cubicBezTo>
                  <a:cubicBezTo>
                    <a:pt x="181432" y="9507"/>
                    <a:pt x="181452" y="9050"/>
                    <a:pt x="181452" y="8592"/>
                  </a:cubicBezTo>
                  <a:cubicBezTo>
                    <a:pt x="181452" y="7896"/>
                    <a:pt x="181377" y="7190"/>
                    <a:pt x="181228" y="6474"/>
                  </a:cubicBezTo>
                  <a:cubicBezTo>
                    <a:pt x="181079" y="5758"/>
                    <a:pt x="180835" y="5082"/>
                    <a:pt x="180497" y="4445"/>
                  </a:cubicBezTo>
                  <a:cubicBezTo>
                    <a:pt x="179781" y="3192"/>
                    <a:pt x="178817" y="2228"/>
                    <a:pt x="177603" y="1551"/>
                  </a:cubicBezTo>
                  <a:cubicBezTo>
                    <a:pt x="176390" y="875"/>
                    <a:pt x="175097" y="537"/>
                    <a:pt x="173725" y="537"/>
                  </a:cubicBezTo>
                  <a:cubicBezTo>
                    <a:pt x="172870" y="537"/>
                    <a:pt x="172039" y="656"/>
                    <a:pt x="171234" y="895"/>
                  </a:cubicBezTo>
                  <a:cubicBezTo>
                    <a:pt x="170428" y="1134"/>
                    <a:pt x="169677" y="1482"/>
                    <a:pt x="168981" y="1939"/>
                  </a:cubicBezTo>
                  <a:cubicBezTo>
                    <a:pt x="168444" y="2317"/>
                    <a:pt x="167932" y="2804"/>
                    <a:pt x="167445" y="3401"/>
                  </a:cubicBezTo>
                  <a:cubicBezTo>
                    <a:pt x="166957" y="3998"/>
                    <a:pt x="166520" y="4644"/>
                    <a:pt x="166132" y="5340"/>
                  </a:cubicBezTo>
                  <a:cubicBezTo>
                    <a:pt x="165744" y="6036"/>
                    <a:pt x="165416" y="6748"/>
                    <a:pt x="165148" y="7473"/>
                  </a:cubicBezTo>
                  <a:cubicBezTo>
                    <a:pt x="164879" y="8199"/>
                    <a:pt x="164695" y="8871"/>
                    <a:pt x="164596" y="9487"/>
                  </a:cubicBezTo>
                  <a:cubicBezTo>
                    <a:pt x="164556" y="9766"/>
                    <a:pt x="164526" y="10054"/>
                    <a:pt x="164506" y="10352"/>
                  </a:cubicBezTo>
                  <a:cubicBezTo>
                    <a:pt x="164486" y="10651"/>
                    <a:pt x="164476" y="10939"/>
                    <a:pt x="164476" y="11218"/>
                  </a:cubicBezTo>
                  <a:cubicBezTo>
                    <a:pt x="164476" y="12013"/>
                    <a:pt x="164556" y="12809"/>
                    <a:pt x="164715" y="13604"/>
                  </a:cubicBezTo>
                  <a:cubicBezTo>
                    <a:pt x="164874" y="14400"/>
                    <a:pt x="165128" y="15151"/>
                    <a:pt x="165476" y="15857"/>
                  </a:cubicBezTo>
                  <a:cubicBezTo>
                    <a:pt x="165824" y="16563"/>
                    <a:pt x="166281" y="17199"/>
                    <a:pt x="166848" y="17766"/>
                  </a:cubicBezTo>
                  <a:cubicBezTo>
                    <a:pt x="167415" y="18333"/>
                    <a:pt x="168116" y="18766"/>
                    <a:pt x="168951" y="19064"/>
                  </a:cubicBezTo>
                  <a:cubicBezTo>
                    <a:pt x="169488" y="19243"/>
                    <a:pt x="170020" y="19412"/>
                    <a:pt x="170548" y="19571"/>
                  </a:cubicBezTo>
                  <a:cubicBezTo>
                    <a:pt x="171075" y="19730"/>
                    <a:pt x="171597" y="19810"/>
                    <a:pt x="172114" y="19810"/>
                  </a:cubicBezTo>
                  <a:cubicBezTo>
                    <a:pt x="172730" y="19810"/>
                    <a:pt x="173332" y="19730"/>
                    <a:pt x="173919" y="19571"/>
                  </a:cubicBezTo>
                  <a:cubicBezTo>
                    <a:pt x="174506" y="19412"/>
                    <a:pt x="175107" y="19213"/>
                    <a:pt x="175724" y="18975"/>
                  </a:cubicBezTo>
                  <a:cubicBezTo>
                    <a:pt x="176440" y="18676"/>
                    <a:pt x="177096" y="18239"/>
                    <a:pt x="177693" y="17662"/>
                  </a:cubicBezTo>
                  <a:cubicBezTo>
                    <a:pt x="178290" y="17085"/>
                    <a:pt x="178817" y="16444"/>
                    <a:pt x="179274" y="15738"/>
                  </a:cubicBezTo>
                  <a:cubicBezTo>
                    <a:pt x="179731" y="15031"/>
                    <a:pt x="180124" y="14296"/>
                    <a:pt x="180452" y="13530"/>
                  </a:cubicBezTo>
                  <a:cubicBezTo>
                    <a:pt x="180781" y="12764"/>
                    <a:pt x="181034" y="12033"/>
                    <a:pt x="181213" y="11337"/>
                  </a:cubicBezTo>
                  <a:close/>
                  <a:moveTo>
                    <a:pt x="174441" y="16648"/>
                  </a:moveTo>
                  <a:cubicBezTo>
                    <a:pt x="174143" y="16807"/>
                    <a:pt x="173809" y="16936"/>
                    <a:pt x="173441" y="17035"/>
                  </a:cubicBezTo>
                  <a:cubicBezTo>
                    <a:pt x="173073" y="17135"/>
                    <a:pt x="172720" y="17185"/>
                    <a:pt x="172382" y="17185"/>
                  </a:cubicBezTo>
                  <a:cubicBezTo>
                    <a:pt x="171507" y="17185"/>
                    <a:pt x="170756" y="17025"/>
                    <a:pt x="170130" y="16707"/>
                  </a:cubicBezTo>
                  <a:cubicBezTo>
                    <a:pt x="169503" y="16389"/>
                    <a:pt x="168981" y="15961"/>
                    <a:pt x="168564" y="15424"/>
                  </a:cubicBezTo>
                  <a:cubicBezTo>
                    <a:pt x="168146" y="14887"/>
                    <a:pt x="167838" y="14266"/>
                    <a:pt x="167639" y="13560"/>
                  </a:cubicBezTo>
                  <a:cubicBezTo>
                    <a:pt x="167440" y="12854"/>
                    <a:pt x="167340" y="12113"/>
                    <a:pt x="167340" y="11337"/>
                  </a:cubicBezTo>
                  <a:cubicBezTo>
                    <a:pt x="167340" y="10720"/>
                    <a:pt x="167415" y="10069"/>
                    <a:pt x="167564" y="9383"/>
                  </a:cubicBezTo>
                  <a:cubicBezTo>
                    <a:pt x="167713" y="8697"/>
                    <a:pt x="167927" y="8025"/>
                    <a:pt x="168206" y="7369"/>
                  </a:cubicBezTo>
                  <a:cubicBezTo>
                    <a:pt x="168484" y="6713"/>
                    <a:pt x="168827" y="6091"/>
                    <a:pt x="169235" y="5504"/>
                  </a:cubicBezTo>
                  <a:cubicBezTo>
                    <a:pt x="169643" y="4918"/>
                    <a:pt x="170105" y="4425"/>
                    <a:pt x="170622" y="4028"/>
                  </a:cubicBezTo>
                  <a:cubicBezTo>
                    <a:pt x="171060" y="3729"/>
                    <a:pt x="171517" y="3496"/>
                    <a:pt x="171994" y="3327"/>
                  </a:cubicBezTo>
                  <a:cubicBezTo>
                    <a:pt x="172472" y="3157"/>
                    <a:pt x="172969" y="3073"/>
                    <a:pt x="173486" y="3073"/>
                  </a:cubicBezTo>
                  <a:cubicBezTo>
                    <a:pt x="174381" y="3073"/>
                    <a:pt x="175231" y="3292"/>
                    <a:pt x="176037" y="3729"/>
                  </a:cubicBezTo>
                  <a:cubicBezTo>
                    <a:pt x="176843" y="4167"/>
                    <a:pt x="177474" y="4803"/>
                    <a:pt x="177931" y="5639"/>
                  </a:cubicBezTo>
                  <a:cubicBezTo>
                    <a:pt x="178150" y="6096"/>
                    <a:pt x="178309" y="6578"/>
                    <a:pt x="178409" y="7086"/>
                  </a:cubicBezTo>
                  <a:cubicBezTo>
                    <a:pt x="178508" y="7593"/>
                    <a:pt x="178558" y="8105"/>
                    <a:pt x="178558" y="8622"/>
                  </a:cubicBezTo>
                  <a:cubicBezTo>
                    <a:pt x="178558" y="9338"/>
                    <a:pt x="178478" y="10089"/>
                    <a:pt x="178319" y="10875"/>
                  </a:cubicBezTo>
                  <a:cubicBezTo>
                    <a:pt x="178160" y="11660"/>
                    <a:pt x="177912" y="12416"/>
                    <a:pt x="177573" y="13142"/>
                  </a:cubicBezTo>
                  <a:cubicBezTo>
                    <a:pt x="177235" y="13868"/>
                    <a:pt x="176808" y="14539"/>
                    <a:pt x="176291" y="15156"/>
                  </a:cubicBezTo>
                  <a:cubicBezTo>
                    <a:pt x="175773" y="15772"/>
                    <a:pt x="175157" y="16270"/>
                    <a:pt x="174441" y="16648"/>
                  </a:cubicBezTo>
                  <a:close/>
                  <a:moveTo>
                    <a:pt x="184764" y="16767"/>
                  </a:moveTo>
                  <a:lnTo>
                    <a:pt x="184793" y="16797"/>
                  </a:lnTo>
                  <a:cubicBezTo>
                    <a:pt x="185151" y="17214"/>
                    <a:pt x="185589" y="17602"/>
                    <a:pt x="186106" y="17960"/>
                  </a:cubicBezTo>
                  <a:cubicBezTo>
                    <a:pt x="186623" y="18318"/>
                    <a:pt x="187190" y="18627"/>
                    <a:pt x="187807" y="18885"/>
                  </a:cubicBezTo>
                  <a:cubicBezTo>
                    <a:pt x="188423" y="19144"/>
                    <a:pt x="189075" y="19343"/>
                    <a:pt x="189761" y="19482"/>
                  </a:cubicBezTo>
                  <a:cubicBezTo>
                    <a:pt x="190447" y="19621"/>
                    <a:pt x="191128" y="19681"/>
                    <a:pt x="191804" y="19661"/>
                  </a:cubicBezTo>
                  <a:cubicBezTo>
                    <a:pt x="192580" y="19641"/>
                    <a:pt x="193326" y="19517"/>
                    <a:pt x="194042" y="19288"/>
                  </a:cubicBezTo>
                  <a:cubicBezTo>
                    <a:pt x="194758" y="19059"/>
                    <a:pt x="195394" y="18726"/>
                    <a:pt x="195951" y="18288"/>
                  </a:cubicBezTo>
                  <a:cubicBezTo>
                    <a:pt x="196508" y="17851"/>
                    <a:pt x="196951" y="17299"/>
                    <a:pt x="197279" y="16633"/>
                  </a:cubicBezTo>
                  <a:cubicBezTo>
                    <a:pt x="197607" y="15966"/>
                    <a:pt x="197771" y="15186"/>
                    <a:pt x="197771" y="14291"/>
                  </a:cubicBezTo>
                  <a:cubicBezTo>
                    <a:pt x="197771" y="13415"/>
                    <a:pt x="197572" y="12615"/>
                    <a:pt x="197175" y="11889"/>
                  </a:cubicBezTo>
                  <a:cubicBezTo>
                    <a:pt x="196777" y="11163"/>
                    <a:pt x="196200" y="10591"/>
                    <a:pt x="195444" y="10173"/>
                  </a:cubicBezTo>
                  <a:cubicBezTo>
                    <a:pt x="194589" y="9696"/>
                    <a:pt x="193808" y="9363"/>
                    <a:pt x="193102" y="9174"/>
                  </a:cubicBezTo>
                  <a:cubicBezTo>
                    <a:pt x="192396" y="8985"/>
                    <a:pt x="191635" y="8801"/>
                    <a:pt x="190820" y="8622"/>
                  </a:cubicBezTo>
                  <a:cubicBezTo>
                    <a:pt x="190840" y="8622"/>
                    <a:pt x="190691" y="8587"/>
                    <a:pt x="190372" y="8518"/>
                  </a:cubicBezTo>
                  <a:cubicBezTo>
                    <a:pt x="190054" y="8448"/>
                    <a:pt x="189706" y="8329"/>
                    <a:pt x="189328" y="8160"/>
                  </a:cubicBezTo>
                  <a:cubicBezTo>
                    <a:pt x="188950" y="7991"/>
                    <a:pt x="188602" y="7767"/>
                    <a:pt x="188284" y="7488"/>
                  </a:cubicBezTo>
                  <a:cubicBezTo>
                    <a:pt x="187966" y="7210"/>
                    <a:pt x="187827" y="6872"/>
                    <a:pt x="187866" y="6474"/>
                  </a:cubicBezTo>
                  <a:cubicBezTo>
                    <a:pt x="187906" y="5997"/>
                    <a:pt x="188055" y="5604"/>
                    <a:pt x="188314" y="5296"/>
                  </a:cubicBezTo>
                  <a:cubicBezTo>
                    <a:pt x="188572" y="4987"/>
                    <a:pt x="188886" y="4734"/>
                    <a:pt x="189254" y="4535"/>
                  </a:cubicBezTo>
                  <a:cubicBezTo>
                    <a:pt x="189622" y="4336"/>
                    <a:pt x="190029" y="4197"/>
                    <a:pt x="190477" y="4117"/>
                  </a:cubicBezTo>
                  <a:cubicBezTo>
                    <a:pt x="190924" y="4038"/>
                    <a:pt x="191357" y="3998"/>
                    <a:pt x="191775" y="3998"/>
                  </a:cubicBezTo>
                  <a:cubicBezTo>
                    <a:pt x="192331" y="3998"/>
                    <a:pt x="192869" y="4062"/>
                    <a:pt x="193386" y="4192"/>
                  </a:cubicBezTo>
                  <a:cubicBezTo>
                    <a:pt x="193903" y="4321"/>
                    <a:pt x="194420" y="4465"/>
                    <a:pt x="194937" y="4624"/>
                  </a:cubicBezTo>
                  <a:cubicBezTo>
                    <a:pt x="195196" y="4724"/>
                    <a:pt x="195434" y="4744"/>
                    <a:pt x="195653" y="4684"/>
                  </a:cubicBezTo>
                  <a:cubicBezTo>
                    <a:pt x="195872" y="4624"/>
                    <a:pt x="196056" y="4530"/>
                    <a:pt x="196205" y="4401"/>
                  </a:cubicBezTo>
                  <a:cubicBezTo>
                    <a:pt x="196354" y="4271"/>
                    <a:pt x="196469" y="4112"/>
                    <a:pt x="196548" y="3923"/>
                  </a:cubicBezTo>
                  <a:cubicBezTo>
                    <a:pt x="196628" y="3734"/>
                    <a:pt x="196667" y="3560"/>
                    <a:pt x="196667" y="3401"/>
                  </a:cubicBezTo>
                  <a:cubicBezTo>
                    <a:pt x="196667" y="3182"/>
                    <a:pt x="196603" y="2964"/>
                    <a:pt x="196473" y="2745"/>
                  </a:cubicBezTo>
                  <a:cubicBezTo>
                    <a:pt x="196344" y="2526"/>
                    <a:pt x="196140" y="2337"/>
                    <a:pt x="195862" y="2178"/>
                  </a:cubicBezTo>
                  <a:cubicBezTo>
                    <a:pt x="195345" y="1899"/>
                    <a:pt x="194808" y="1691"/>
                    <a:pt x="194251" y="1551"/>
                  </a:cubicBezTo>
                  <a:cubicBezTo>
                    <a:pt x="193694" y="1412"/>
                    <a:pt x="193067" y="1343"/>
                    <a:pt x="192371" y="1343"/>
                  </a:cubicBezTo>
                  <a:cubicBezTo>
                    <a:pt x="191536" y="1343"/>
                    <a:pt x="190691" y="1442"/>
                    <a:pt x="189835" y="1641"/>
                  </a:cubicBezTo>
                  <a:cubicBezTo>
                    <a:pt x="188980" y="1840"/>
                    <a:pt x="188194" y="2148"/>
                    <a:pt x="187478" y="2566"/>
                  </a:cubicBezTo>
                  <a:cubicBezTo>
                    <a:pt x="186762" y="2983"/>
                    <a:pt x="186171" y="3525"/>
                    <a:pt x="185703" y="4192"/>
                  </a:cubicBezTo>
                  <a:cubicBezTo>
                    <a:pt x="185236" y="4858"/>
                    <a:pt x="184992" y="5659"/>
                    <a:pt x="184972" y="6593"/>
                  </a:cubicBezTo>
                  <a:cubicBezTo>
                    <a:pt x="184952" y="7329"/>
                    <a:pt x="185092" y="7961"/>
                    <a:pt x="185390" y="8488"/>
                  </a:cubicBezTo>
                  <a:cubicBezTo>
                    <a:pt x="185688" y="9015"/>
                    <a:pt x="186086" y="9457"/>
                    <a:pt x="186583" y="9815"/>
                  </a:cubicBezTo>
                  <a:cubicBezTo>
                    <a:pt x="187081" y="10173"/>
                    <a:pt x="187652" y="10462"/>
                    <a:pt x="188299" y="10681"/>
                  </a:cubicBezTo>
                  <a:cubicBezTo>
                    <a:pt x="188945" y="10899"/>
                    <a:pt x="189607" y="11069"/>
                    <a:pt x="190283" y="11188"/>
                  </a:cubicBezTo>
                  <a:cubicBezTo>
                    <a:pt x="190701" y="11248"/>
                    <a:pt x="191178" y="11337"/>
                    <a:pt x="191715" y="11456"/>
                  </a:cubicBezTo>
                  <a:cubicBezTo>
                    <a:pt x="192252" y="11576"/>
                    <a:pt x="192754" y="11755"/>
                    <a:pt x="193222" y="11993"/>
                  </a:cubicBezTo>
                  <a:cubicBezTo>
                    <a:pt x="193689" y="12232"/>
                    <a:pt x="194077" y="12565"/>
                    <a:pt x="194385" y="12993"/>
                  </a:cubicBezTo>
                  <a:cubicBezTo>
                    <a:pt x="194693" y="13420"/>
                    <a:pt x="194838" y="13972"/>
                    <a:pt x="194818" y="14649"/>
                  </a:cubicBezTo>
                  <a:cubicBezTo>
                    <a:pt x="194778" y="15345"/>
                    <a:pt x="194524" y="15917"/>
                    <a:pt x="194057" y="16364"/>
                  </a:cubicBezTo>
                  <a:cubicBezTo>
                    <a:pt x="193590" y="16812"/>
                    <a:pt x="192819" y="17035"/>
                    <a:pt x="191745" y="17035"/>
                  </a:cubicBezTo>
                  <a:cubicBezTo>
                    <a:pt x="190790" y="17035"/>
                    <a:pt x="189965" y="16881"/>
                    <a:pt x="189269" y="16573"/>
                  </a:cubicBezTo>
                  <a:cubicBezTo>
                    <a:pt x="188572" y="16265"/>
                    <a:pt x="187856" y="15792"/>
                    <a:pt x="187120" y="15156"/>
                  </a:cubicBezTo>
                  <a:cubicBezTo>
                    <a:pt x="186922" y="15017"/>
                    <a:pt x="186728" y="14907"/>
                    <a:pt x="186539" y="14828"/>
                  </a:cubicBezTo>
                  <a:cubicBezTo>
                    <a:pt x="186350" y="14748"/>
                    <a:pt x="186146" y="14708"/>
                    <a:pt x="185927" y="14708"/>
                  </a:cubicBezTo>
                  <a:cubicBezTo>
                    <a:pt x="185529" y="14708"/>
                    <a:pt x="185201" y="14823"/>
                    <a:pt x="184943" y="15051"/>
                  </a:cubicBezTo>
                  <a:cubicBezTo>
                    <a:pt x="184684" y="15280"/>
                    <a:pt x="184555" y="15573"/>
                    <a:pt x="184555" y="15931"/>
                  </a:cubicBezTo>
                  <a:cubicBezTo>
                    <a:pt x="184555" y="16190"/>
                    <a:pt x="184624" y="16469"/>
                    <a:pt x="184764" y="16767"/>
                  </a:cubicBezTo>
                  <a:close/>
                  <a:moveTo>
                    <a:pt x="218297" y="15693"/>
                  </a:moveTo>
                  <a:lnTo>
                    <a:pt x="218267" y="15693"/>
                  </a:lnTo>
                  <a:cubicBezTo>
                    <a:pt x="217929" y="16051"/>
                    <a:pt x="217571" y="16319"/>
                    <a:pt x="217193" y="16498"/>
                  </a:cubicBezTo>
                  <a:cubicBezTo>
                    <a:pt x="216815" y="16677"/>
                    <a:pt x="216457" y="16767"/>
                    <a:pt x="216119" y="16767"/>
                  </a:cubicBezTo>
                  <a:cubicBezTo>
                    <a:pt x="215662" y="16767"/>
                    <a:pt x="215224" y="16628"/>
                    <a:pt x="214807" y="16349"/>
                  </a:cubicBezTo>
                  <a:cubicBezTo>
                    <a:pt x="214389" y="16071"/>
                    <a:pt x="214051" y="15633"/>
                    <a:pt x="213792" y="15036"/>
                  </a:cubicBezTo>
                  <a:cubicBezTo>
                    <a:pt x="213653" y="14738"/>
                    <a:pt x="213559" y="14420"/>
                    <a:pt x="213509" y="14082"/>
                  </a:cubicBezTo>
                  <a:cubicBezTo>
                    <a:pt x="213459" y="13744"/>
                    <a:pt x="213434" y="13406"/>
                    <a:pt x="213434" y="13067"/>
                  </a:cubicBezTo>
                  <a:cubicBezTo>
                    <a:pt x="213434" y="12451"/>
                    <a:pt x="213524" y="11844"/>
                    <a:pt x="213703" y="11248"/>
                  </a:cubicBezTo>
                  <a:cubicBezTo>
                    <a:pt x="213882" y="10651"/>
                    <a:pt x="214120" y="10114"/>
                    <a:pt x="214419" y="9636"/>
                  </a:cubicBezTo>
                  <a:cubicBezTo>
                    <a:pt x="214717" y="9159"/>
                    <a:pt x="215075" y="8776"/>
                    <a:pt x="215493" y="8488"/>
                  </a:cubicBezTo>
                  <a:cubicBezTo>
                    <a:pt x="215910" y="8199"/>
                    <a:pt x="216358" y="8055"/>
                    <a:pt x="216835" y="8055"/>
                  </a:cubicBezTo>
                  <a:cubicBezTo>
                    <a:pt x="217193" y="8055"/>
                    <a:pt x="217566" y="8150"/>
                    <a:pt x="217954" y="8339"/>
                  </a:cubicBezTo>
                  <a:cubicBezTo>
                    <a:pt x="218342" y="8528"/>
                    <a:pt x="218745" y="8841"/>
                    <a:pt x="219162" y="9278"/>
                  </a:cubicBezTo>
                  <a:cubicBezTo>
                    <a:pt x="219481" y="9438"/>
                    <a:pt x="219784" y="9522"/>
                    <a:pt x="220072" y="9532"/>
                  </a:cubicBezTo>
                  <a:cubicBezTo>
                    <a:pt x="220361" y="9542"/>
                    <a:pt x="220609" y="9497"/>
                    <a:pt x="220818" y="9398"/>
                  </a:cubicBezTo>
                  <a:cubicBezTo>
                    <a:pt x="221027" y="9298"/>
                    <a:pt x="221191" y="9149"/>
                    <a:pt x="221310" y="8950"/>
                  </a:cubicBezTo>
                  <a:cubicBezTo>
                    <a:pt x="221430" y="8751"/>
                    <a:pt x="221490" y="8523"/>
                    <a:pt x="221490" y="8264"/>
                  </a:cubicBezTo>
                  <a:cubicBezTo>
                    <a:pt x="221490" y="8025"/>
                    <a:pt x="221390" y="7737"/>
                    <a:pt x="221191" y="7399"/>
                  </a:cubicBezTo>
                  <a:cubicBezTo>
                    <a:pt x="220734" y="6941"/>
                    <a:pt x="220281" y="6583"/>
                    <a:pt x="219834" y="6325"/>
                  </a:cubicBezTo>
                  <a:cubicBezTo>
                    <a:pt x="219386" y="6066"/>
                    <a:pt x="218884" y="5838"/>
                    <a:pt x="218327" y="5639"/>
                  </a:cubicBezTo>
                  <a:cubicBezTo>
                    <a:pt x="218049" y="5539"/>
                    <a:pt x="217780" y="5475"/>
                    <a:pt x="217522" y="5445"/>
                  </a:cubicBezTo>
                  <a:cubicBezTo>
                    <a:pt x="217263" y="5415"/>
                    <a:pt x="216994" y="5400"/>
                    <a:pt x="216716" y="5400"/>
                  </a:cubicBezTo>
                  <a:cubicBezTo>
                    <a:pt x="215821" y="5400"/>
                    <a:pt x="215001" y="5619"/>
                    <a:pt x="214255" y="6056"/>
                  </a:cubicBezTo>
                  <a:cubicBezTo>
                    <a:pt x="213509" y="6494"/>
                    <a:pt x="212867" y="7061"/>
                    <a:pt x="212330" y="7757"/>
                  </a:cubicBezTo>
                  <a:cubicBezTo>
                    <a:pt x="211793" y="8453"/>
                    <a:pt x="211371" y="9224"/>
                    <a:pt x="211062" y="10069"/>
                  </a:cubicBezTo>
                  <a:cubicBezTo>
                    <a:pt x="210754" y="10914"/>
                    <a:pt x="210570" y="11755"/>
                    <a:pt x="210510" y="12590"/>
                  </a:cubicBezTo>
                  <a:cubicBezTo>
                    <a:pt x="210411" y="13764"/>
                    <a:pt x="210610" y="14917"/>
                    <a:pt x="211107" y="16051"/>
                  </a:cubicBezTo>
                  <a:lnTo>
                    <a:pt x="211107" y="16021"/>
                  </a:lnTo>
                  <a:cubicBezTo>
                    <a:pt x="211306" y="16578"/>
                    <a:pt x="211585" y="17065"/>
                    <a:pt x="211943" y="17483"/>
                  </a:cubicBezTo>
                  <a:cubicBezTo>
                    <a:pt x="212301" y="17901"/>
                    <a:pt x="212703" y="18254"/>
                    <a:pt x="213151" y="18542"/>
                  </a:cubicBezTo>
                  <a:cubicBezTo>
                    <a:pt x="213598" y="18830"/>
                    <a:pt x="214076" y="19044"/>
                    <a:pt x="214583" y="19183"/>
                  </a:cubicBezTo>
                  <a:cubicBezTo>
                    <a:pt x="215090" y="19323"/>
                    <a:pt x="215602" y="19392"/>
                    <a:pt x="216119" y="19392"/>
                  </a:cubicBezTo>
                  <a:cubicBezTo>
                    <a:pt x="216915" y="19392"/>
                    <a:pt x="217681" y="19243"/>
                    <a:pt x="218417" y="18945"/>
                  </a:cubicBezTo>
                  <a:cubicBezTo>
                    <a:pt x="219152" y="18646"/>
                    <a:pt x="219799" y="18189"/>
                    <a:pt x="220356" y="17572"/>
                  </a:cubicBezTo>
                  <a:cubicBezTo>
                    <a:pt x="220654" y="17214"/>
                    <a:pt x="220803" y="16866"/>
                    <a:pt x="220803" y="16528"/>
                  </a:cubicBezTo>
                  <a:cubicBezTo>
                    <a:pt x="220803" y="16190"/>
                    <a:pt x="220674" y="15897"/>
                    <a:pt x="220415" y="15648"/>
                  </a:cubicBezTo>
                  <a:cubicBezTo>
                    <a:pt x="220157" y="15399"/>
                    <a:pt x="219829" y="15275"/>
                    <a:pt x="219431" y="15275"/>
                  </a:cubicBezTo>
                  <a:cubicBezTo>
                    <a:pt x="219232" y="15275"/>
                    <a:pt x="219033" y="15305"/>
                    <a:pt x="218834" y="15365"/>
                  </a:cubicBezTo>
                  <a:cubicBezTo>
                    <a:pt x="218635" y="15424"/>
                    <a:pt x="218456" y="15534"/>
                    <a:pt x="218297" y="15693"/>
                  </a:cubicBezTo>
                  <a:close/>
                  <a:moveTo>
                    <a:pt x="230082" y="6056"/>
                  </a:moveTo>
                  <a:cubicBezTo>
                    <a:pt x="229127" y="6056"/>
                    <a:pt x="228227" y="6285"/>
                    <a:pt x="227382" y="6743"/>
                  </a:cubicBezTo>
                  <a:cubicBezTo>
                    <a:pt x="226536" y="7200"/>
                    <a:pt x="225801" y="7802"/>
                    <a:pt x="225174" y="8548"/>
                  </a:cubicBezTo>
                  <a:cubicBezTo>
                    <a:pt x="224548" y="9293"/>
                    <a:pt x="224050" y="10139"/>
                    <a:pt x="223682" y="11083"/>
                  </a:cubicBezTo>
                  <a:cubicBezTo>
                    <a:pt x="223314" y="12028"/>
                    <a:pt x="223130" y="12998"/>
                    <a:pt x="223130" y="13992"/>
                  </a:cubicBezTo>
                  <a:cubicBezTo>
                    <a:pt x="223130" y="14708"/>
                    <a:pt x="223255" y="15419"/>
                    <a:pt x="223503" y="16125"/>
                  </a:cubicBezTo>
                  <a:cubicBezTo>
                    <a:pt x="223752" y="16831"/>
                    <a:pt x="224105" y="17468"/>
                    <a:pt x="224562" y="18035"/>
                  </a:cubicBezTo>
                  <a:cubicBezTo>
                    <a:pt x="225020" y="18602"/>
                    <a:pt x="225582" y="19064"/>
                    <a:pt x="226248" y="19422"/>
                  </a:cubicBezTo>
                  <a:cubicBezTo>
                    <a:pt x="226914" y="19780"/>
                    <a:pt x="227655" y="19959"/>
                    <a:pt x="228471" y="19959"/>
                  </a:cubicBezTo>
                  <a:cubicBezTo>
                    <a:pt x="229246" y="19959"/>
                    <a:pt x="229987" y="19810"/>
                    <a:pt x="230693" y="19512"/>
                  </a:cubicBezTo>
                  <a:cubicBezTo>
                    <a:pt x="231399" y="19213"/>
                    <a:pt x="232041" y="18801"/>
                    <a:pt x="232618" y="18273"/>
                  </a:cubicBezTo>
                  <a:cubicBezTo>
                    <a:pt x="233194" y="17746"/>
                    <a:pt x="233697" y="17125"/>
                    <a:pt x="234124" y="16409"/>
                  </a:cubicBezTo>
                  <a:cubicBezTo>
                    <a:pt x="234552" y="15693"/>
                    <a:pt x="234875" y="14927"/>
                    <a:pt x="235094" y="14112"/>
                  </a:cubicBezTo>
                  <a:cubicBezTo>
                    <a:pt x="235154" y="13813"/>
                    <a:pt x="235203" y="13520"/>
                    <a:pt x="235243" y="13231"/>
                  </a:cubicBezTo>
                  <a:cubicBezTo>
                    <a:pt x="235283" y="12943"/>
                    <a:pt x="235303" y="12630"/>
                    <a:pt x="235303" y="12292"/>
                  </a:cubicBezTo>
                  <a:cubicBezTo>
                    <a:pt x="235303" y="11516"/>
                    <a:pt x="235188" y="10755"/>
                    <a:pt x="234960" y="10009"/>
                  </a:cubicBezTo>
                  <a:cubicBezTo>
                    <a:pt x="234731" y="9264"/>
                    <a:pt x="234393" y="8597"/>
                    <a:pt x="233945" y="8010"/>
                  </a:cubicBezTo>
                  <a:cubicBezTo>
                    <a:pt x="233498" y="7424"/>
                    <a:pt x="232951" y="6951"/>
                    <a:pt x="232304" y="6593"/>
                  </a:cubicBezTo>
                  <a:cubicBezTo>
                    <a:pt x="231658" y="6235"/>
                    <a:pt x="230917" y="6056"/>
                    <a:pt x="230082" y="6056"/>
                  </a:cubicBezTo>
                  <a:close/>
                  <a:moveTo>
                    <a:pt x="226233" y="12471"/>
                  </a:moveTo>
                  <a:cubicBezTo>
                    <a:pt x="226333" y="12073"/>
                    <a:pt x="226492" y="11650"/>
                    <a:pt x="226710" y="11203"/>
                  </a:cubicBezTo>
                  <a:cubicBezTo>
                    <a:pt x="226929" y="10755"/>
                    <a:pt x="227203" y="10348"/>
                    <a:pt x="227531" y="9980"/>
                  </a:cubicBezTo>
                  <a:cubicBezTo>
                    <a:pt x="227859" y="9612"/>
                    <a:pt x="228232" y="9303"/>
                    <a:pt x="228650" y="9055"/>
                  </a:cubicBezTo>
                  <a:cubicBezTo>
                    <a:pt x="229067" y="8806"/>
                    <a:pt x="229515" y="8682"/>
                    <a:pt x="229992" y="8682"/>
                  </a:cubicBezTo>
                  <a:cubicBezTo>
                    <a:pt x="230370" y="8682"/>
                    <a:pt x="230708" y="8786"/>
                    <a:pt x="231007" y="8995"/>
                  </a:cubicBezTo>
                  <a:cubicBezTo>
                    <a:pt x="231305" y="9204"/>
                    <a:pt x="231559" y="9477"/>
                    <a:pt x="231767" y="9815"/>
                  </a:cubicBezTo>
                  <a:cubicBezTo>
                    <a:pt x="231976" y="10154"/>
                    <a:pt x="232130" y="10536"/>
                    <a:pt x="232230" y="10964"/>
                  </a:cubicBezTo>
                  <a:cubicBezTo>
                    <a:pt x="232329" y="11392"/>
                    <a:pt x="232379" y="11824"/>
                    <a:pt x="232379" y="12262"/>
                  </a:cubicBezTo>
                  <a:cubicBezTo>
                    <a:pt x="232379" y="12739"/>
                    <a:pt x="232290" y="13271"/>
                    <a:pt x="232110" y="13858"/>
                  </a:cubicBezTo>
                  <a:cubicBezTo>
                    <a:pt x="231931" y="14445"/>
                    <a:pt x="231678" y="14992"/>
                    <a:pt x="231350" y="15499"/>
                  </a:cubicBezTo>
                  <a:cubicBezTo>
                    <a:pt x="231022" y="16006"/>
                    <a:pt x="230624" y="16434"/>
                    <a:pt x="230156" y="16782"/>
                  </a:cubicBezTo>
                  <a:cubicBezTo>
                    <a:pt x="229689" y="17130"/>
                    <a:pt x="229157" y="17304"/>
                    <a:pt x="228560" y="17304"/>
                  </a:cubicBezTo>
                  <a:cubicBezTo>
                    <a:pt x="227944" y="17304"/>
                    <a:pt x="227451" y="17135"/>
                    <a:pt x="227083" y="16797"/>
                  </a:cubicBezTo>
                  <a:cubicBezTo>
                    <a:pt x="226715" y="16459"/>
                    <a:pt x="226452" y="16046"/>
                    <a:pt x="226293" y="15559"/>
                  </a:cubicBezTo>
                  <a:cubicBezTo>
                    <a:pt x="226134" y="15071"/>
                    <a:pt x="226054" y="14549"/>
                    <a:pt x="226054" y="13992"/>
                  </a:cubicBezTo>
                  <a:cubicBezTo>
                    <a:pt x="226054" y="13435"/>
                    <a:pt x="226114" y="12928"/>
                    <a:pt x="226233" y="12471"/>
                  </a:cubicBezTo>
                  <a:close/>
                  <a:moveTo>
                    <a:pt x="244760" y="15693"/>
                  </a:moveTo>
                  <a:lnTo>
                    <a:pt x="244730" y="15693"/>
                  </a:lnTo>
                  <a:cubicBezTo>
                    <a:pt x="244392" y="16051"/>
                    <a:pt x="244034" y="16319"/>
                    <a:pt x="243656" y="16498"/>
                  </a:cubicBezTo>
                  <a:cubicBezTo>
                    <a:pt x="243278" y="16677"/>
                    <a:pt x="242920" y="16767"/>
                    <a:pt x="242582" y="16767"/>
                  </a:cubicBezTo>
                  <a:cubicBezTo>
                    <a:pt x="242125" y="16767"/>
                    <a:pt x="241687" y="16628"/>
                    <a:pt x="241270" y="16349"/>
                  </a:cubicBezTo>
                  <a:cubicBezTo>
                    <a:pt x="240852" y="16071"/>
                    <a:pt x="240514" y="15633"/>
                    <a:pt x="240255" y="15036"/>
                  </a:cubicBezTo>
                  <a:cubicBezTo>
                    <a:pt x="240116" y="14738"/>
                    <a:pt x="240022" y="14420"/>
                    <a:pt x="239972" y="14082"/>
                  </a:cubicBezTo>
                  <a:cubicBezTo>
                    <a:pt x="239922" y="13744"/>
                    <a:pt x="239897" y="13406"/>
                    <a:pt x="239897" y="13067"/>
                  </a:cubicBezTo>
                  <a:cubicBezTo>
                    <a:pt x="239897" y="12451"/>
                    <a:pt x="239987" y="11844"/>
                    <a:pt x="240166" y="11248"/>
                  </a:cubicBezTo>
                  <a:cubicBezTo>
                    <a:pt x="240345" y="10651"/>
                    <a:pt x="240583" y="10114"/>
                    <a:pt x="240882" y="9636"/>
                  </a:cubicBezTo>
                  <a:cubicBezTo>
                    <a:pt x="241180" y="9159"/>
                    <a:pt x="241538" y="8776"/>
                    <a:pt x="241956" y="8488"/>
                  </a:cubicBezTo>
                  <a:cubicBezTo>
                    <a:pt x="242373" y="8199"/>
                    <a:pt x="242821" y="8055"/>
                    <a:pt x="243298" y="8055"/>
                  </a:cubicBezTo>
                  <a:cubicBezTo>
                    <a:pt x="243656" y="8055"/>
                    <a:pt x="244029" y="8150"/>
                    <a:pt x="244417" y="8339"/>
                  </a:cubicBezTo>
                  <a:cubicBezTo>
                    <a:pt x="244805" y="8528"/>
                    <a:pt x="245208" y="8841"/>
                    <a:pt x="245625" y="9278"/>
                  </a:cubicBezTo>
                  <a:cubicBezTo>
                    <a:pt x="245944" y="9438"/>
                    <a:pt x="246247" y="9522"/>
                    <a:pt x="246535" y="9532"/>
                  </a:cubicBezTo>
                  <a:cubicBezTo>
                    <a:pt x="246824" y="9542"/>
                    <a:pt x="247072" y="9497"/>
                    <a:pt x="247281" y="9398"/>
                  </a:cubicBezTo>
                  <a:cubicBezTo>
                    <a:pt x="247490" y="9298"/>
                    <a:pt x="247654" y="9149"/>
                    <a:pt x="247773" y="8950"/>
                  </a:cubicBezTo>
                  <a:cubicBezTo>
                    <a:pt x="247893" y="8751"/>
                    <a:pt x="247952" y="8523"/>
                    <a:pt x="247952" y="8264"/>
                  </a:cubicBezTo>
                  <a:cubicBezTo>
                    <a:pt x="247952" y="8025"/>
                    <a:pt x="247853" y="7737"/>
                    <a:pt x="247654" y="7399"/>
                  </a:cubicBezTo>
                  <a:cubicBezTo>
                    <a:pt x="247197" y="6941"/>
                    <a:pt x="246744" y="6583"/>
                    <a:pt x="246297" y="6325"/>
                  </a:cubicBezTo>
                  <a:cubicBezTo>
                    <a:pt x="245849" y="6066"/>
                    <a:pt x="245347" y="5838"/>
                    <a:pt x="244790" y="5639"/>
                  </a:cubicBezTo>
                  <a:cubicBezTo>
                    <a:pt x="244512" y="5539"/>
                    <a:pt x="244243" y="5475"/>
                    <a:pt x="243985" y="5445"/>
                  </a:cubicBezTo>
                  <a:cubicBezTo>
                    <a:pt x="243726" y="5415"/>
                    <a:pt x="243457" y="5400"/>
                    <a:pt x="243179" y="5400"/>
                  </a:cubicBezTo>
                  <a:cubicBezTo>
                    <a:pt x="242284" y="5400"/>
                    <a:pt x="241464" y="5619"/>
                    <a:pt x="240718" y="6056"/>
                  </a:cubicBezTo>
                  <a:cubicBezTo>
                    <a:pt x="239972" y="6494"/>
                    <a:pt x="239330" y="7061"/>
                    <a:pt x="238793" y="7757"/>
                  </a:cubicBezTo>
                  <a:cubicBezTo>
                    <a:pt x="238256" y="8453"/>
                    <a:pt x="237834" y="9224"/>
                    <a:pt x="237525" y="10069"/>
                  </a:cubicBezTo>
                  <a:cubicBezTo>
                    <a:pt x="237217" y="10914"/>
                    <a:pt x="237033" y="11755"/>
                    <a:pt x="236973" y="12590"/>
                  </a:cubicBezTo>
                  <a:cubicBezTo>
                    <a:pt x="236874" y="13764"/>
                    <a:pt x="237073" y="14917"/>
                    <a:pt x="237570" y="16051"/>
                  </a:cubicBezTo>
                  <a:lnTo>
                    <a:pt x="237570" y="16021"/>
                  </a:lnTo>
                  <a:cubicBezTo>
                    <a:pt x="237769" y="16578"/>
                    <a:pt x="238048" y="17065"/>
                    <a:pt x="238406" y="17483"/>
                  </a:cubicBezTo>
                  <a:cubicBezTo>
                    <a:pt x="238764" y="17901"/>
                    <a:pt x="239166" y="18254"/>
                    <a:pt x="239614" y="18542"/>
                  </a:cubicBezTo>
                  <a:cubicBezTo>
                    <a:pt x="240061" y="18830"/>
                    <a:pt x="240539" y="19044"/>
                    <a:pt x="241046" y="19183"/>
                  </a:cubicBezTo>
                  <a:cubicBezTo>
                    <a:pt x="241553" y="19323"/>
                    <a:pt x="242065" y="19392"/>
                    <a:pt x="242582" y="19392"/>
                  </a:cubicBezTo>
                  <a:cubicBezTo>
                    <a:pt x="243378" y="19392"/>
                    <a:pt x="244144" y="19243"/>
                    <a:pt x="244880" y="18945"/>
                  </a:cubicBezTo>
                  <a:cubicBezTo>
                    <a:pt x="245615" y="18646"/>
                    <a:pt x="246262" y="18189"/>
                    <a:pt x="246819" y="17572"/>
                  </a:cubicBezTo>
                  <a:cubicBezTo>
                    <a:pt x="247117" y="17214"/>
                    <a:pt x="247266" y="16866"/>
                    <a:pt x="247266" y="16528"/>
                  </a:cubicBezTo>
                  <a:cubicBezTo>
                    <a:pt x="247266" y="16190"/>
                    <a:pt x="247137" y="15897"/>
                    <a:pt x="246878" y="15648"/>
                  </a:cubicBezTo>
                  <a:cubicBezTo>
                    <a:pt x="246620" y="15399"/>
                    <a:pt x="246292" y="15275"/>
                    <a:pt x="245894" y="15275"/>
                  </a:cubicBezTo>
                  <a:cubicBezTo>
                    <a:pt x="245695" y="15275"/>
                    <a:pt x="245496" y="15305"/>
                    <a:pt x="245297" y="15365"/>
                  </a:cubicBezTo>
                  <a:cubicBezTo>
                    <a:pt x="245098" y="15424"/>
                    <a:pt x="244919" y="15534"/>
                    <a:pt x="244760" y="15693"/>
                  </a:cubicBezTo>
                  <a:close/>
                  <a:moveTo>
                    <a:pt x="253561" y="17901"/>
                  </a:moveTo>
                  <a:lnTo>
                    <a:pt x="253561" y="12501"/>
                  </a:lnTo>
                  <a:cubicBezTo>
                    <a:pt x="253641" y="12461"/>
                    <a:pt x="253701" y="12436"/>
                    <a:pt x="253740" y="12426"/>
                  </a:cubicBezTo>
                  <a:cubicBezTo>
                    <a:pt x="253780" y="12416"/>
                    <a:pt x="253830" y="12391"/>
                    <a:pt x="253890" y="12351"/>
                  </a:cubicBezTo>
                  <a:cubicBezTo>
                    <a:pt x="254566" y="13067"/>
                    <a:pt x="255187" y="13744"/>
                    <a:pt x="255754" y="14380"/>
                  </a:cubicBezTo>
                  <a:cubicBezTo>
                    <a:pt x="256321" y="15017"/>
                    <a:pt x="256903" y="15683"/>
                    <a:pt x="257499" y="16379"/>
                  </a:cubicBezTo>
                  <a:lnTo>
                    <a:pt x="259648" y="18766"/>
                  </a:lnTo>
                  <a:cubicBezTo>
                    <a:pt x="259846" y="18965"/>
                    <a:pt x="260050" y="19104"/>
                    <a:pt x="260259" y="19183"/>
                  </a:cubicBezTo>
                  <a:cubicBezTo>
                    <a:pt x="260468" y="19263"/>
                    <a:pt x="260682" y="19303"/>
                    <a:pt x="260901" y="19303"/>
                  </a:cubicBezTo>
                  <a:cubicBezTo>
                    <a:pt x="261298" y="19303"/>
                    <a:pt x="261622" y="19178"/>
                    <a:pt x="261870" y="18930"/>
                  </a:cubicBezTo>
                  <a:cubicBezTo>
                    <a:pt x="262119" y="18681"/>
                    <a:pt x="262243" y="18388"/>
                    <a:pt x="262243" y="18050"/>
                  </a:cubicBezTo>
                  <a:cubicBezTo>
                    <a:pt x="262243" y="17791"/>
                    <a:pt x="262084" y="17413"/>
                    <a:pt x="261766" y="16916"/>
                  </a:cubicBezTo>
                  <a:lnTo>
                    <a:pt x="256306" y="10830"/>
                  </a:lnTo>
                  <a:cubicBezTo>
                    <a:pt x="257022" y="10293"/>
                    <a:pt x="257688" y="9716"/>
                    <a:pt x="258305" y="9099"/>
                  </a:cubicBezTo>
                  <a:cubicBezTo>
                    <a:pt x="258922" y="8483"/>
                    <a:pt x="259578" y="7767"/>
                    <a:pt x="260274" y="6951"/>
                  </a:cubicBezTo>
                  <a:cubicBezTo>
                    <a:pt x="260552" y="6573"/>
                    <a:pt x="260692" y="6225"/>
                    <a:pt x="260692" y="5907"/>
                  </a:cubicBezTo>
                  <a:cubicBezTo>
                    <a:pt x="260692" y="5569"/>
                    <a:pt x="260562" y="5281"/>
                    <a:pt x="260304" y="5042"/>
                  </a:cubicBezTo>
                  <a:cubicBezTo>
                    <a:pt x="260045" y="4803"/>
                    <a:pt x="259717" y="4684"/>
                    <a:pt x="259319" y="4684"/>
                  </a:cubicBezTo>
                  <a:cubicBezTo>
                    <a:pt x="259120" y="4684"/>
                    <a:pt x="258917" y="4719"/>
                    <a:pt x="258708" y="4788"/>
                  </a:cubicBezTo>
                  <a:cubicBezTo>
                    <a:pt x="258499" y="4858"/>
                    <a:pt x="258285" y="4982"/>
                    <a:pt x="258066" y="5161"/>
                  </a:cubicBezTo>
                  <a:cubicBezTo>
                    <a:pt x="257609" y="5659"/>
                    <a:pt x="257196" y="6116"/>
                    <a:pt x="256828" y="6534"/>
                  </a:cubicBezTo>
                  <a:cubicBezTo>
                    <a:pt x="256460" y="6951"/>
                    <a:pt x="256102" y="7334"/>
                    <a:pt x="255754" y="7682"/>
                  </a:cubicBezTo>
                  <a:cubicBezTo>
                    <a:pt x="255406" y="8030"/>
                    <a:pt x="255058" y="8349"/>
                    <a:pt x="254710" y="8637"/>
                  </a:cubicBezTo>
                  <a:cubicBezTo>
                    <a:pt x="254362" y="8925"/>
                    <a:pt x="253979" y="9199"/>
                    <a:pt x="253561" y="9457"/>
                  </a:cubicBezTo>
                  <a:lnTo>
                    <a:pt x="253561" y="1164"/>
                  </a:lnTo>
                  <a:cubicBezTo>
                    <a:pt x="253442" y="766"/>
                    <a:pt x="253248" y="472"/>
                    <a:pt x="252980" y="283"/>
                  </a:cubicBezTo>
                  <a:cubicBezTo>
                    <a:pt x="252711" y="94"/>
                    <a:pt x="252408" y="0"/>
                    <a:pt x="252070" y="0"/>
                  </a:cubicBezTo>
                  <a:cubicBezTo>
                    <a:pt x="251731" y="0"/>
                    <a:pt x="251433" y="104"/>
                    <a:pt x="251175" y="313"/>
                  </a:cubicBezTo>
                  <a:cubicBezTo>
                    <a:pt x="250916" y="522"/>
                    <a:pt x="250737" y="835"/>
                    <a:pt x="250638" y="1253"/>
                  </a:cubicBezTo>
                  <a:lnTo>
                    <a:pt x="250638" y="18020"/>
                  </a:lnTo>
                  <a:cubicBezTo>
                    <a:pt x="250697" y="18457"/>
                    <a:pt x="250876" y="18786"/>
                    <a:pt x="251175" y="19004"/>
                  </a:cubicBezTo>
                  <a:cubicBezTo>
                    <a:pt x="251473" y="19223"/>
                    <a:pt x="251791" y="19333"/>
                    <a:pt x="252129" y="19333"/>
                  </a:cubicBezTo>
                  <a:cubicBezTo>
                    <a:pt x="252507" y="19333"/>
                    <a:pt x="252835" y="19213"/>
                    <a:pt x="253114" y="18975"/>
                  </a:cubicBezTo>
                  <a:cubicBezTo>
                    <a:pt x="253392" y="18736"/>
                    <a:pt x="253541" y="18378"/>
                    <a:pt x="253561" y="17901"/>
                  </a:cubicBezTo>
                  <a:close/>
                  <a:moveTo>
                    <a:pt x="264779" y="7071"/>
                  </a:moveTo>
                  <a:lnTo>
                    <a:pt x="264779" y="25001"/>
                  </a:lnTo>
                  <a:cubicBezTo>
                    <a:pt x="264839" y="25459"/>
                    <a:pt x="265013" y="25797"/>
                    <a:pt x="265301" y="26015"/>
                  </a:cubicBezTo>
                  <a:cubicBezTo>
                    <a:pt x="265590" y="26234"/>
                    <a:pt x="265903" y="26344"/>
                    <a:pt x="266241" y="26344"/>
                  </a:cubicBezTo>
                  <a:cubicBezTo>
                    <a:pt x="266599" y="26344"/>
                    <a:pt x="266932" y="26224"/>
                    <a:pt x="267240" y="25986"/>
                  </a:cubicBezTo>
                  <a:cubicBezTo>
                    <a:pt x="267549" y="25747"/>
                    <a:pt x="267713" y="25379"/>
                    <a:pt x="267733" y="24882"/>
                  </a:cubicBezTo>
                  <a:lnTo>
                    <a:pt x="267733" y="18855"/>
                  </a:lnTo>
                  <a:cubicBezTo>
                    <a:pt x="267951" y="18895"/>
                    <a:pt x="268170" y="18915"/>
                    <a:pt x="268389" y="18915"/>
                  </a:cubicBezTo>
                  <a:lnTo>
                    <a:pt x="269075" y="18915"/>
                  </a:lnTo>
                  <a:cubicBezTo>
                    <a:pt x="270269" y="18915"/>
                    <a:pt x="271313" y="18751"/>
                    <a:pt x="272208" y="18423"/>
                  </a:cubicBezTo>
                  <a:cubicBezTo>
                    <a:pt x="273103" y="18094"/>
                    <a:pt x="273859" y="17642"/>
                    <a:pt x="274475" y="17065"/>
                  </a:cubicBezTo>
                  <a:cubicBezTo>
                    <a:pt x="275092" y="16488"/>
                    <a:pt x="275554" y="15802"/>
                    <a:pt x="275862" y="15007"/>
                  </a:cubicBezTo>
                  <a:cubicBezTo>
                    <a:pt x="276171" y="14211"/>
                    <a:pt x="276325" y="13336"/>
                    <a:pt x="276325" y="12381"/>
                  </a:cubicBezTo>
                  <a:cubicBezTo>
                    <a:pt x="276325" y="11526"/>
                    <a:pt x="276181" y="10710"/>
                    <a:pt x="275892" y="9935"/>
                  </a:cubicBezTo>
                  <a:cubicBezTo>
                    <a:pt x="275604" y="9159"/>
                    <a:pt x="275206" y="8483"/>
                    <a:pt x="274699" y="7906"/>
                  </a:cubicBezTo>
                  <a:cubicBezTo>
                    <a:pt x="274192" y="7329"/>
                    <a:pt x="273595" y="6872"/>
                    <a:pt x="272909" y="6534"/>
                  </a:cubicBezTo>
                  <a:cubicBezTo>
                    <a:pt x="272223" y="6196"/>
                    <a:pt x="271482" y="6027"/>
                    <a:pt x="270686" y="6027"/>
                  </a:cubicBezTo>
                  <a:cubicBezTo>
                    <a:pt x="270169" y="6027"/>
                    <a:pt x="269652" y="6096"/>
                    <a:pt x="269135" y="6235"/>
                  </a:cubicBezTo>
                  <a:cubicBezTo>
                    <a:pt x="268618" y="6375"/>
                    <a:pt x="268140" y="6583"/>
                    <a:pt x="267703" y="6862"/>
                  </a:cubicBezTo>
                  <a:cubicBezTo>
                    <a:pt x="267583" y="6524"/>
                    <a:pt x="267385" y="6265"/>
                    <a:pt x="267106" y="6086"/>
                  </a:cubicBezTo>
                  <a:cubicBezTo>
                    <a:pt x="266828" y="5907"/>
                    <a:pt x="266539" y="5818"/>
                    <a:pt x="266241" y="5818"/>
                  </a:cubicBezTo>
                  <a:cubicBezTo>
                    <a:pt x="265903" y="5818"/>
                    <a:pt x="265599" y="5922"/>
                    <a:pt x="265331" y="6131"/>
                  </a:cubicBezTo>
                  <a:cubicBezTo>
                    <a:pt x="265062" y="6340"/>
                    <a:pt x="264878" y="6653"/>
                    <a:pt x="264779" y="7071"/>
                  </a:cubicBezTo>
                  <a:close/>
                  <a:moveTo>
                    <a:pt x="267733" y="10710"/>
                  </a:moveTo>
                  <a:lnTo>
                    <a:pt x="267941" y="10472"/>
                  </a:lnTo>
                  <a:cubicBezTo>
                    <a:pt x="268280" y="10034"/>
                    <a:pt x="268687" y="9612"/>
                    <a:pt x="269165" y="9204"/>
                  </a:cubicBezTo>
                  <a:cubicBezTo>
                    <a:pt x="269642" y="8796"/>
                    <a:pt x="270189" y="8592"/>
                    <a:pt x="270806" y="8592"/>
                  </a:cubicBezTo>
                  <a:cubicBezTo>
                    <a:pt x="271183" y="8592"/>
                    <a:pt x="271536" y="8712"/>
                    <a:pt x="271865" y="8950"/>
                  </a:cubicBezTo>
                  <a:cubicBezTo>
                    <a:pt x="272193" y="9189"/>
                    <a:pt x="272476" y="9497"/>
                    <a:pt x="272715" y="9875"/>
                  </a:cubicBezTo>
                  <a:cubicBezTo>
                    <a:pt x="272954" y="10253"/>
                    <a:pt x="273138" y="10676"/>
                    <a:pt x="273267" y="11143"/>
                  </a:cubicBezTo>
                  <a:cubicBezTo>
                    <a:pt x="273396" y="11610"/>
                    <a:pt x="273461" y="12073"/>
                    <a:pt x="273461" y="12530"/>
                  </a:cubicBezTo>
                  <a:cubicBezTo>
                    <a:pt x="273461" y="13724"/>
                    <a:pt x="273043" y="14659"/>
                    <a:pt x="272208" y="15335"/>
                  </a:cubicBezTo>
                  <a:cubicBezTo>
                    <a:pt x="271372" y="16011"/>
                    <a:pt x="270328" y="16349"/>
                    <a:pt x="269075" y="16349"/>
                  </a:cubicBezTo>
                  <a:cubicBezTo>
                    <a:pt x="268638" y="16349"/>
                    <a:pt x="268190" y="16299"/>
                    <a:pt x="267733" y="16200"/>
                  </a:cubicBezTo>
                  <a:close/>
                  <a:moveTo>
                    <a:pt x="282113" y="18020"/>
                  </a:moveTo>
                  <a:lnTo>
                    <a:pt x="282023" y="6713"/>
                  </a:lnTo>
                  <a:cubicBezTo>
                    <a:pt x="281924" y="6315"/>
                    <a:pt x="281735" y="6022"/>
                    <a:pt x="281456" y="5833"/>
                  </a:cubicBezTo>
                  <a:cubicBezTo>
                    <a:pt x="281178" y="5644"/>
                    <a:pt x="280880" y="5549"/>
                    <a:pt x="280561" y="5549"/>
                  </a:cubicBezTo>
                  <a:cubicBezTo>
                    <a:pt x="280203" y="5549"/>
                    <a:pt x="279895" y="5654"/>
                    <a:pt x="279636" y="5862"/>
                  </a:cubicBezTo>
                  <a:cubicBezTo>
                    <a:pt x="279378" y="6071"/>
                    <a:pt x="279199" y="6385"/>
                    <a:pt x="279099" y="6802"/>
                  </a:cubicBezTo>
                  <a:lnTo>
                    <a:pt x="279189" y="18139"/>
                  </a:lnTo>
                  <a:cubicBezTo>
                    <a:pt x="279249" y="18597"/>
                    <a:pt x="279418" y="18935"/>
                    <a:pt x="279696" y="19154"/>
                  </a:cubicBezTo>
                  <a:cubicBezTo>
                    <a:pt x="279975" y="19372"/>
                    <a:pt x="280293" y="19482"/>
                    <a:pt x="280651" y="19482"/>
                  </a:cubicBezTo>
                  <a:cubicBezTo>
                    <a:pt x="281009" y="19482"/>
                    <a:pt x="281337" y="19362"/>
                    <a:pt x="281635" y="19124"/>
                  </a:cubicBezTo>
                  <a:cubicBezTo>
                    <a:pt x="281934" y="18885"/>
                    <a:pt x="282093" y="18517"/>
                    <a:pt x="282113" y="18020"/>
                  </a:cubicBezTo>
                  <a:close/>
                  <a:moveTo>
                    <a:pt x="278891" y="2059"/>
                  </a:moveTo>
                  <a:cubicBezTo>
                    <a:pt x="278891" y="2516"/>
                    <a:pt x="279055" y="2904"/>
                    <a:pt x="279383" y="3222"/>
                  </a:cubicBezTo>
                  <a:cubicBezTo>
                    <a:pt x="279711" y="3540"/>
                    <a:pt x="280104" y="3699"/>
                    <a:pt x="280561" y="3699"/>
                  </a:cubicBezTo>
                  <a:cubicBezTo>
                    <a:pt x="281039" y="3699"/>
                    <a:pt x="281441" y="3540"/>
                    <a:pt x="281770" y="3222"/>
                  </a:cubicBezTo>
                  <a:cubicBezTo>
                    <a:pt x="282098" y="2904"/>
                    <a:pt x="282262" y="2516"/>
                    <a:pt x="282262" y="2059"/>
                  </a:cubicBezTo>
                  <a:cubicBezTo>
                    <a:pt x="282262" y="1601"/>
                    <a:pt x="282098" y="1208"/>
                    <a:pt x="281770" y="880"/>
                  </a:cubicBezTo>
                  <a:cubicBezTo>
                    <a:pt x="281441" y="552"/>
                    <a:pt x="281039" y="388"/>
                    <a:pt x="280561" y="388"/>
                  </a:cubicBezTo>
                  <a:cubicBezTo>
                    <a:pt x="280104" y="388"/>
                    <a:pt x="279711" y="552"/>
                    <a:pt x="279383" y="880"/>
                  </a:cubicBezTo>
                  <a:cubicBezTo>
                    <a:pt x="279055" y="1208"/>
                    <a:pt x="278891" y="1601"/>
                    <a:pt x="278891" y="2059"/>
                  </a:cubicBezTo>
                  <a:close/>
                  <a:moveTo>
                    <a:pt x="287602" y="8741"/>
                  </a:moveTo>
                  <a:lnTo>
                    <a:pt x="289094" y="8741"/>
                  </a:lnTo>
                  <a:lnTo>
                    <a:pt x="289094" y="13306"/>
                  </a:lnTo>
                  <a:cubicBezTo>
                    <a:pt x="289094" y="14102"/>
                    <a:pt x="289099" y="14902"/>
                    <a:pt x="289109" y="15708"/>
                  </a:cubicBezTo>
                  <a:cubicBezTo>
                    <a:pt x="289119" y="16513"/>
                    <a:pt x="289124" y="17294"/>
                    <a:pt x="289124" y="18050"/>
                  </a:cubicBezTo>
                  <a:cubicBezTo>
                    <a:pt x="289183" y="18507"/>
                    <a:pt x="289357" y="18845"/>
                    <a:pt x="289646" y="19064"/>
                  </a:cubicBezTo>
                  <a:cubicBezTo>
                    <a:pt x="289934" y="19283"/>
                    <a:pt x="290248" y="19392"/>
                    <a:pt x="290586" y="19392"/>
                  </a:cubicBezTo>
                  <a:cubicBezTo>
                    <a:pt x="290924" y="19392"/>
                    <a:pt x="291252" y="19273"/>
                    <a:pt x="291570" y="19034"/>
                  </a:cubicBezTo>
                  <a:cubicBezTo>
                    <a:pt x="291888" y="18796"/>
                    <a:pt x="292048" y="18428"/>
                    <a:pt x="292048" y="17930"/>
                  </a:cubicBezTo>
                  <a:cubicBezTo>
                    <a:pt x="292048" y="17314"/>
                    <a:pt x="292043" y="16697"/>
                    <a:pt x="292033" y="16081"/>
                  </a:cubicBezTo>
                  <a:cubicBezTo>
                    <a:pt x="292023" y="15464"/>
                    <a:pt x="292018" y="14848"/>
                    <a:pt x="292018" y="14231"/>
                  </a:cubicBezTo>
                  <a:lnTo>
                    <a:pt x="292018" y="8741"/>
                  </a:lnTo>
                  <a:lnTo>
                    <a:pt x="294554" y="8741"/>
                  </a:lnTo>
                  <a:cubicBezTo>
                    <a:pt x="295469" y="8503"/>
                    <a:pt x="295926" y="8065"/>
                    <a:pt x="295926" y="7429"/>
                  </a:cubicBezTo>
                  <a:cubicBezTo>
                    <a:pt x="295926" y="7150"/>
                    <a:pt x="295822" y="6892"/>
                    <a:pt x="295613" y="6653"/>
                  </a:cubicBezTo>
                  <a:cubicBezTo>
                    <a:pt x="295404" y="6414"/>
                    <a:pt x="295081" y="6235"/>
                    <a:pt x="294643" y="6116"/>
                  </a:cubicBezTo>
                  <a:lnTo>
                    <a:pt x="292018" y="6116"/>
                  </a:lnTo>
                  <a:lnTo>
                    <a:pt x="292018" y="1462"/>
                  </a:lnTo>
                  <a:cubicBezTo>
                    <a:pt x="291918" y="1064"/>
                    <a:pt x="291729" y="771"/>
                    <a:pt x="291451" y="582"/>
                  </a:cubicBezTo>
                  <a:cubicBezTo>
                    <a:pt x="291172" y="393"/>
                    <a:pt x="290874" y="298"/>
                    <a:pt x="290556" y="298"/>
                  </a:cubicBezTo>
                  <a:cubicBezTo>
                    <a:pt x="290218" y="298"/>
                    <a:pt x="289914" y="403"/>
                    <a:pt x="289646" y="612"/>
                  </a:cubicBezTo>
                  <a:cubicBezTo>
                    <a:pt x="289377" y="820"/>
                    <a:pt x="289193" y="1134"/>
                    <a:pt x="289094" y="1551"/>
                  </a:cubicBezTo>
                  <a:lnTo>
                    <a:pt x="289094" y="6116"/>
                  </a:lnTo>
                  <a:lnTo>
                    <a:pt x="287722" y="6116"/>
                  </a:lnTo>
                  <a:cubicBezTo>
                    <a:pt x="287185" y="6116"/>
                    <a:pt x="286782" y="6255"/>
                    <a:pt x="286513" y="6534"/>
                  </a:cubicBezTo>
                  <a:cubicBezTo>
                    <a:pt x="286245" y="6812"/>
                    <a:pt x="286110" y="7110"/>
                    <a:pt x="286110" y="7429"/>
                  </a:cubicBezTo>
                  <a:cubicBezTo>
                    <a:pt x="286110" y="7747"/>
                    <a:pt x="286235" y="8025"/>
                    <a:pt x="286483" y="8264"/>
                  </a:cubicBezTo>
                  <a:cubicBezTo>
                    <a:pt x="286732" y="8503"/>
                    <a:pt x="287105" y="8662"/>
                    <a:pt x="287602" y="8741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38" name="multimodal-agent-donor"/>
          <p:cNvGrpSpPr/>
          <p:nvPr/>
        </p:nvGrpSpPr>
        <p:grpSpPr>
          <a:xfrm>
            <a:off x="2231100" y="665998"/>
            <a:ext cx="555000" cy="555004"/>
            <a:chOff x="2231100" y="665998"/>
            <a:chExt cx="555000" cy="555004"/>
          </a:xfrm>
        </p:grpSpPr>
        <p:sp>
          <p:nvSpPr>
            <p:cNvPr id="39" name="multimodal-agent-donor / native child 0" descr="multimodal-agent-donor / native child 0"/>
            <p:cNvSpPr/>
            <p:nvPr/>
          </p:nvSpPr>
          <p:spPr>
            <a:xfrm>
              <a:off x="2231100" y="897247"/>
              <a:ext cx="46253" cy="138751"/>
            </a:xfrm>
            <a:custGeom>
              <a:avLst/>
              <a:gdLst/>
              <a:ahLst/>
              <a:cxnLst/>
              <a:rect l="0" t="0" r="r" b="b"/>
              <a:pathLst>
                <a:path w="8334" h="25000">
                  <a:moveTo>
                    <a:pt x="8334" y="25000"/>
                  </a:moveTo>
                  <a:lnTo>
                    <a:pt x="3727" y="22697"/>
                  </a:lnTo>
                  <a:cubicBezTo>
                    <a:pt x="1676" y="21673"/>
                    <a:pt x="0" y="18957"/>
                    <a:pt x="0" y="16668"/>
                  </a:cubicBezTo>
                  <a:lnTo>
                    <a:pt x="0" y="8334"/>
                  </a:lnTo>
                  <a:cubicBezTo>
                    <a:pt x="0" y="6043"/>
                    <a:pt x="1678" y="3329"/>
                    <a:pt x="3727" y="2304"/>
                  </a:cubicBezTo>
                  <a:lnTo>
                    <a:pt x="8334" y="0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40" name="multimodal-agent-donor / native child 1" descr="multimodal-agent-donor / native child 1"/>
            <p:cNvSpPr/>
            <p:nvPr/>
          </p:nvSpPr>
          <p:spPr>
            <a:xfrm>
              <a:off x="2739856" y="897247"/>
              <a:ext cx="46244" cy="138751"/>
            </a:xfrm>
            <a:custGeom>
              <a:avLst/>
              <a:gdLst/>
              <a:ahLst/>
              <a:cxnLst/>
              <a:rect l="0" t="0" r="r" b="b"/>
              <a:pathLst>
                <a:path w="8332" h="25000">
                  <a:moveTo>
                    <a:pt x="0" y="25000"/>
                  </a:moveTo>
                  <a:lnTo>
                    <a:pt x="4608" y="22697"/>
                  </a:lnTo>
                  <a:cubicBezTo>
                    <a:pt x="6659" y="21673"/>
                    <a:pt x="8332" y="18957"/>
                    <a:pt x="8332" y="16668"/>
                  </a:cubicBezTo>
                  <a:lnTo>
                    <a:pt x="8332" y="8334"/>
                  </a:lnTo>
                  <a:cubicBezTo>
                    <a:pt x="8332" y="6043"/>
                    <a:pt x="6658" y="3329"/>
                    <a:pt x="4608" y="23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41" name="multimodal-agent-donor / native child 2" descr="multimodal-agent-donor / native child 2"/>
            <p:cNvSpPr/>
            <p:nvPr/>
          </p:nvSpPr>
          <p:spPr>
            <a:xfrm>
              <a:off x="2277350" y="665998"/>
              <a:ext cx="462505" cy="555004"/>
            </a:xfrm>
            <a:custGeom>
              <a:avLst/>
              <a:gdLst/>
              <a:ahLst/>
              <a:cxnLst/>
              <a:rect l="0" t="0" r="r" b="b"/>
              <a:pathLst>
                <a:path w="83334" h="100001">
                  <a:moveTo>
                    <a:pt x="41666" y="0"/>
                  </a:moveTo>
                  <a:cubicBezTo>
                    <a:pt x="18654" y="0"/>
                    <a:pt x="0" y="18654"/>
                    <a:pt x="0" y="41666"/>
                  </a:cubicBezTo>
                  <a:lnTo>
                    <a:pt x="0" y="66667"/>
                  </a:lnTo>
                  <a:lnTo>
                    <a:pt x="6250" y="66667"/>
                  </a:lnTo>
                  <a:lnTo>
                    <a:pt x="6250" y="41666"/>
                  </a:lnTo>
                  <a:cubicBezTo>
                    <a:pt x="6250" y="22138"/>
                    <a:pt x="22137" y="6250"/>
                    <a:pt x="41666" y="6250"/>
                  </a:cubicBezTo>
                  <a:cubicBezTo>
                    <a:pt x="61197" y="6250"/>
                    <a:pt x="77084" y="22138"/>
                    <a:pt x="77084" y="41666"/>
                  </a:cubicBezTo>
                  <a:lnTo>
                    <a:pt x="77084" y="75001"/>
                  </a:lnTo>
                  <a:cubicBezTo>
                    <a:pt x="77084" y="85356"/>
                    <a:pt x="68690" y="93751"/>
                    <a:pt x="58334" y="93751"/>
                  </a:cubicBezTo>
                  <a:lnTo>
                    <a:pt x="45834" y="93751"/>
                  </a:lnTo>
                  <a:lnTo>
                    <a:pt x="45834" y="87501"/>
                  </a:lnTo>
                  <a:lnTo>
                    <a:pt x="37500" y="87501"/>
                  </a:lnTo>
                  <a:lnTo>
                    <a:pt x="37500" y="100001"/>
                  </a:lnTo>
                  <a:lnTo>
                    <a:pt x="58334" y="100001"/>
                  </a:lnTo>
                  <a:cubicBezTo>
                    <a:pt x="72141" y="100001"/>
                    <a:pt x="83334" y="88807"/>
                    <a:pt x="83334" y="75001"/>
                  </a:cubicBezTo>
                  <a:lnTo>
                    <a:pt x="83334" y="41666"/>
                  </a:lnTo>
                  <a:cubicBezTo>
                    <a:pt x="83334" y="18654"/>
                    <a:pt x="64677" y="0"/>
                    <a:pt x="41666" y="0"/>
                  </a:cubicBez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42" name="multimodal-agent-donor / native child 3" descr="multimodal-agent-donor / native child 3"/>
            <p:cNvSpPr/>
            <p:nvPr/>
          </p:nvSpPr>
          <p:spPr>
            <a:xfrm>
              <a:off x="2346726" y="839437"/>
              <a:ext cx="323755" cy="277502"/>
            </a:xfrm>
            <a:custGeom>
              <a:avLst/>
              <a:gdLst/>
              <a:ahLst/>
              <a:cxnLst/>
              <a:rect l="0" t="0" r="r" b="b"/>
              <a:pathLst>
                <a:path w="58334" h="50000">
                  <a:moveTo>
                    <a:pt x="45834" y="0"/>
                  </a:moveTo>
                  <a:lnTo>
                    <a:pt x="12500" y="0"/>
                  </a:lnTo>
                  <a:cubicBezTo>
                    <a:pt x="5599" y="0"/>
                    <a:pt x="0" y="5598"/>
                    <a:pt x="0" y="12500"/>
                  </a:cubicBezTo>
                  <a:lnTo>
                    <a:pt x="0" y="29166"/>
                  </a:lnTo>
                  <a:cubicBezTo>
                    <a:pt x="0" y="40665"/>
                    <a:pt x="9334" y="50000"/>
                    <a:pt x="20832" y="50000"/>
                  </a:cubicBezTo>
                  <a:lnTo>
                    <a:pt x="37500" y="50000"/>
                  </a:lnTo>
                  <a:cubicBezTo>
                    <a:pt x="48999" y="50000"/>
                    <a:pt x="58333" y="40665"/>
                    <a:pt x="58333" y="29166"/>
                  </a:cubicBezTo>
                  <a:lnTo>
                    <a:pt x="58333" y="12500"/>
                  </a:lnTo>
                  <a:cubicBezTo>
                    <a:pt x="58334" y="5598"/>
                    <a:pt x="52735" y="0"/>
                    <a:pt x="45834" y="0"/>
                  </a:cubicBezTo>
                  <a:close/>
                  <a:moveTo>
                    <a:pt x="50001" y="29166"/>
                  </a:moveTo>
                  <a:cubicBezTo>
                    <a:pt x="50001" y="36060"/>
                    <a:pt x="44394" y="41666"/>
                    <a:pt x="37501" y="41666"/>
                  </a:cubicBezTo>
                  <a:lnTo>
                    <a:pt x="20832" y="41666"/>
                  </a:lnTo>
                  <a:cubicBezTo>
                    <a:pt x="13939" y="41666"/>
                    <a:pt x="8332" y="36060"/>
                    <a:pt x="8332" y="29166"/>
                  </a:cubicBezTo>
                  <a:lnTo>
                    <a:pt x="8332" y="12500"/>
                  </a:lnTo>
                  <a:cubicBezTo>
                    <a:pt x="8332" y="10204"/>
                    <a:pt x="10203" y="8334"/>
                    <a:pt x="12499" y="8334"/>
                  </a:cubicBezTo>
                  <a:lnTo>
                    <a:pt x="45833" y="8334"/>
                  </a:lnTo>
                  <a:cubicBezTo>
                    <a:pt x="48133" y="8334"/>
                    <a:pt x="50000" y="10204"/>
                    <a:pt x="50000" y="12500"/>
                  </a:cubicBezTo>
                  <a:lnTo>
                    <a:pt x="50000" y="2916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43" name="multimodal-agent-donor / native child 4" descr="multimodal-agent-donor / native child 4"/>
            <p:cNvSpPr/>
            <p:nvPr/>
          </p:nvSpPr>
          <p:spPr>
            <a:xfrm>
              <a:off x="2462348" y="1012875"/>
              <a:ext cx="92512" cy="34688"/>
            </a:xfrm>
            <a:custGeom>
              <a:avLst/>
              <a:gdLst/>
              <a:ahLst/>
              <a:cxnLst/>
              <a:rect l="0" t="0" r="r" b="b"/>
              <a:pathLst>
                <a:path w="16669" h="6250">
                  <a:moveTo>
                    <a:pt x="16669" y="0"/>
                  </a:moveTo>
                  <a:lnTo>
                    <a:pt x="16669" y="4166"/>
                  </a:lnTo>
                  <a:lnTo>
                    <a:pt x="10419" y="6250"/>
                  </a:lnTo>
                  <a:lnTo>
                    <a:pt x="6250" y="6250"/>
                  </a:lnTo>
                  <a:lnTo>
                    <a:pt x="0" y="4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44" name="multimodal-agent-donor / native child 5" descr="multimodal-agent-donor / native child 5"/>
            <p:cNvSpPr/>
            <p:nvPr/>
          </p:nvSpPr>
          <p:spPr>
            <a:xfrm>
              <a:off x="2468132" y="735374"/>
              <a:ext cx="80941" cy="104063"/>
            </a:xfrm>
            <a:custGeom>
              <a:avLst/>
              <a:gdLst/>
              <a:ahLst/>
              <a:cxnLst/>
              <a:rect l="0" t="0" r="r" b="b"/>
              <a:pathLst>
                <a:path w="14584" h="18750">
                  <a:moveTo>
                    <a:pt x="14584" y="5209"/>
                  </a:moveTo>
                  <a:cubicBezTo>
                    <a:pt x="14584" y="2331"/>
                    <a:pt x="11320" y="0"/>
                    <a:pt x="7291" y="0"/>
                  </a:cubicBezTo>
                  <a:cubicBezTo>
                    <a:pt x="3262" y="0"/>
                    <a:pt x="0" y="2331"/>
                    <a:pt x="0" y="5209"/>
                  </a:cubicBezTo>
                  <a:cubicBezTo>
                    <a:pt x="0" y="7284"/>
                    <a:pt x="1709" y="9059"/>
                    <a:pt x="4166" y="9899"/>
                  </a:cubicBezTo>
                  <a:lnTo>
                    <a:pt x="4166" y="18750"/>
                  </a:lnTo>
                  <a:lnTo>
                    <a:pt x="10416" y="18750"/>
                  </a:lnTo>
                  <a:lnTo>
                    <a:pt x="10416" y="9896"/>
                  </a:lnTo>
                  <a:cubicBezTo>
                    <a:pt x="12875" y="9057"/>
                    <a:pt x="14584" y="7281"/>
                    <a:pt x="14584" y="5209"/>
                  </a:cubicBez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45" name="multimodal-agent-donor / native child 6" descr="multimodal-agent-donor / native child 6"/>
            <p:cNvSpPr/>
            <p:nvPr/>
          </p:nvSpPr>
          <p:spPr>
            <a:xfrm>
              <a:off x="2531730" y="920363"/>
              <a:ext cx="34688" cy="57825"/>
            </a:xfrm>
            <a:custGeom>
              <a:avLst/>
              <a:gdLst/>
              <a:ahLst/>
              <a:cxnLst/>
              <a:rect l="0" t="0" r="r" b="b"/>
              <a:pathLst>
                <a:path w="6250" h="10419">
                  <a:moveTo>
                    <a:pt x="6250" y="7294"/>
                  </a:moveTo>
                  <a:cubicBezTo>
                    <a:pt x="6250" y="9024"/>
                    <a:pt x="4851" y="10419"/>
                    <a:pt x="3125" y="10419"/>
                  </a:cubicBezTo>
                  <a:cubicBezTo>
                    <a:pt x="1399" y="10419"/>
                    <a:pt x="0" y="9024"/>
                    <a:pt x="0" y="7294"/>
                  </a:cubicBezTo>
                  <a:lnTo>
                    <a:pt x="0" y="3128"/>
                  </a:lnTo>
                  <a:cubicBezTo>
                    <a:pt x="0" y="1396"/>
                    <a:pt x="1399" y="0"/>
                    <a:pt x="3125" y="0"/>
                  </a:cubicBezTo>
                  <a:cubicBezTo>
                    <a:pt x="4851" y="0"/>
                    <a:pt x="6250" y="1396"/>
                    <a:pt x="6250" y="3128"/>
                  </a:cubicBez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46" name="multimodal-agent-donor / native child 7" descr="multimodal-agent-donor / native child 7"/>
            <p:cNvSpPr/>
            <p:nvPr/>
          </p:nvSpPr>
          <p:spPr>
            <a:xfrm>
              <a:off x="2450789" y="920363"/>
              <a:ext cx="34688" cy="57825"/>
            </a:xfrm>
            <a:custGeom>
              <a:avLst/>
              <a:gdLst/>
              <a:ahLst/>
              <a:cxnLst/>
              <a:rect l="0" t="0" r="r" b="b"/>
              <a:pathLst>
                <a:path w="6250" h="10419">
                  <a:moveTo>
                    <a:pt x="6250" y="7294"/>
                  </a:moveTo>
                  <a:cubicBezTo>
                    <a:pt x="6250" y="9024"/>
                    <a:pt x="4850" y="10419"/>
                    <a:pt x="3125" y="10419"/>
                  </a:cubicBezTo>
                  <a:cubicBezTo>
                    <a:pt x="1400" y="10419"/>
                    <a:pt x="0" y="9024"/>
                    <a:pt x="0" y="7294"/>
                  </a:cubicBezTo>
                  <a:lnTo>
                    <a:pt x="0" y="3128"/>
                  </a:lnTo>
                  <a:cubicBezTo>
                    <a:pt x="0" y="1396"/>
                    <a:pt x="1400" y="0"/>
                    <a:pt x="3125" y="0"/>
                  </a:cubicBezTo>
                  <a:cubicBezTo>
                    <a:pt x="4850" y="0"/>
                    <a:pt x="6250" y="1396"/>
                    <a:pt x="6250" y="3128"/>
                  </a:cubicBez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</p:grpSp>
      <p:grpSp>
        <p:nvGrpSpPr>
          <p:cNvPr id="47" name="agent-node"/>
          <p:cNvGrpSpPr/>
          <p:nvPr/>
        </p:nvGrpSpPr>
        <p:grpSpPr>
          <a:xfrm>
            <a:off x="2117555" y="1300423"/>
            <a:ext cx="782311" cy="97490"/>
            <a:chOff x="2117555" y="1300423"/>
            <a:chExt cx="782311" cy="97490"/>
          </a:xfrm>
        </p:grpSpPr>
        <p:sp>
          <p:nvSpPr>
            <p:cNvPr id="48" name="agent-label" descr="Multimodal agent"/>
            <p:cNvSpPr/>
            <p:nvPr/>
          </p:nvSpPr>
          <p:spPr>
            <a:xfrm>
              <a:off x="2117555" y="1300423"/>
              <a:ext cx="782311" cy="97490"/>
            </a:xfrm>
            <a:custGeom>
              <a:avLst/>
              <a:gdLst/>
              <a:ahLst/>
              <a:cxnLst/>
              <a:rect l="0" t="0" r="r" b="b"/>
              <a:pathLst>
                <a:path w="140957" h="17566">
                  <a:moveTo>
                    <a:pt x="14042" y="12013"/>
                  </a:moveTo>
                  <a:cubicBezTo>
                    <a:pt x="13962" y="11165"/>
                    <a:pt x="13853" y="10283"/>
                    <a:pt x="13714" y="9368"/>
                  </a:cubicBezTo>
                  <a:cubicBezTo>
                    <a:pt x="13575" y="8453"/>
                    <a:pt x="13409" y="7538"/>
                    <a:pt x="13217" y="6623"/>
                  </a:cubicBezTo>
                  <a:cubicBezTo>
                    <a:pt x="13024" y="5708"/>
                    <a:pt x="12819" y="4807"/>
                    <a:pt x="12600" y="3918"/>
                  </a:cubicBezTo>
                  <a:cubicBezTo>
                    <a:pt x="12381" y="3030"/>
                    <a:pt x="12152" y="2181"/>
                    <a:pt x="11914" y="1372"/>
                  </a:cubicBezTo>
                  <a:cubicBezTo>
                    <a:pt x="11834" y="1120"/>
                    <a:pt x="11705" y="931"/>
                    <a:pt x="11526" y="806"/>
                  </a:cubicBezTo>
                  <a:cubicBezTo>
                    <a:pt x="11347" y="680"/>
                    <a:pt x="11158" y="617"/>
                    <a:pt x="10959" y="617"/>
                  </a:cubicBezTo>
                  <a:cubicBezTo>
                    <a:pt x="10561" y="617"/>
                    <a:pt x="10256" y="796"/>
                    <a:pt x="10044" y="1154"/>
                  </a:cubicBezTo>
                  <a:cubicBezTo>
                    <a:pt x="9726" y="1896"/>
                    <a:pt x="9411" y="2672"/>
                    <a:pt x="9099" y="3481"/>
                  </a:cubicBezTo>
                  <a:cubicBezTo>
                    <a:pt x="8788" y="4290"/>
                    <a:pt x="8480" y="5105"/>
                    <a:pt x="8175" y="5927"/>
                  </a:cubicBezTo>
                  <a:cubicBezTo>
                    <a:pt x="7962" y="6484"/>
                    <a:pt x="7757" y="7028"/>
                    <a:pt x="7558" y="7558"/>
                  </a:cubicBezTo>
                  <a:cubicBezTo>
                    <a:pt x="7359" y="8088"/>
                    <a:pt x="7160" y="8606"/>
                    <a:pt x="6961" y="9109"/>
                  </a:cubicBezTo>
                  <a:cubicBezTo>
                    <a:pt x="6617" y="8486"/>
                    <a:pt x="6295" y="7880"/>
                    <a:pt x="5997" y="7290"/>
                  </a:cubicBezTo>
                  <a:cubicBezTo>
                    <a:pt x="5698" y="6699"/>
                    <a:pt x="5377" y="6060"/>
                    <a:pt x="5032" y="5370"/>
                  </a:cubicBezTo>
                  <a:cubicBezTo>
                    <a:pt x="4661" y="4641"/>
                    <a:pt x="4296" y="3922"/>
                    <a:pt x="3938" y="3212"/>
                  </a:cubicBezTo>
                  <a:cubicBezTo>
                    <a:pt x="3580" y="2503"/>
                    <a:pt x="3215" y="1823"/>
                    <a:pt x="2844" y="1173"/>
                  </a:cubicBezTo>
                  <a:cubicBezTo>
                    <a:pt x="2619" y="855"/>
                    <a:pt x="2334" y="696"/>
                    <a:pt x="1989" y="696"/>
                  </a:cubicBezTo>
                  <a:cubicBezTo>
                    <a:pt x="1750" y="696"/>
                    <a:pt x="1538" y="766"/>
                    <a:pt x="1352" y="905"/>
                  </a:cubicBezTo>
                  <a:cubicBezTo>
                    <a:pt x="1167" y="1044"/>
                    <a:pt x="1054" y="1240"/>
                    <a:pt x="1014" y="1492"/>
                  </a:cubicBezTo>
                  <a:lnTo>
                    <a:pt x="0" y="12152"/>
                  </a:lnTo>
                  <a:cubicBezTo>
                    <a:pt x="27" y="12457"/>
                    <a:pt x="136" y="12690"/>
                    <a:pt x="328" y="12849"/>
                  </a:cubicBezTo>
                  <a:cubicBezTo>
                    <a:pt x="520" y="13008"/>
                    <a:pt x="736" y="13087"/>
                    <a:pt x="975" y="13087"/>
                  </a:cubicBezTo>
                  <a:cubicBezTo>
                    <a:pt x="1160" y="13087"/>
                    <a:pt x="1343" y="13024"/>
                    <a:pt x="1522" y="12898"/>
                  </a:cubicBezTo>
                  <a:cubicBezTo>
                    <a:pt x="1701" y="12772"/>
                    <a:pt x="1843" y="12577"/>
                    <a:pt x="1949" y="12312"/>
                  </a:cubicBezTo>
                  <a:lnTo>
                    <a:pt x="2327" y="8274"/>
                  </a:lnTo>
                  <a:cubicBezTo>
                    <a:pt x="2380" y="7664"/>
                    <a:pt x="2433" y="7064"/>
                    <a:pt x="2486" y="6474"/>
                  </a:cubicBezTo>
                  <a:cubicBezTo>
                    <a:pt x="2539" y="5884"/>
                    <a:pt x="2592" y="5304"/>
                    <a:pt x="2645" y="4734"/>
                  </a:cubicBezTo>
                  <a:lnTo>
                    <a:pt x="6245" y="11794"/>
                  </a:lnTo>
                  <a:cubicBezTo>
                    <a:pt x="6537" y="12046"/>
                    <a:pt x="6809" y="12172"/>
                    <a:pt x="7061" y="12172"/>
                  </a:cubicBezTo>
                  <a:cubicBezTo>
                    <a:pt x="7392" y="12172"/>
                    <a:pt x="7677" y="12040"/>
                    <a:pt x="7916" y="11775"/>
                  </a:cubicBezTo>
                  <a:cubicBezTo>
                    <a:pt x="8194" y="11125"/>
                    <a:pt x="8466" y="10442"/>
                    <a:pt x="8731" y="9726"/>
                  </a:cubicBezTo>
                  <a:lnTo>
                    <a:pt x="9527" y="7578"/>
                  </a:lnTo>
                  <a:cubicBezTo>
                    <a:pt x="9739" y="7021"/>
                    <a:pt x="9941" y="6481"/>
                    <a:pt x="10134" y="5957"/>
                  </a:cubicBezTo>
                  <a:cubicBezTo>
                    <a:pt x="10326" y="5433"/>
                    <a:pt x="10528" y="4919"/>
                    <a:pt x="10740" y="4415"/>
                  </a:cubicBezTo>
                  <a:cubicBezTo>
                    <a:pt x="10899" y="4999"/>
                    <a:pt x="11049" y="5619"/>
                    <a:pt x="11188" y="6275"/>
                  </a:cubicBezTo>
                  <a:cubicBezTo>
                    <a:pt x="11327" y="6931"/>
                    <a:pt x="11450" y="7594"/>
                    <a:pt x="11556" y="8264"/>
                  </a:cubicBezTo>
                  <a:cubicBezTo>
                    <a:pt x="11662" y="8934"/>
                    <a:pt x="11758" y="9593"/>
                    <a:pt x="11844" y="10243"/>
                  </a:cubicBezTo>
                  <a:cubicBezTo>
                    <a:pt x="11930" y="10893"/>
                    <a:pt x="12007" y="11503"/>
                    <a:pt x="12073" y="12073"/>
                  </a:cubicBezTo>
                  <a:cubicBezTo>
                    <a:pt x="12099" y="12391"/>
                    <a:pt x="12212" y="12627"/>
                    <a:pt x="12411" y="12779"/>
                  </a:cubicBezTo>
                  <a:cubicBezTo>
                    <a:pt x="12610" y="12931"/>
                    <a:pt x="12822" y="13008"/>
                    <a:pt x="13048" y="13008"/>
                  </a:cubicBezTo>
                  <a:cubicBezTo>
                    <a:pt x="13286" y="13008"/>
                    <a:pt x="13508" y="12928"/>
                    <a:pt x="13714" y="12769"/>
                  </a:cubicBezTo>
                  <a:cubicBezTo>
                    <a:pt x="13919" y="12610"/>
                    <a:pt x="14029" y="12358"/>
                    <a:pt x="14042" y="12013"/>
                  </a:cubicBezTo>
                  <a:close/>
                  <a:moveTo>
                    <a:pt x="23390" y="11218"/>
                  </a:moveTo>
                  <a:cubicBezTo>
                    <a:pt x="23244" y="11045"/>
                    <a:pt x="23125" y="10823"/>
                    <a:pt x="23032" y="10551"/>
                  </a:cubicBezTo>
                  <a:cubicBezTo>
                    <a:pt x="22939" y="10280"/>
                    <a:pt x="22863" y="9978"/>
                    <a:pt x="22803" y="9646"/>
                  </a:cubicBezTo>
                  <a:cubicBezTo>
                    <a:pt x="22744" y="9315"/>
                    <a:pt x="22704" y="8967"/>
                    <a:pt x="22684" y="8602"/>
                  </a:cubicBezTo>
                  <a:cubicBezTo>
                    <a:pt x="22664" y="8238"/>
                    <a:pt x="22654" y="7876"/>
                    <a:pt x="22654" y="7518"/>
                  </a:cubicBezTo>
                  <a:cubicBezTo>
                    <a:pt x="22654" y="7253"/>
                    <a:pt x="22661" y="6994"/>
                    <a:pt x="22674" y="6743"/>
                  </a:cubicBezTo>
                  <a:cubicBezTo>
                    <a:pt x="22687" y="6491"/>
                    <a:pt x="22707" y="6252"/>
                    <a:pt x="22734" y="6027"/>
                  </a:cubicBezTo>
                  <a:cubicBezTo>
                    <a:pt x="22773" y="5669"/>
                    <a:pt x="22793" y="5350"/>
                    <a:pt x="22793" y="5072"/>
                  </a:cubicBezTo>
                  <a:cubicBezTo>
                    <a:pt x="22793" y="4754"/>
                    <a:pt x="22697" y="4515"/>
                    <a:pt x="22505" y="4356"/>
                  </a:cubicBezTo>
                  <a:cubicBezTo>
                    <a:pt x="22313" y="4197"/>
                    <a:pt x="22097" y="4117"/>
                    <a:pt x="21859" y="4117"/>
                  </a:cubicBezTo>
                  <a:cubicBezTo>
                    <a:pt x="21554" y="4117"/>
                    <a:pt x="21325" y="4220"/>
                    <a:pt x="21172" y="4425"/>
                  </a:cubicBezTo>
                  <a:cubicBezTo>
                    <a:pt x="21020" y="4631"/>
                    <a:pt x="20907" y="4896"/>
                    <a:pt x="20834" y="5221"/>
                  </a:cubicBezTo>
                  <a:cubicBezTo>
                    <a:pt x="20761" y="5546"/>
                    <a:pt x="20722" y="5907"/>
                    <a:pt x="20715" y="6305"/>
                  </a:cubicBezTo>
                  <a:cubicBezTo>
                    <a:pt x="20708" y="6703"/>
                    <a:pt x="20705" y="7094"/>
                    <a:pt x="20705" y="7478"/>
                  </a:cubicBezTo>
                  <a:cubicBezTo>
                    <a:pt x="20705" y="8141"/>
                    <a:pt x="20745" y="8791"/>
                    <a:pt x="20824" y="9428"/>
                  </a:cubicBezTo>
                  <a:cubicBezTo>
                    <a:pt x="20519" y="9812"/>
                    <a:pt x="20201" y="10154"/>
                    <a:pt x="19870" y="10452"/>
                  </a:cubicBezTo>
                  <a:cubicBezTo>
                    <a:pt x="19538" y="10750"/>
                    <a:pt x="19180" y="10899"/>
                    <a:pt x="18796" y="10899"/>
                  </a:cubicBezTo>
                  <a:cubicBezTo>
                    <a:pt x="18318" y="10899"/>
                    <a:pt x="17940" y="10674"/>
                    <a:pt x="17662" y="10223"/>
                  </a:cubicBezTo>
                  <a:cubicBezTo>
                    <a:pt x="17383" y="9772"/>
                    <a:pt x="17244" y="9189"/>
                    <a:pt x="17244" y="8473"/>
                  </a:cubicBezTo>
                  <a:cubicBezTo>
                    <a:pt x="17244" y="8141"/>
                    <a:pt x="17248" y="7830"/>
                    <a:pt x="17254" y="7538"/>
                  </a:cubicBezTo>
                  <a:cubicBezTo>
                    <a:pt x="17261" y="7246"/>
                    <a:pt x="17271" y="6948"/>
                    <a:pt x="17284" y="6643"/>
                  </a:cubicBezTo>
                  <a:cubicBezTo>
                    <a:pt x="17297" y="6351"/>
                    <a:pt x="17304" y="6060"/>
                    <a:pt x="17304" y="5768"/>
                  </a:cubicBezTo>
                  <a:lnTo>
                    <a:pt x="17304" y="4873"/>
                  </a:lnTo>
                  <a:cubicBezTo>
                    <a:pt x="17238" y="4608"/>
                    <a:pt x="17108" y="4412"/>
                    <a:pt x="16916" y="4286"/>
                  </a:cubicBezTo>
                  <a:cubicBezTo>
                    <a:pt x="16724" y="4160"/>
                    <a:pt x="16528" y="4097"/>
                    <a:pt x="16329" y="4097"/>
                  </a:cubicBezTo>
                  <a:cubicBezTo>
                    <a:pt x="16091" y="4097"/>
                    <a:pt x="15882" y="4164"/>
                    <a:pt x="15703" y="4296"/>
                  </a:cubicBezTo>
                  <a:cubicBezTo>
                    <a:pt x="15524" y="4429"/>
                    <a:pt x="15401" y="4641"/>
                    <a:pt x="15335" y="4933"/>
                  </a:cubicBezTo>
                  <a:cubicBezTo>
                    <a:pt x="15335" y="5118"/>
                    <a:pt x="15331" y="5317"/>
                    <a:pt x="15325" y="5529"/>
                  </a:cubicBezTo>
                  <a:cubicBezTo>
                    <a:pt x="15318" y="5741"/>
                    <a:pt x="15308" y="5960"/>
                    <a:pt x="15295" y="6186"/>
                  </a:cubicBezTo>
                  <a:cubicBezTo>
                    <a:pt x="15282" y="6451"/>
                    <a:pt x="15275" y="6723"/>
                    <a:pt x="15275" y="7001"/>
                  </a:cubicBezTo>
                  <a:lnTo>
                    <a:pt x="15275" y="7856"/>
                  </a:lnTo>
                  <a:cubicBezTo>
                    <a:pt x="15275" y="8307"/>
                    <a:pt x="15292" y="8738"/>
                    <a:pt x="15325" y="9149"/>
                  </a:cubicBezTo>
                  <a:cubicBezTo>
                    <a:pt x="15358" y="9560"/>
                    <a:pt x="15428" y="9938"/>
                    <a:pt x="15534" y="10283"/>
                  </a:cubicBezTo>
                  <a:cubicBezTo>
                    <a:pt x="15653" y="10614"/>
                    <a:pt x="15822" y="10926"/>
                    <a:pt x="16041" y="11218"/>
                  </a:cubicBezTo>
                  <a:cubicBezTo>
                    <a:pt x="16260" y="11509"/>
                    <a:pt x="16518" y="11765"/>
                    <a:pt x="16817" y="11983"/>
                  </a:cubicBezTo>
                  <a:cubicBezTo>
                    <a:pt x="17115" y="12202"/>
                    <a:pt x="17440" y="12375"/>
                    <a:pt x="17791" y="12501"/>
                  </a:cubicBezTo>
                  <a:cubicBezTo>
                    <a:pt x="18143" y="12627"/>
                    <a:pt x="18497" y="12690"/>
                    <a:pt x="18855" y="12690"/>
                  </a:cubicBezTo>
                  <a:cubicBezTo>
                    <a:pt x="19319" y="12690"/>
                    <a:pt x="19777" y="12577"/>
                    <a:pt x="20228" y="12351"/>
                  </a:cubicBezTo>
                  <a:cubicBezTo>
                    <a:pt x="20678" y="12126"/>
                    <a:pt x="21070" y="11861"/>
                    <a:pt x="21401" y="11556"/>
                  </a:cubicBezTo>
                  <a:cubicBezTo>
                    <a:pt x="21547" y="11861"/>
                    <a:pt x="21729" y="12126"/>
                    <a:pt x="21948" y="12351"/>
                  </a:cubicBezTo>
                  <a:cubicBezTo>
                    <a:pt x="22167" y="12577"/>
                    <a:pt x="22429" y="12690"/>
                    <a:pt x="22734" y="12690"/>
                  </a:cubicBezTo>
                  <a:cubicBezTo>
                    <a:pt x="22986" y="12690"/>
                    <a:pt x="23201" y="12613"/>
                    <a:pt x="23380" y="12461"/>
                  </a:cubicBezTo>
                  <a:cubicBezTo>
                    <a:pt x="23559" y="12308"/>
                    <a:pt x="23649" y="12113"/>
                    <a:pt x="23649" y="11874"/>
                  </a:cubicBezTo>
                  <a:cubicBezTo>
                    <a:pt x="23649" y="11675"/>
                    <a:pt x="23562" y="11456"/>
                    <a:pt x="23390" y="11218"/>
                  </a:cubicBezTo>
                  <a:close/>
                  <a:moveTo>
                    <a:pt x="27388" y="11615"/>
                  </a:moveTo>
                  <a:lnTo>
                    <a:pt x="27288" y="11566"/>
                  </a:lnTo>
                  <a:cubicBezTo>
                    <a:pt x="27249" y="11546"/>
                    <a:pt x="27215" y="11523"/>
                    <a:pt x="27189" y="11496"/>
                  </a:cubicBezTo>
                  <a:lnTo>
                    <a:pt x="27189" y="955"/>
                  </a:lnTo>
                  <a:cubicBezTo>
                    <a:pt x="27096" y="703"/>
                    <a:pt x="26964" y="514"/>
                    <a:pt x="26791" y="388"/>
                  </a:cubicBezTo>
                  <a:cubicBezTo>
                    <a:pt x="26619" y="262"/>
                    <a:pt x="26420" y="199"/>
                    <a:pt x="26194" y="199"/>
                  </a:cubicBezTo>
                  <a:cubicBezTo>
                    <a:pt x="25969" y="199"/>
                    <a:pt x="25770" y="269"/>
                    <a:pt x="25598" y="408"/>
                  </a:cubicBezTo>
                  <a:cubicBezTo>
                    <a:pt x="25425" y="547"/>
                    <a:pt x="25306" y="749"/>
                    <a:pt x="25240" y="1014"/>
                  </a:cubicBezTo>
                  <a:lnTo>
                    <a:pt x="25240" y="11914"/>
                  </a:lnTo>
                  <a:cubicBezTo>
                    <a:pt x="25266" y="12073"/>
                    <a:pt x="25299" y="12199"/>
                    <a:pt x="25339" y="12292"/>
                  </a:cubicBezTo>
                  <a:cubicBezTo>
                    <a:pt x="25379" y="12385"/>
                    <a:pt x="25459" y="12484"/>
                    <a:pt x="25578" y="12590"/>
                  </a:cubicBezTo>
                  <a:lnTo>
                    <a:pt x="26433" y="13147"/>
                  </a:lnTo>
                  <a:cubicBezTo>
                    <a:pt x="26632" y="13253"/>
                    <a:pt x="26821" y="13303"/>
                    <a:pt x="27000" y="13296"/>
                  </a:cubicBezTo>
                  <a:cubicBezTo>
                    <a:pt x="27179" y="13290"/>
                    <a:pt x="27335" y="13246"/>
                    <a:pt x="27467" y="13167"/>
                  </a:cubicBezTo>
                  <a:cubicBezTo>
                    <a:pt x="27600" y="13087"/>
                    <a:pt x="27706" y="12981"/>
                    <a:pt x="27786" y="12849"/>
                  </a:cubicBezTo>
                  <a:cubicBezTo>
                    <a:pt x="27865" y="12716"/>
                    <a:pt x="27905" y="12570"/>
                    <a:pt x="27905" y="12411"/>
                  </a:cubicBezTo>
                  <a:cubicBezTo>
                    <a:pt x="27905" y="12133"/>
                    <a:pt x="27733" y="11867"/>
                    <a:pt x="27388" y="11615"/>
                  </a:cubicBezTo>
                  <a:close/>
                  <a:moveTo>
                    <a:pt x="31664" y="5808"/>
                  </a:moveTo>
                  <a:lnTo>
                    <a:pt x="32659" y="5808"/>
                  </a:lnTo>
                  <a:lnTo>
                    <a:pt x="32659" y="8851"/>
                  </a:lnTo>
                  <a:cubicBezTo>
                    <a:pt x="32659" y="9381"/>
                    <a:pt x="32662" y="9915"/>
                    <a:pt x="32669" y="10452"/>
                  </a:cubicBezTo>
                  <a:cubicBezTo>
                    <a:pt x="32675" y="10989"/>
                    <a:pt x="32678" y="11509"/>
                    <a:pt x="32678" y="12013"/>
                  </a:cubicBezTo>
                  <a:cubicBezTo>
                    <a:pt x="32718" y="12318"/>
                    <a:pt x="32834" y="12544"/>
                    <a:pt x="33027" y="12690"/>
                  </a:cubicBezTo>
                  <a:cubicBezTo>
                    <a:pt x="33219" y="12835"/>
                    <a:pt x="33428" y="12908"/>
                    <a:pt x="33653" y="12908"/>
                  </a:cubicBezTo>
                  <a:cubicBezTo>
                    <a:pt x="33878" y="12908"/>
                    <a:pt x="34097" y="12829"/>
                    <a:pt x="34309" y="12670"/>
                  </a:cubicBezTo>
                  <a:cubicBezTo>
                    <a:pt x="34522" y="12510"/>
                    <a:pt x="34628" y="12265"/>
                    <a:pt x="34628" y="11934"/>
                  </a:cubicBezTo>
                  <a:cubicBezTo>
                    <a:pt x="34628" y="11523"/>
                    <a:pt x="34624" y="11112"/>
                    <a:pt x="34618" y="10701"/>
                  </a:cubicBezTo>
                  <a:cubicBezTo>
                    <a:pt x="34611" y="10290"/>
                    <a:pt x="34608" y="9878"/>
                    <a:pt x="34608" y="9467"/>
                  </a:cubicBezTo>
                  <a:lnTo>
                    <a:pt x="34608" y="5808"/>
                  </a:lnTo>
                  <a:lnTo>
                    <a:pt x="36298" y="5808"/>
                  </a:lnTo>
                  <a:cubicBezTo>
                    <a:pt x="36908" y="5649"/>
                    <a:pt x="37213" y="5357"/>
                    <a:pt x="37213" y="4933"/>
                  </a:cubicBezTo>
                  <a:cubicBezTo>
                    <a:pt x="37213" y="4747"/>
                    <a:pt x="37144" y="4575"/>
                    <a:pt x="37004" y="4415"/>
                  </a:cubicBezTo>
                  <a:cubicBezTo>
                    <a:pt x="36865" y="4256"/>
                    <a:pt x="36650" y="4137"/>
                    <a:pt x="36358" y="4057"/>
                  </a:cubicBezTo>
                  <a:lnTo>
                    <a:pt x="34608" y="4057"/>
                  </a:lnTo>
                  <a:lnTo>
                    <a:pt x="34608" y="955"/>
                  </a:lnTo>
                  <a:cubicBezTo>
                    <a:pt x="34541" y="690"/>
                    <a:pt x="34415" y="494"/>
                    <a:pt x="34230" y="368"/>
                  </a:cubicBezTo>
                  <a:cubicBezTo>
                    <a:pt x="34044" y="242"/>
                    <a:pt x="33845" y="179"/>
                    <a:pt x="33633" y="179"/>
                  </a:cubicBezTo>
                  <a:cubicBezTo>
                    <a:pt x="33408" y="179"/>
                    <a:pt x="33206" y="249"/>
                    <a:pt x="33027" y="388"/>
                  </a:cubicBezTo>
                  <a:cubicBezTo>
                    <a:pt x="32848" y="527"/>
                    <a:pt x="32725" y="736"/>
                    <a:pt x="32659" y="1014"/>
                  </a:cubicBezTo>
                  <a:lnTo>
                    <a:pt x="32659" y="4057"/>
                  </a:lnTo>
                  <a:lnTo>
                    <a:pt x="31744" y="4057"/>
                  </a:lnTo>
                  <a:cubicBezTo>
                    <a:pt x="31386" y="4057"/>
                    <a:pt x="31117" y="4150"/>
                    <a:pt x="30938" y="4336"/>
                  </a:cubicBezTo>
                  <a:cubicBezTo>
                    <a:pt x="30759" y="4522"/>
                    <a:pt x="30670" y="4720"/>
                    <a:pt x="30670" y="4933"/>
                  </a:cubicBezTo>
                  <a:cubicBezTo>
                    <a:pt x="30670" y="5145"/>
                    <a:pt x="30752" y="5330"/>
                    <a:pt x="30918" y="5490"/>
                  </a:cubicBezTo>
                  <a:cubicBezTo>
                    <a:pt x="31084" y="5649"/>
                    <a:pt x="31333" y="5755"/>
                    <a:pt x="31664" y="5808"/>
                  </a:cubicBezTo>
                  <a:close/>
                  <a:moveTo>
                    <a:pt x="40734" y="11993"/>
                  </a:moveTo>
                  <a:lnTo>
                    <a:pt x="40674" y="4455"/>
                  </a:lnTo>
                  <a:cubicBezTo>
                    <a:pt x="40608" y="4190"/>
                    <a:pt x="40482" y="3994"/>
                    <a:pt x="40296" y="3869"/>
                  </a:cubicBezTo>
                  <a:cubicBezTo>
                    <a:pt x="40110" y="3743"/>
                    <a:pt x="39912" y="3680"/>
                    <a:pt x="39699" y="3680"/>
                  </a:cubicBezTo>
                  <a:cubicBezTo>
                    <a:pt x="39461" y="3680"/>
                    <a:pt x="39255" y="3749"/>
                    <a:pt x="39083" y="3888"/>
                  </a:cubicBezTo>
                  <a:cubicBezTo>
                    <a:pt x="38910" y="4028"/>
                    <a:pt x="38791" y="4236"/>
                    <a:pt x="38725" y="4515"/>
                  </a:cubicBezTo>
                  <a:lnTo>
                    <a:pt x="38785" y="12073"/>
                  </a:lnTo>
                  <a:cubicBezTo>
                    <a:pt x="38824" y="12378"/>
                    <a:pt x="38937" y="12603"/>
                    <a:pt x="39123" y="12749"/>
                  </a:cubicBezTo>
                  <a:cubicBezTo>
                    <a:pt x="39308" y="12895"/>
                    <a:pt x="39520" y="12968"/>
                    <a:pt x="39759" y="12968"/>
                  </a:cubicBezTo>
                  <a:cubicBezTo>
                    <a:pt x="39998" y="12968"/>
                    <a:pt x="40217" y="12888"/>
                    <a:pt x="40415" y="12729"/>
                  </a:cubicBezTo>
                  <a:cubicBezTo>
                    <a:pt x="40614" y="12570"/>
                    <a:pt x="40720" y="12325"/>
                    <a:pt x="40734" y="11993"/>
                  </a:cubicBezTo>
                  <a:close/>
                  <a:moveTo>
                    <a:pt x="38586" y="1352"/>
                  </a:moveTo>
                  <a:cubicBezTo>
                    <a:pt x="38586" y="1657"/>
                    <a:pt x="38695" y="1916"/>
                    <a:pt x="38914" y="2128"/>
                  </a:cubicBezTo>
                  <a:cubicBezTo>
                    <a:pt x="39133" y="2340"/>
                    <a:pt x="39394" y="2446"/>
                    <a:pt x="39699" y="2446"/>
                  </a:cubicBezTo>
                  <a:cubicBezTo>
                    <a:pt x="40018" y="2446"/>
                    <a:pt x="40286" y="2340"/>
                    <a:pt x="40505" y="2128"/>
                  </a:cubicBezTo>
                  <a:cubicBezTo>
                    <a:pt x="40724" y="1916"/>
                    <a:pt x="40833" y="1657"/>
                    <a:pt x="40833" y="1352"/>
                  </a:cubicBezTo>
                  <a:cubicBezTo>
                    <a:pt x="40833" y="1048"/>
                    <a:pt x="40724" y="786"/>
                    <a:pt x="40505" y="567"/>
                  </a:cubicBezTo>
                  <a:cubicBezTo>
                    <a:pt x="40286" y="348"/>
                    <a:pt x="40018" y="239"/>
                    <a:pt x="39699" y="239"/>
                  </a:cubicBezTo>
                  <a:cubicBezTo>
                    <a:pt x="39394" y="239"/>
                    <a:pt x="39133" y="348"/>
                    <a:pt x="38914" y="567"/>
                  </a:cubicBezTo>
                  <a:cubicBezTo>
                    <a:pt x="38695" y="786"/>
                    <a:pt x="38586" y="1048"/>
                    <a:pt x="38586" y="1352"/>
                  </a:cubicBezTo>
                  <a:close/>
                  <a:moveTo>
                    <a:pt x="47814" y="12013"/>
                  </a:moveTo>
                  <a:cubicBezTo>
                    <a:pt x="47854" y="12318"/>
                    <a:pt x="47967" y="12544"/>
                    <a:pt x="48152" y="12690"/>
                  </a:cubicBezTo>
                  <a:cubicBezTo>
                    <a:pt x="48338" y="12835"/>
                    <a:pt x="48550" y="12908"/>
                    <a:pt x="48789" y="12908"/>
                  </a:cubicBezTo>
                  <a:cubicBezTo>
                    <a:pt x="49028" y="12908"/>
                    <a:pt x="49246" y="12829"/>
                    <a:pt x="49445" y="12670"/>
                  </a:cubicBezTo>
                  <a:cubicBezTo>
                    <a:pt x="49644" y="12510"/>
                    <a:pt x="49750" y="12265"/>
                    <a:pt x="49764" y="11934"/>
                  </a:cubicBezTo>
                  <a:lnTo>
                    <a:pt x="49744" y="6683"/>
                  </a:lnTo>
                  <a:cubicBezTo>
                    <a:pt x="49929" y="6245"/>
                    <a:pt x="50141" y="5947"/>
                    <a:pt x="50380" y="5788"/>
                  </a:cubicBezTo>
                  <a:cubicBezTo>
                    <a:pt x="50619" y="5629"/>
                    <a:pt x="50891" y="5549"/>
                    <a:pt x="51196" y="5549"/>
                  </a:cubicBezTo>
                  <a:cubicBezTo>
                    <a:pt x="51448" y="5549"/>
                    <a:pt x="51706" y="5632"/>
                    <a:pt x="51971" y="5798"/>
                  </a:cubicBezTo>
                  <a:cubicBezTo>
                    <a:pt x="52236" y="5964"/>
                    <a:pt x="52442" y="6252"/>
                    <a:pt x="52588" y="6663"/>
                  </a:cubicBezTo>
                  <a:lnTo>
                    <a:pt x="52588" y="12033"/>
                  </a:lnTo>
                  <a:cubicBezTo>
                    <a:pt x="52628" y="12338"/>
                    <a:pt x="52740" y="12564"/>
                    <a:pt x="52926" y="12709"/>
                  </a:cubicBezTo>
                  <a:cubicBezTo>
                    <a:pt x="53112" y="12855"/>
                    <a:pt x="53324" y="12928"/>
                    <a:pt x="53562" y="12928"/>
                  </a:cubicBezTo>
                  <a:cubicBezTo>
                    <a:pt x="53788" y="12928"/>
                    <a:pt x="54003" y="12849"/>
                    <a:pt x="54209" y="12690"/>
                  </a:cubicBezTo>
                  <a:cubicBezTo>
                    <a:pt x="54414" y="12530"/>
                    <a:pt x="54524" y="12285"/>
                    <a:pt x="54537" y="11954"/>
                  </a:cubicBezTo>
                  <a:lnTo>
                    <a:pt x="54537" y="6464"/>
                  </a:lnTo>
                  <a:cubicBezTo>
                    <a:pt x="54537" y="6093"/>
                    <a:pt x="54438" y="5745"/>
                    <a:pt x="54239" y="5420"/>
                  </a:cubicBezTo>
                  <a:cubicBezTo>
                    <a:pt x="54040" y="5095"/>
                    <a:pt x="53775" y="4810"/>
                    <a:pt x="53443" y="4565"/>
                  </a:cubicBezTo>
                  <a:cubicBezTo>
                    <a:pt x="53112" y="4319"/>
                    <a:pt x="52740" y="4124"/>
                    <a:pt x="52329" y="3978"/>
                  </a:cubicBezTo>
                  <a:cubicBezTo>
                    <a:pt x="51918" y="3832"/>
                    <a:pt x="51501" y="3759"/>
                    <a:pt x="51076" y="3759"/>
                  </a:cubicBezTo>
                  <a:cubicBezTo>
                    <a:pt x="50877" y="3759"/>
                    <a:pt x="50682" y="3796"/>
                    <a:pt x="50490" y="3869"/>
                  </a:cubicBezTo>
                  <a:cubicBezTo>
                    <a:pt x="50297" y="3941"/>
                    <a:pt x="50112" y="4034"/>
                    <a:pt x="49933" y="4147"/>
                  </a:cubicBezTo>
                  <a:cubicBezTo>
                    <a:pt x="49754" y="4260"/>
                    <a:pt x="49581" y="4386"/>
                    <a:pt x="49415" y="4525"/>
                  </a:cubicBezTo>
                  <a:cubicBezTo>
                    <a:pt x="49250" y="4664"/>
                    <a:pt x="49101" y="4800"/>
                    <a:pt x="48968" y="4933"/>
                  </a:cubicBezTo>
                  <a:cubicBezTo>
                    <a:pt x="48650" y="4588"/>
                    <a:pt x="48249" y="4309"/>
                    <a:pt x="47765" y="4097"/>
                  </a:cubicBezTo>
                  <a:cubicBezTo>
                    <a:pt x="47281" y="3885"/>
                    <a:pt x="46800" y="3779"/>
                    <a:pt x="46323" y="3779"/>
                  </a:cubicBezTo>
                  <a:cubicBezTo>
                    <a:pt x="46018" y="3779"/>
                    <a:pt x="45729" y="3825"/>
                    <a:pt x="45457" y="3918"/>
                  </a:cubicBezTo>
                  <a:cubicBezTo>
                    <a:pt x="45186" y="4011"/>
                    <a:pt x="44950" y="4117"/>
                    <a:pt x="44751" y="4236"/>
                  </a:cubicBezTo>
                  <a:cubicBezTo>
                    <a:pt x="44659" y="4038"/>
                    <a:pt x="44533" y="3895"/>
                    <a:pt x="44373" y="3809"/>
                  </a:cubicBezTo>
                  <a:cubicBezTo>
                    <a:pt x="44214" y="3723"/>
                    <a:pt x="44042" y="3680"/>
                    <a:pt x="43856" y="3680"/>
                  </a:cubicBezTo>
                  <a:cubicBezTo>
                    <a:pt x="43366" y="3680"/>
                    <a:pt x="43041" y="3951"/>
                    <a:pt x="42882" y="4495"/>
                  </a:cubicBezTo>
                  <a:lnTo>
                    <a:pt x="42882" y="12113"/>
                  </a:lnTo>
                  <a:cubicBezTo>
                    <a:pt x="42922" y="12418"/>
                    <a:pt x="43038" y="12643"/>
                    <a:pt x="43230" y="12789"/>
                  </a:cubicBezTo>
                  <a:cubicBezTo>
                    <a:pt x="43422" y="12935"/>
                    <a:pt x="43631" y="13008"/>
                    <a:pt x="43856" y="13008"/>
                  </a:cubicBezTo>
                  <a:cubicBezTo>
                    <a:pt x="44095" y="13008"/>
                    <a:pt x="44317" y="12928"/>
                    <a:pt x="44523" y="12769"/>
                  </a:cubicBezTo>
                  <a:cubicBezTo>
                    <a:pt x="44728" y="12610"/>
                    <a:pt x="44838" y="12365"/>
                    <a:pt x="44851" y="12033"/>
                  </a:cubicBezTo>
                  <a:lnTo>
                    <a:pt x="44851" y="6643"/>
                  </a:lnTo>
                  <a:cubicBezTo>
                    <a:pt x="45010" y="6444"/>
                    <a:pt x="45146" y="6278"/>
                    <a:pt x="45259" y="6146"/>
                  </a:cubicBezTo>
                  <a:cubicBezTo>
                    <a:pt x="45371" y="6013"/>
                    <a:pt x="45474" y="5907"/>
                    <a:pt x="45567" y="5828"/>
                  </a:cubicBezTo>
                  <a:cubicBezTo>
                    <a:pt x="45660" y="5748"/>
                    <a:pt x="45752" y="5688"/>
                    <a:pt x="45845" y="5649"/>
                  </a:cubicBezTo>
                  <a:cubicBezTo>
                    <a:pt x="45938" y="5609"/>
                    <a:pt x="46051" y="5582"/>
                    <a:pt x="46183" y="5569"/>
                  </a:cubicBezTo>
                  <a:cubicBezTo>
                    <a:pt x="46541" y="5529"/>
                    <a:pt x="46866" y="5612"/>
                    <a:pt x="47158" y="5818"/>
                  </a:cubicBezTo>
                  <a:cubicBezTo>
                    <a:pt x="47450" y="6023"/>
                    <a:pt x="47669" y="6305"/>
                    <a:pt x="47814" y="6663"/>
                  </a:cubicBezTo>
                  <a:close/>
                  <a:moveTo>
                    <a:pt x="60464" y="4018"/>
                  </a:moveTo>
                  <a:cubicBezTo>
                    <a:pt x="59828" y="4018"/>
                    <a:pt x="59228" y="4170"/>
                    <a:pt x="58664" y="4475"/>
                  </a:cubicBezTo>
                  <a:cubicBezTo>
                    <a:pt x="58101" y="4780"/>
                    <a:pt x="57610" y="5181"/>
                    <a:pt x="57192" y="5678"/>
                  </a:cubicBezTo>
                  <a:cubicBezTo>
                    <a:pt x="56775" y="6176"/>
                    <a:pt x="56443" y="6739"/>
                    <a:pt x="56198" y="7369"/>
                  </a:cubicBezTo>
                  <a:cubicBezTo>
                    <a:pt x="55952" y="7999"/>
                    <a:pt x="55830" y="8645"/>
                    <a:pt x="55830" y="9308"/>
                  </a:cubicBezTo>
                  <a:cubicBezTo>
                    <a:pt x="55830" y="9786"/>
                    <a:pt x="55913" y="10260"/>
                    <a:pt x="56078" y="10730"/>
                  </a:cubicBezTo>
                  <a:cubicBezTo>
                    <a:pt x="56244" y="11201"/>
                    <a:pt x="56480" y="11625"/>
                    <a:pt x="56785" y="12003"/>
                  </a:cubicBezTo>
                  <a:cubicBezTo>
                    <a:pt x="57090" y="12381"/>
                    <a:pt x="57464" y="12690"/>
                    <a:pt x="57908" y="12928"/>
                  </a:cubicBezTo>
                  <a:cubicBezTo>
                    <a:pt x="58352" y="13167"/>
                    <a:pt x="58846" y="13286"/>
                    <a:pt x="59390" y="13286"/>
                  </a:cubicBezTo>
                  <a:cubicBezTo>
                    <a:pt x="59907" y="13286"/>
                    <a:pt x="60401" y="13187"/>
                    <a:pt x="60872" y="12988"/>
                  </a:cubicBezTo>
                  <a:cubicBezTo>
                    <a:pt x="61343" y="12789"/>
                    <a:pt x="61770" y="12514"/>
                    <a:pt x="62155" y="12162"/>
                  </a:cubicBezTo>
                  <a:cubicBezTo>
                    <a:pt x="62539" y="11811"/>
                    <a:pt x="62874" y="11397"/>
                    <a:pt x="63159" y="10919"/>
                  </a:cubicBezTo>
                  <a:cubicBezTo>
                    <a:pt x="63444" y="10442"/>
                    <a:pt x="63660" y="9931"/>
                    <a:pt x="63806" y="9388"/>
                  </a:cubicBezTo>
                  <a:cubicBezTo>
                    <a:pt x="63845" y="9189"/>
                    <a:pt x="63878" y="8993"/>
                    <a:pt x="63905" y="8801"/>
                  </a:cubicBezTo>
                  <a:cubicBezTo>
                    <a:pt x="63931" y="8609"/>
                    <a:pt x="63945" y="8400"/>
                    <a:pt x="63945" y="8175"/>
                  </a:cubicBezTo>
                  <a:cubicBezTo>
                    <a:pt x="63945" y="7657"/>
                    <a:pt x="63869" y="7150"/>
                    <a:pt x="63716" y="6653"/>
                  </a:cubicBezTo>
                  <a:cubicBezTo>
                    <a:pt x="63564" y="6156"/>
                    <a:pt x="63338" y="5712"/>
                    <a:pt x="63040" y="5320"/>
                  </a:cubicBezTo>
                  <a:cubicBezTo>
                    <a:pt x="62741" y="4929"/>
                    <a:pt x="62377" y="4614"/>
                    <a:pt x="61946" y="4376"/>
                  </a:cubicBezTo>
                  <a:cubicBezTo>
                    <a:pt x="61515" y="4137"/>
                    <a:pt x="61021" y="4018"/>
                    <a:pt x="60464" y="4018"/>
                  </a:cubicBezTo>
                  <a:close/>
                  <a:moveTo>
                    <a:pt x="57898" y="8294"/>
                  </a:moveTo>
                  <a:cubicBezTo>
                    <a:pt x="57965" y="8029"/>
                    <a:pt x="58071" y="7747"/>
                    <a:pt x="58217" y="7449"/>
                  </a:cubicBezTo>
                  <a:cubicBezTo>
                    <a:pt x="58362" y="7150"/>
                    <a:pt x="58545" y="6878"/>
                    <a:pt x="58764" y="6633"/>
                  </a:cubicBezTo>
                  <a:cubicBezTo>
                    <a:pt x="58982" y="6388"/>
                    <a:pt x="59231" y="6182"/>
                    <a:pt x="59509" y="6017"/>
                  </a:cubicBezTo>
                  <a:cubicBezTo>
                    <a:pt x="59788" y="5851"/>
                    <a:pt x="60086" y="5768"/>
                    <a:pt x="60404" y="5768"/>
                  </a:cubicBezTo>
                  <a:cubicBezTo>
                    <a:pt x="60656" y="5768"/>
                    <a:pt x="60882" y="5838"/>
                    <a:pt x="61081" y="5977"/>
                  </a:cubicBezTo>
                  <a:cubicBezTo>
                    <a:pt x="61280" y="6116"/>
                    <a:pt x="61449" y="6298"/>
                    <a:pt x="61588" y="6524"/>
                  </a:cubicBezTo>
                  <a:cubicBezTo>
                    <a:pt x="61727" y="6749"/>
                    <a:pt x="61830" y="7004"/>
                    <a:pt x="61896" y="7290"/>
                  </a:cubicBezTo>
                  <a:cubicBezTo>
                    <a:pt x="61962" y="7575"/>
                    <a:pt x="61996" y="7863"/>
                    <a:pt x="61996" y="8155"/>
                  </a:cubicBezTo>
                  <a:cubicBezTo>
                    <a:pt x="61996" y="8473"/>
                    <a:pt x="61936" y="8828"/>
                    <a:pt x="61817" y="9219"/>
                  </a:cubicBezTo>
                  <a:cubicBezTo>
                    <a:pt x="61697" y="9610"/>
                    <a:pt x="61528" y="9975"/>
                    <a:pt x="61309" y="10313"/>
                  </a:cubicBezTo>
                  <a:cubicBezTo>
                    <a:pt x="61091" y="10651"/>
                    <a:pt x="60825" y="10936"/>
                    <a:pt x="60514" y="11168"/>
                  </a:cubicBezTo>
                  <a:cubicBezTo>
                    <a:pt x="60202" y="11400"/>
                    <a:pt x="59848" y="11516"/>
                    <a:pt x="59450" y="11516"/>
                  </a:cubicBezTo>
                  <a:cubicBezTo>
                    <a:pt x="59039" y="11516"/>
                    <a:pt x="58710" y="11403"/>
                    <a:pt x="58465" y="11178"/>
                  </a:cubicBezTo>
                  <a:cubicBezTo>
                    <a:pt x="58220" y="10952"/>
                    <a:pt x="58044" y="10677"/>
                    <a:pt x="57938" y="10352"/>
                  </a:cubicBezTo>
                  <a:cubicBezTo>
                    <a:pt x="57832" y="10028"/>
                    <a:pt x="57779" y="9680"/>
                    <a:pt x="57779" y="9308"/>
                  </a:cubicBezTo>
                  <a:cubicBezTo>
                    <a:pt x="57779" y="8937"/>
                    <a:pt x="57819" y="8599"/>
                    <a:pt x="57898" y="8294"/>
                  </a:cubicBezTo>
                  <a:close/>
                  <a:moveTo>
                    <a:pt x="72318" y="11178"/>
                  </a:moveTo>
                  <a:lnTo>
                    <a:pt x="72298" y="11158"/>
                  </a:lnTo>
                  <a:lnTo>
                    <a:pt x="72179" y="10999"/>
                  </a:lnTo>
                  <a:lnTo>
                    <a:pt x="72179" y="776"/>
                  </a:lnTo>
                  <a:cubicBezTo>
                    <a:pt x="72086" y="510"/>
                    <a:pt x="71950" y="315"/>
                    <a:pt x="71771" y="189"/>
                  </a:cubicBezTo>
                  <a:cubicBezTo>
                    <a:pt x="71592" y="63"/>
                    <a:pt x="71397" y="0"/>
                    <a:pt x="71185" y="0"/>
                  </a:cubicBezTo>
                  <a:cubicBezTo>
                    <a:pt x="70959" y="0"/>
                    <a:pt x="70757" y="70"/>
                    <a:pt x="70578" y="209"/>
                  </a:cubicBezTo>
                  <a:cubicBezTo>
                    <a:pt x="70399" y="348"/>
                    <a:pt x="70276" y="557"/>
                    <a:pt x="70210" y="835"/>
                  </a:cubicBezTo>
                  <a:cubicBezTo>
                    <a:pt x="70210" y="968"/>
                    <a:pt x="70213" y="1177"/>
                    <a:pt x="70220" y="1462"/>
                  </a:cubicBezTo>
                  <a:cubicBezTo>
                    <a:pt x="70227" y="1747"/>
                    <a:pt x="70230" y="2095"/>
                    <a:pt x="70230" y="2506"/>
                  </a:cubicBezTo>
                  <a:cubicBezTo>
                    <a:pt x="70230" y="2785"/>
                    <a:pt x="70233" y="3073"/>
                    <a:pt x="70240" y="3371"/>
                  </a:cubicBezTo>
                  <a:cubicBezTo>
                    <a:pt x="70246" y="3670"/>
                    <a:pt x="70250" y="4004"/>
                    <a:pt x="70250" y="4376"/>
                  </a:cubicBezTo>
                  <a:cubicBezTo>
                    <a:pt x="69985" y="4309"/>
                    <a:pt x="69713" y="4273"/>
                    <a:pt x="69434" y="4266"/>
                  </a:cubicBezTo>
                  <a:cubicBezTo>
                    <a:pt x="69156" y="4260"/>
                    <a:pt x="68871" y="4256"/>
                    <a:pt x="68579" y="4256"/>
                  </a:cubicBezTo>
                  <a:cubicBezTo>
                    <a:pt x="68221" y="4270"/>
                    <a:pt x="67850" y="4336"/>
                    <a:pt x="67465" y="4455"/>
                  </a:cubicBezTo>
                  <a:cubicBezTo>
                    <a:pt x="67081" y="4575"/>
                    <a:pt x="66736" y="4714"/>
                    <a:pt x="66431" y="4873"/>
                  </a:cubicBezTo>
                  <a:cubicBezTo>
                    <a:pt x="66086" y="5059"/>
                    <a:pt x="65761" y="5291"/>
                    <a:pt x="65456" y="5569"/>
                  </a:cubicBezTo>
                  <a:cubicBezTo>
                    <a:pt x="65151" y="5848"/>
                    <a:pt x="64913" y="6152"/>
                    <a:pt x="64740" y="6484"/>
                  </a:cubicBezTo>
                  <a:cubicBezTo>
                    <a:pt x="64528" y="6895"/>
                    <a:pt x="64376" y="7329"/>
                    <a:pt x="64283" y="7787"/>
                  </a:cubicBezTo>
                  <a:cubicBezTo>
                    <a:pt x="64190" y="8244"/>
                    <a:pt x="64144" y="8705"/>
                    <a:pt x="64144" y="9169"/>
                  </a:cubicBezTo>
                  <a:cubicBezTo>
                    <a:pt x="64144" y="9593"/>
                    <a:pt x="64203" y="10018"/>
                    <a:pt x="64323" y="10442"/>
                  </a:cubicBezTo>
                  <a:cubicBezTo>
                    <a:pt x="64442" y="10866"/>
                    <a:pt x="64628" y="11264"/>
                    <a:pt x="64880" y="11635"/>
                  </a:cubicBezTo>
                  <a:cubicBezTo>
                    <a:pt x="65224" y="12099"/>
                    <a:pt x="65655" y="12444"/>
                    <a:pt x="66172" y="12670"/>
                  </a:cubicBezTo>
                  <a:cubicBezTo>
                    <a:pt x="66690" y="12895"/>
                    <a:pt x="67227" y="13008"/>
                    <a:pt x="67783" y="13008"/>
                  </a:cubicBezTo>
                  <a:cubicBezTo>
                    <a:pt x="68314" y="13008"/>
                    <a:pt x="68821" y="12931"/>
                    <a:pt x="69305" y="12779"/>
                  </a:cubicBezTo>
                  <a:cubicBezTo>
                    <a:pt x="69789" y="12627"/>
                    <a:pt x="70223" y="12391"/>
                    <a:pt x="70608" y="12073"/>
                  </a:cubicBezTo>
                  <a:lnTo>
                    <a:pt x="70846" y="12312"/>
                  </a:lnTo>
                  <a:cubicBezTo>
                    <a:pt x="71085" y="12550"/>
                    <a:pt x="71357" y="12670"/>
                    <a:pt x="71662" y="12670"/>
                  </a:cubicBezTo>
                  <a:cubicBezTo>
                    <a:pt x="71927" y="12670"/>
                    <a:pt x="72143" y="12587"/>
                    <a:pt x="72308" y="12421"/>
                  </a:cubicBezTo>
                  <a:cubicBezTo>
                    <a:pt x="72474" y="12255"/>
                    <a:pt x="72557" y="12060"/>
                    <a:pt x="72557" y="11834"/>
                  </a:cubicBezTo>
                  <a:cubicBezTo>
                    <a:pt x="72557" y="11741"/>
                    <a:pt x="72540" y="11642"/>
                    <a:pt x="72507" y="11536"/>
                  </a:cubicBezTo>
                  <a:cubicBezTo>
                    <a:pt x="72474" y="11430"/>
                    <a:pt x="72411" y="11310"/>
                    <a:pt x="72318" y="11178"/>
                  </a:cubicBezTo>
                  <a:close/>
                  <a:moveTo>
                    <a:pt x="70270" y="10024"/>
                  </a:moveTo>
                  <a:lnTo>
                    <a:pt x="69752" y="10422"/>
                  </a:lnTo>
                  <a:cubicBezTo>
                    <a:pt x="69235" y="10820"/>
                    <a:pt x="68722" y="11039"/>
                    <a:pt x="68211" y="11078"/>
                  </a:cubicBezTo>
                  <a:cubicBezTo>
                    <a:pt x="67701" y="11118"/>
                    <a:pt x="67260" y="11019"/>
                    <a:pt x="66888" y="10780"/>
                  </a:cubicBezTo>
                  <a:cubicBezTo>
                    <a:pt x="66517" y="10541"/>
                    <a:pt x="66259" y="10177"/>
                    <a:pt x="66113" y="9686"/>
                  </a:cubicBezTo>
                  <a:cubicBezTo>
                    <a:pt x="65967" y="9196"/>
                    <a:pt x="66000" y="8612"/>
                    <a:pt x="66212" y="7936"/>
                  </a:cubicBezTo>
                  <a:cubicBezTo>
                    <a:pt x="66305" y="7604"/>
                    <a:pt x="66444" y="7316"/>
                    <a:pt x="66630" y="7071"/>
                  </a:cubicBezTo>
                  <a:cubicBezTo>
                    <a:pt x="66815" y="6825"/>
                    <a:pt x="67034" y="6623"/>
                    <a:pt x="67286" y="6464"/>
                  </a:cubicBezTo>
                  <a:cubicBezTo>
                    <a:pt x="67538" y="6305"/>
                    <a:pt x="67810" y="6189"/>
                    <a:pt x="68102" y="6116"/>
                  </a:cubicBezTo>
                  <a:cubicBezTo>
                    <a:pt x="68393" y="6043"/>
                    <a:pt x="68692" y="6007"/>
                    <a:pt x="68997" y="6007"/>
                  </a:cubicBezTo>
                  <a:cubicBezTo>
                    <a:pt x="69156" y="6007"/>
                    <a:pt x="69322" y="6020"/>
                    <a:pt x="69494" y="6046"/>
                  </a:cubicBezTo>
                  <a:cubicBezTo>
                    <a:pt x="69666" y="6073"/>
                    <a:pt x="69839" y="6106"/>
                    <a:pt x="70011" y="6146"/>
                  </a:cubicBezTo>
                  <a:lnTo>
                    <a:pt x="70250" y="6345"/>
                  </a:lnTo>
                  <a:cubicBezTo>
                    <a:pt x="70250" y="6597"/>
                    <a:pt x="70253" y="6888"/>
                    <a:pt x="70260" y="7220"/>
                  </a:cubicBezTo>
                  <a:cubicBezTo>
                    <a:pt x="70266" y="7551"/>
                    <a:pt x="70270" y="7886"/>
                    <a:pt x="70270" y="8224"/>
                  </a:cubicBezTo>
                  <a:close/>
                  <a:moveTo>
                    <a:pt x="82382" y="11755"/>
                  </a:moveTo>
                  <a:cubicBezTo>
                    <a:pt x="82409" y="11728"/>
                    <a:pt x="82392" y="11669"/>
                    <a:pt x="82333" y="11576"/>
                  </a:cubicBezTo>
                  <a:cubicBezTo>
                    <a:pt x="82273" y="11483"/>
                    <a:pt x="82197" y="11364"/>
                    <a:pt x="82104" y="11218"/>
                  </a:cubicBezTo>
                  <a:lnTo>
                    <a:pt x="82124" y="11218"/>
                  </a:lnTo>
                  <a:cubicBezTo>
                    <a:pt x="82018" y="11059"/>
                    <a:pt x="81915" y="10880"/>
                    <a:pt x="81815" y="10681"/>
                  </a:cubicBezTo>
                  <a:cubicBezTo>
                    <a:pt x="81716" y="10482"/>
                    <a:pt x="81653" y="10309"/>
                    <a:pt x="81627" y="10164"/>
                  </a:cubicBezTo>
                  <a:cubicBezTo>
                    <a:pt x="81560" y="9686"/>
                    <a:pt x="81514" y="9199"/>
                    <a:pt x="81487" y="8702"/>
                  </a:cubicBezTo>
                  <a:cubicBezTo>
                    <a:pt x="81461" y="8204"/>
                    <a:pt x="81448" y="7724"/>
                    <a:pt x="81448" y="7260"/>
                  </a:cubicBezTo>
                  <a:lnTo>
                    <a:pt x="81448" y="6922"/>
                  </a:lnTo>
                  <a:cubicBezTo>
                    <a:pt x="81448" y="6802"/>
                    <a:pt x="81451" y="6653"/>
                    <a:pt x="81457" y="6474"/>
                  </a:cubicBezTo>
                  <a:cubicBezTo>
                    <a:pt x="81464" y="6295"/>
                    <a:pt x="81467" y="6073"/>
                    <a:pt x="81467" y="5808"/>
                  </a:cubicBezTo>
                  <a:lnTo>
                    <a:pt x="81467" y="4813"/>
                  </a:lnTo>
                  <a:cubicBezTo>
                    <a:pt x="81322" y="4429"/>
                    <a:pt x="81086" y="4187"/>
                    <a:pt x="80761" y="4087"/>
                  </a:cubicBezTo>
                  <a:cubicBezTo>
                    <a:pt x="80436" y="3988"/>
                    <a:pt x="80069" y="3938"/>
                    <a:pt x="79657" y="3938"/>
                  </a:cubicBezTo>
                  <a:cubicBezTo>
                    <a:pt x="79445" y="3938"/>
                    <a:pt x="79227" y="3955"/>
                    <a:pt x="79001" y="3988"/>
                  </a:cubicBezTo>
                  <a:cubicBezTo>
                    <a:pt x="78776" y="4021"/>
                    <a:pt x="78557" y="4067"/>
                    <a:pt x="78345" y="4127"/>
                  </a:cubicBezTo>
                  <a:cubicBezTo>
                    <a:pt x="78133" y="4187"/>
                    <a:pt x="77944" y="4250"/>
                    <a:pt x="77778" y="4316"/>
                  </a:cubicBezTo>
                  <a:cubicBezTo>
                    <a:pt x="77612" y="4382"/>
                    <a:pt x="77483" y="4442"/>
                    <a:pt x="77390" y="4495"/>
                  </a:cubicBezTo>
                  <a:cubicBezTo>
                    <a:pt x="76952" y="4773"/>
                    <a:pt x="76545" y="5092"/>
                    <a:pt x="76167" y="5450"/>
                  </a:cubicBezTo>
                  <a:cubicBezTo>
                    <a:pt x="75789" y="5808"/>
                    <a:pt x="75454" y="6202"/>
                    <a:pt x="75162" y="6633"/>
                  </a:cubicBezTo>
                  <a:cubicBezTo>
                    <a:pt x="74871" y="7064"/>
                    <a:pt x="74642" y="7528"/>
                    <a:pt x="74476" y="8025"/>
                  </a:cubicBezTo>
                  <a:cubicBezTo>
                    <a:pt x="74310" y="8523"/>
                    <a:pt x="74228" y="9050"/>
                    <a:pt x="74228" y="9607"/>
                  </a:cubicBezTo>
                  <a:cubicBezTo>
                    <a:pt x="74228" y="10150"/>
                    <a:pt x="74334" y="10667"/>
                    <a:pt x="74546" y="11158"/>
                  </a:cubicBezTo>
                  <a:cubicBezTo>
                    <a:pt x="74758" y="11649"/>
                    <a:pt x="75116" y="12073"/>
                    <a:pt x="75620" y="12431"/>
                  </a:cubicBezTo>
                  <a:cubicBezTo>
                    <a:pt x="75965" y="12656"/>
                    <a:pt x="76306" y="12806"/>
                    <a:pt x="76644" y="12878"/>
                  </a:cubicBezTo>
                  <a:cubicBezTo>
                    <a:pt x="76982" y="12951"/>
                    <a:pt x="77330" y="12988"/>
                    <a:pt x="77688" y="12988"/>
                  </a:cubicBezTo>
                  <a:cubicBezTo>
                    <a:pt x="78179" y="12988"/>
                    <a:pt x="78633" y="12938"/>
                    <a:pt x="79051" y="12839"/>
                  </a:cubicBezTo>
                  <a:cubicBezTo>
                    <a:pt x="79469" y="12739"/>
                    <a:pt x="79916" y="12510"/>
                    <a:pt x="80393" y="12152"/>
                  </a:cubicBezTo>
                  <a:cubicBezTo>
                    <a:pt x="80460" y="12259"/>
                    <a:pt x="80543" y="12368"/>
                    <a:pt x="80642" y="12481"/>
                  </a:cubicBezTo>
                  <a:cubicBezTo>
                    <a:pt x="80741" y="12593"/>
                    <a:pt x="80844" y="12703"/>
                    <a:pt x="80950" y="12809"/>
                  </a:cubicBezTo>
                  <a:cubicBezTo>
                    <a:pt x="81189" y="12928"/>
                    <a:pt x="81414" y="12978"/>
                    <a:pt x="81627" y="12958"/>
                  </a:cubicBezTo>
                  <a:cubicBezTo>
                    <a:pt x="81839" y="12938"/>
                    <a:pt x="82014" y="12872"/>
                    <a:pt x="82154" y="12759"/>
                  </a:cubicBezTo>
                  <a:cubicBezTo>
                    <a:pt x="82293" y="12646"/>
                    <a:pt x="82386" y="12501"/>
                    <a:pt x="82432" y="12322"/>
                  </a:cubicBezTo>
                  <a:cubicBezTo>
                    <a:pt x="82478" y="12143"/>
                    <a:pt x="82462" y="11954"/>
                    <a:pt x="82382" y="11755"/>
                  </a:cubicBezTo>
                  <a:close/>
                  <a:moveTo>
                    <a:pt x="79697" y="10343"/>
                  </a:moveTo>
                  <a:cubicBezTo>
                    <a:pt x="79246" y="10714"/>
                    <a:pt x="78875" y="10986"/>
                    <a:pt x="78583" y="11158"/>
                  </a:cubicBezTo>
                  <a:cubicBezTo>
                    <a:pt x="78345" y="11238"/>
                    <a:pt x="78096" y="11277"/>
                    <a:pt x="77838" y="11277"/>
                  </a:cubicBezTo>
                  <a:cubicBezTo>
                    <a:pt x="77579" y="11277"/>
                    <a:pt x="77337" y="11228"/>
                    <a:pt x="77112" y="11128"/>
                  </a:cubicBezTo>
                  <a:cubicBezTo>
                    <a:pt x="76886" y="11029"/>
                    <a:pt x="76691" y="10883"/>
                    <a:pt x="76525" y="10691"/>
                  </a:cubicBezTo>
                  <a:cubicBezTo>
                    <a:pt x="76359" y="10498"/>
                    <a:pt x="76256" y="10256"/>
                    <a:pt x="76217" y="9965"/>
                  </a:cubicBezTo>
                  <a:cubicBezTo>
                    <a:pt x="76150" y="9593"/>
                    <a:pt x="76160" y="9212"/>
                    <a:pt x="76246" y="8821"/>
                  </a:cubicBezTo>
                  <a:cubicBezTo>
                    <a:pt x="76333" y="8430"/>
                    <a:pt x="76469" y="8055"/>
                    <a:pt x="76654" y="7697"/>
                  </a:cubicBezTo>
                  <a:cubicBezTo>
                    <a:pt x="76840" y="7339"/>
                    <a:pt x="77075" y="7014"/>
                    <a:pt x="77360" y="6723"/>
                  </a:cubicBezTo>
                  <a:cubicBezTo>
                    <a:pt x="77645" y="6431"/>
                    <a:pt x="77967" y="6206"/>
                    <a:pt x="78325" y="6046"/>
                  </a:cubicBezTo>
                  <a:cubicBezTo>
                    <a:pt x="78418" y="6007"/>
                    <a:pt x="78580" y="5940"/>
                    <a:pt x="78812" y="5848"/>
                  </a:cubicBezTo>
                  <a:cubicBezTo>
                    <a:pt x="79044" y="5755"/>
                    <a:pt x="79273" y="5695"/>
                    <a:pt x="79498" y="5669"/>
                  </a:cubicBezTo>
                  <a:cubicBezTo>
                    <a:pt x="79498" y="5934"/>
                    <a:pt x="79492" y="6206"/>
                    <a:pt x="79478" y="6484"/>
                  </a:cubicBezTo>
                  <a:cubicBezTo>
                    <a:pt x="79465" y="6762"/>
                    <a:pt x="79459" y="7074"/>
                    <a:pt x="79459" y="7419"/>
                  </a:cubicBezTo>
                  <a:cubicBezTo>
                    <a:pt x="79459" y="7909"/>
                    <a:pt x="79472" y="8403"/>
                    <a:pt x="79498" y="8901"/>
                  </a:cubicBezTo>
                  <a:cubicBezTo>
                    <a:pt x="79525" y="9398"/>
                    <a:pt x="79591" y="9878"/>
                    <a:pt x="79697" y="10343"/>
                  </a:cubicBezTo>
                  <a:close/>
                  <a:moveTo>
                    <a:pt x="86460" y="11615"/>
                  </a:moveTo>
                  <a:lnTo>
                    <a:pt x="86360" y="11566"/>
                  </a:lnTo>
                  <a:cubicBezTo>
                    <a:pt x="86320" y="11546"/>
                    <a:pt x="86287" y="11523"/>
                    <a:pt x="86261" y="11496"/>
                  </a:cubicBezTo>
                  <a:lnTo>
                    <a:pt x="86261" y="955"/>
                  </a:lnTo>
                  <a:cubicBezTo>
                    <a:pt x="86168" y="703"/>
                    <a:pt x="86035" y="514"/>
                    <a:pt x="85863" y="388"/>
                  </a:cubicBezTo>
                  <a:cubicBezTo>
                    <a:pt x="85691" y="262"/>
                    <a:pt x="85492" y="199"/>
                    <a:pt x="85266" y="199"/>
                  </a:cubicBezTo>
                  <a:cubicBezTo>
                    <a:pt x="85041" y="199"/>
                    <a:pt x="84842" y="269"/>
                    <a:pt x="84670" y="408"/>
                  </a:cubicBezTo>
                  <a:cubicBezTo>
                    <a:pt x="84497" y="547"/>
                    <a:pt x="84378" y="749"/>
                    <a:pt x="84312" y="1014"/>
                  </a:cubicBezTo>
                  <a:lnTo>
                    <a:pt x="84312" y="11914"/>
                  </a:lnTo>
                  <a:cubicBezTo>
                    <a:pt x="84338" y="12073"/>
                    <a:pt x="84371" y="12199"/>
                    <a:pt x="84411" y="12292"/>
                  </a:cubicBezTo>
                  <a:cubicBezTo>
                    <a:pt x="84451" y="12385"/>
                    <a:pt x="84530" y="12484"/>
                    <a:pt x="84650" y="12590"/>
                  </a:cubicBezTo>
                  <a:lnTo>
                    <a:pt x="85505" y="13147"/>
                  </a:lnTo>
                  <a:cubicBezTo>
                    <a:pt x="85704" y="13253"/>
                    <a:pt x="85893" y="13303"/>
                    <a:pt x="86072" y="13296"/>
                  </a:cubicBezTo>
                  <a:cubicBezTo>
                    <a:pt x="86251" y="13290"/>
                    <a:pt x="86407" y="13246"/>
                    <a:pt x="86539" y="13167"/>
                  </a:cubicBezTo>
                  <a:cubicBezTo>
                    <a:pt x="86672" y="13087"/>
                    <a:pt x="86778" y="12981"/>
                    <a:pt x="86857" y="12849"/>
                  </a:cubicBezTo>
                  <a:cubicBezTo>
                    <a:pt x="86937" y="12716"/>
                    <a:pt x="86977" y="12570"/>
                    <a:pt x="86977" y="12411"/>
                  </a:cubicBezTo>
                  <a:cubicBezTo>
                    <a:pt x="86977" y="12133"/>
                    <a:pt x="86804" y="11867"/>
                    <a:pt x="86460" y="11615"/>
                  </a:cubicBezTo>
                  <a:close/>
                  <a:moveTo>
                    <a:pt x="104320" y="11755"/>
                  </a:moveTo>
                  <a:cubicBezTo>
                    <a:pt x="104347" y="11728"/>
                    <a:pt x="104330" y="11669"/>
                    <a:pt x="104271" y="11576"/>
                  </a:cubicBezTo>
                  <a:cubicBezTo>
                    <a:pt x="104211" y="11483"/>
                    <a:pt x="104135" y="11364"/>
                    <a:pt x="104042" y="11218"/>
                  </a:cubicBezTo>
                  <a:lnTo>
                    <a:pt x="104062" y="11218"/>
                  </a:lnTo>
                  <a:cubicBezTo>
                    <a:pt x="103956" y="11059"/>
                    <a:pt x="103853" y="10880"/>
                    <a:pt x="103754" y="10681"/>
                  </a:cubicBezTo>
                  <a:cubicBezTo>
                    <a:pt x="103654" y="10482"/>
                    <a:pt x="103591" y="10309"/>
                    <a:pt x="103565" y="10164"/>
                  </a:cubicBezTo>
                  <a:cubicBezTo>
                    <a:pt x="103498" y="9686"/>
                    <a:pt x="103452" y="9199"/>
                    <a:pt x="103425" y="8702"/>
                  </a:cubicBezTo>
                  <a:cubicBezTo>
                    <a:pt x="103399" y="8204"/>
                    <a:pt x="103386" y="7724"/>
                    <a:pt x="103386" y="7260"/>
                  </a:cubicBezTo>
                  <a:lnTo>
                    <a:pt x="103386" y="6922"/>
                  </a:lnTo>
                  <a:cubicBezTo>
                    <a:pt x="103386" y="6802"/>
                    <a:pt x="103389" y="6653"/>
                    <a:pt x="103396" y="6474"/>
                  </a:cubicBezTo>
                  <a:cubicBezTo>
                    <a:pt x="103402" y="6295"/>
                    <a:pt x="103406" y="6073"/>
                    <a:pt x="103406" y="5808"/>
                  </a:cubicBezTo>
                  <a:lnTo>
                    <a:pt x="103406" y="4813"/>
                  </a:lnTo>
                  <a:cubicBezTo>
                    <a:pt x="103260" y="4429"/>
                    <a:pt x="103024" y="4187"/>
                    <a:pt x="102699" y="4087"/>
                  </a:cubicBezTo>
                  <a:cubicBezTo>
                    <a:pt x="102375" y="3988"/>
                    <a:pt x="102007" y="3938"/>
                    <a:pt x="101596" y="3938"/>
                  </a:cubicBezTo>
                  <a:cubicBezTo>
                    <a:pt x="101383" y="3938"/>
                    <a:pt x="101165" y="3955"/>
                    <a:pt x="100939" y="3988"/>
                  </a:cubicBezTo>
                  <a:cubicBezTo>
                    <a:pt x="100714" y="4021"/>
                    <a:pt x="100495" y="4067"/>
                    <a:pt x="100283" y="4127"/>
                  </a:cubicBezTo>
                  <a:cubicBezTo>
                    <a:pt x="100071" y="4187"/>
                    <a:pt x="99882" y="4250"/>
                    <a:pt x="99716" y="4316"/>
                  </a:cubicBezTo>
                  <a:cubicBezTo>
                    <a:pt x="99550" y="4382"/>
                    <a:pt x="99421" y="4442"/>
                    <a:pt x="99328" y="4495"/>
                  </a:cubicBezTo>
                  <a:cubicBezTo>
                    <a:pt x="98891" y="4773"/>
                    <a:pt x="98483" y="5092"/>
                    <a:pt x="98105" y="5450"/>
                  </a:cubicBezTo>
                  <a:cubicBezTo>
                    <a:pt x="97727" y="5808"/>
                    <a:pt x="97392" y="6202"/>
                    <a:pt x="97101" y="6633"/>
                  </a:cubicBezTo>
                  <a:cubicBezTo>
                    <a:pt x="96809" y="7064"/>
                    <a:pt x="96580" y="7528"/>
                    <a:pt x="96414" y="8025"/>
                  </a:cubicBezTo>
                  <a:cubicBezTo>
                    <a:pt x="96249" y="8523"/>
                    <a:pt x="96166" y="9050"/>
                    <a:pt x="96166" y="9607"/>
                  </a:cubicBezTo>
                  <a:cubicBezTo>
                    <a:pt x="96166" y="10150"/>
                    <a:pt x="96272" y="10667"/>
                    <a:pt x="96484" y="11158"/>
                  </a:cubicBezTo>
                  <a:cubicBezTo>
                    <a:pt x="96696" y="11649"/>
                    <a:pt x="97054" y="12073"/>
                    <a:pt x="97558" y="12431"/>
                  </a:cubicBezTo>
                  <a:cubicBezTo>
                    <a:pt x="97903" y="12656"/>
                    <a:pt x="98244" y="12806"/>
                    <a:pt x="98582" y="12878"/>
                  </a:cubicBezTo>
                  <a:cubicBezTo>
                    <a:pt x="98920" y="12951"/>
                    <a:pt x="99269" y="12988"/>
                    <a:pt x="99627" y="12988"/>
                  </a:cubicBezTo>
                  <a:cubicBezTo>
                    <a:pt x="100117" y="12988"/>
                    <a:pt x="100571" y="12938"/>
                    <a:pt x="100989" y="12839"/>
                  </a:cubicBezTo>
                  <a:cubicBezTo>
                    <a:pt x="101407" y="12739"/>
                    <a:pt x="101854" y="12510"/>
                    <a:pt x="102331" y="12152"/>
                  </a:cubicBezTo>
                  <a:cubicBezTo>
                    <a:pt x="102398" y="12259"/>
                    <a:pt x="102481" y="12368"/>
                    <a:pt x="102580" y="12481"/>
                  </a:cubicBezTo>
                  <a:cubicBezTo>
                    <a:pt x="102680" y="12593"/>
                    <a:pt x="102782" y="12703"/>
                    <a:pt x="102888" y="12809"/>
                  </a:cubicBezTo>
                  <a:cubicBezTo>
                    <a:pt x="103127" y="12928"/>
                    <a:pt x="103352" y="12978"/>
                    <a:pt x="103565" y="12958"/>
                  </a:cubicBezTo>
                  <a:cubicBezTo>
                    <a:pt x="103777" y="12938"/>
                    <a:pt x="103952" y="12872"/>
                    <a:pt x="104092" y="12759"/>
                  </a:cubicBezTo>
                  <a:cubicBezTo>
                    <a:pt x="104231" y="12646"/>
                    <a:pt x="104324" y="12501"/>
                    <a:pt x="104370" y="12322"/>
                  </a:cubicBezTo>
                  <a:cubicBezTo>
                    <a:pt x="104417" y="12143"/>
                    <a:pt x="104400" y="11954"/>
                    <a:pt x="104320" y="11755"/>
                  </a:cubicBezTo>
                  <a:close/>
                  <a:moveTo>
                    <a:pt x="101635" y="10343"/>
                  </a:moveTo>
                  <a:cubicBezTo>
                    <a:pt x="101185" y="10714"/>
                    <a:pt x="100813" y="10986"/>
                    <a:pt x="100522" y="11158"/>
                  </a:cubicBezTo>
                  <a:cubicBezTo>
                    <a:pt x="100283" y="11238"/>
                    <a:pt x="100034" y="11277"/>
                    <a:pt x="99776" y="11277"/>
                  </a:cubicBezTo>
                  <a:cubicBezTo>
                    <a:pt x="99517" y="11277"/>
                    <a:pt x="99275" y="11228"/>
                    <a:pt x="99050" y="11128"/>
                  </a:cubicBezTo>
                  <a:cubicBezTo>
                    <a:pt x="98824" y="11029"/>
                    <a:pt x="98629" y="10883"/>
                    <a:pt x="98463" y="10691"/>
                  </a:cubicBezTo>
                  <a:cubicBezTo>
                    <a:pt x="98297" y="10498"/>
                    <a:pt x="98194" y="10256"/>
                    <a:pt x="98155" y="9965"/>
                  </a:cubicBezTo>
                  <a:cubicBezTo>
                    <a:pt x="98088" y="9593"/>
                    <a:pt x="98098" y="9212"/>
                    <a:pt x="98185" y="8821"/>
                  </a:cubicBezTo>
                  <a:cubicBezTo>
                    <a:pt x="98271" y="8430"/>
                    <a:pt x="98407" y="8055"/>
                    <a:pt x="98592" y="7697"/>
                  </a:cubicBezTo>
                  <a:cubicBezTo>
                    <a:pt x="98778" y="7339"/>
                    <a:pt x="99013" y="7014"/>
                    <a:pt x="99298" y="6723"/>
                  </a:cubicBezTo>
                  <a:cubicBezTo>
                    <a:pt x="99583" y="6431"/>
                    <a:pt x="99905" y="6206"/>
                    <a:pt x="100263" y="6046"/>
                  </a:cubicBezTo>
                  <a:cubicBezTo>
                    <a:pt x="100356" y="6007"/>
                    <a:pt x="100518" y="5940"/>
                    <a:pt x="100750" y="5848"/>
                  </a:cubicBezTo>
                  <a:cubicBezTo>
                    <a:pt x="100982" y="5755"/>
                    <a:pt x="101211" y="5695"/>
                    <a:pt x="101436" y="5669"/>
                  </a:cubicBezTo>
                  <a:cubicBezTo>
                    <a:pt x="101436" y="5934"/>
                    <a:pt x="101430" y="6206"/>
                    <a:pt x="101417" y="6484"/>
                  </a:cubicBezTo>
                  <a:cubicBezTo>
                    <a:pt x="101403" y="6762"/>
                    <a:pt x="101397" y="7074"/>
                    <a:pt x="101397" y="7419"/>
                  </a:cubicBezTo>
                  <a:cubicBezTo>
                    <a:pt x="101397" y="7909"/>
                    <a:pt x="101410" y="8403"/>
                    <a:pt x="101436" y="8901"/>
                  </a:cubicBezTo>
                  <a:cubicBezTo>
                    <a:pt x="101463" y="9398"/>
                    <a:pt x="101529" y="9878"/>
                    <a:pt x="101635" y="10343"/>
                  </a:cubicBezTo>
                  <a:close/>
                  <a:moveTo>
                    <a:pt x="106091" y="15772"/>
                  </a:moveTo>
                  <a:cubicBezTo>
                    <a:pt x="106130" y="16157"/>
                    <a:pt x="106323" y="16469"/>
                    <a:pt x="106667" y="16707"/>
                  </a:cubicBezTo>
                  <a:cubicBezTo>
                    <a:pt x="107012" y="16946"/>
                    <a:pt x="107417" y="17135"/>
                    <a:pt x="107881" y="17274"/>
                  </a:cubicBezTo>
                  <a:cubicBezTo>
                    <a:pt x="108345" y="17413"/>
                    <a:pt x="108812" y="17499"/>
                    <a:pt x="109283" y="17533"/>
                  </a:cubicBezTo>
                  <a:cubicBezTo>
                    <a:pt x="109754" y="17566"/>
                    <a:pt x="110141" y="17562"/>
                    <a:pt x="110446" y="17523"/>
                  </a:cubicBezTo>
                  <a:cubicBezTo>
                    <a:pt x="110751" y="17496"/>
                    <a:pt x="111056" y="17420"/>
                    <a:pt x="111361" y="17294"/>
                  </a:cubicBezTo>
                  <a:cubicBezTo>
                    <a:pt x="111666" y="17168"/>
                    <a:pt x="111945" y="17025"/>
                    <a:pt x="112197" y="16866"/>
                  </a:cubicBezTo>
                  <a:cubicBezTo>
                    <a:pt x="112820" y="16455"/>
                    <a:pt x="113241" y="15994"/>
                    <a:pt x="113460" y="15484"/>
                  </a:cubicBezTo>
                  <a:cubicBezTo>
                    <a:pt x="113678" y="14973"/>
                    <a:pt x="113788" y="14367"/>
                    <a:pt x="113788" y="13664"/>
                  </a:cubicBezTo>
                  <a:lnTo>
                    <a:pt x="113788" y="5330"/>
                  </a:lnTo>
                  <a:cubicBezTo>
                    <a:pt x="113722" y="5065"/>
                    <a:pt x="113596" y="4870"/>
                    <a:pt x="113410" y="4744"/>
                  </a:cubicBezTo>
                  <a:cubicBezTo>
                    <a:pt x="113224" y="4618"/>
                    <a:pt x="113019" y="4555"/>
                    <a:pt x="112793" y="4555"/>
                  </a:cubicBezTo>
                  <a:cubicBezTo>
                    <a:pt x="112462" y="4555"/>
                    <a:pt x="112203" y="4687"/>
                    <a:pt x="112018" y="4952"/>
                  </a:cubicBezTo>
                  <a:cubicBezTo>
                    <a:pt x="111673" y="4727"/>
                    <a:pt x="111318" y="4538"/>
                    <a:pt x="110954" y="4386"/>
                  </a:cubicBezTo>
                  <a:cubicBezTo>
                    <a:pt x="110589" y="4233"/>
                    <a:pt x="110181" y="4157"/>
                    <a:pt x="109730" y="4157"/>
                  </a:cubicBezTo>
                  <a:cubicBezTo>
                    <a:pt x="109319" y="4157"/>
                    <a:pt x="108922" y="4227"/>
                    <a:pt x="108537" y="4366"/>
                  </a:cubicBezTo>
                  <a:cubicBezTo>
                    <a:pt x="108152" y="4505"/>
                    <a:pt x="107791" y="4694"/>
                    <a:pt x="107453" y="4933"/>
                  </a:cubicBezTo>
                  <a:cubicBezTo>
                    <a:pt x="107115" y="5171"/>
                    <a:pt x="106817" y="5456"/>
                    <a:pt x="106558" y="5788"/>
                  </a:cubicBezTo>
                  <a:cubicBezTo>
                    <a:pt x="106299" y="6119"/>
                    <a:pt x="106097" y="6471"/>
                    <a:pt x="105951" y="6842"/>
                  </a:cubicBezTo>
                  <a:cubicBezTo>
                    <a:pt x="105832" y="7147"/>
                    <a:pt x="105746" y="7459"/>
                    <a:pt x="105693" y="7777"/>
                  </a:cubicBezTo>
                  <a:cubicBezTo>
                    <a:pt x="105640" y="8095"/>
                    <a:pt x="105613" y="8407"/>
                    <a:pt x="105613" y="8712"/>
                  </a:cubicBezTo>
                  <a:cubicBezTo>
                    <a:pt x="105613" y="9255"/>
                    <a:pt x="105709" y="9789"/>
                    <a:pt x="105902" y="10313"/>
                  </a:cubicBezTo>
                  <a:cubicBezTo>
                    <a:pt x="106094" y="10836"/>
                    <a:pt x="106362" y="11307"/>
                    <a:pt x="106707" y="11725"/>
                  </a:cubicBezTo>
                  <a:cubicBezTo>
                    <a:pt x="107052" y="12143"/>
                    <a:pt x="107473" y="12481"/>
                    <a:pt x="107970" y="12739"/>
                  </a:cubicBezTo>
                  <a:cubicBezTo>
                    <a:pt x="108467" y="12998"/>
                    <a:pt x="109014" y="13127"/>
                    <a:pt x="109611" y="13127"/>
                  </a:cubicBezTo>
                  <a:cubicBezTo>
                    <a:pt x="109823" y="13127"/>
                    <a:pt x="110035" y="13110"/>
                    <a:pt x="110248" y="13077"/>
                  </a:cubicBezTo>
                  <a:cubicBezTo>
                    <a:pt x="110460" y="13044"/>
                    <a:pt x="110725" y="12988"/>
                    <a:pt x="111043" y="12908"/>
                  </a:cubicBezTo>
                  <a:lnTo>
                    <a:pt x="111839" y="12650"/>
                  </a:lnTo>
                  <a:lnTo>
                    <a:pt x="111839" y="13724"/>
                  </a:lnTo>
                  <a:cubicBezTo>
                    <a:pt x="111839" y="14400"/>
                    <a:pt x="111676" y="14914"/>
                    <a:pt x="111351" y="15265"/>
                  </a:cubicBezTo>
                  <a:cubicBezTo>
                    <a:pt x="111027" y="15617"/>
                    <a:pt x="110486" y="15792"/>
                    <a:pt x="109730" y="15792"/>
                  </a:cubicBezTo>
                  <a:cubicBezTo>
                    <a:pt x="109028" y="15792"/>
                    <a:pt x="108292" y="15540"/>
                    <a:pt x="107523" y="15036"/>
                  </a:cubicBezTo>
                  <a:cubicBezTo>
                    <a:pt x="107098" y="14904"/>
                    <a:pt x="106754" y="14924"/>
                    <a:pt x="106488" y="15096"/>
                  </a:cubicBezTo>
                  <a:cubicBezTo>
                    <a:pt x="106223" y="15269"/>
                    <a:pt x="106091" y="15494"/>
                    <a:pt x="106091" y="15772"/>
                  </a:cubicBezTo>
                  <a:close/>
                  <a:moveTo>
                    <a:pt x="111839" y="10541"/>
                  </a:moveTo>
                  <a:cubicBezTo>
                    <a:pt x="111109" y="11085"/>
                    <a:pt x="110440" y="11357"/>
                    <a:pt x="109830" y="11357"/>
                  </a:cubicBezTo>
                  <a:cubicBezTo>
                    <a:pt x="109525" y="11357"/>
                    <a:pt x="109233" y="11294"/>
                    <a:pt x="108955" y="11168"/>
                  </a:cubicBezTo>
                  <a:cubicBezTo>
                    <a:pt x="108676" y="11042"/>
                    <a:pt x="108434" y="10863"/>
                    <a:pt x="108229" y="10631"/>
                  </a:cubicBezTo>
                  <a:cubicBezTo>
                    <a:pt x="108023" y="10399"/>
                    <a:pt x="107861" y="10114"/>
                    <a:pt x="107741" y="9776"/>
                  </a:cubicBezTo>
                  <a:cubicBezTo>
                    <a:pt x="107622" y="9438"/>
                    <a:pt x="107562" y="9056"/>
                    <a:pt x="107562" y="8632"/>
                  </a:cubicBezTo>
                  <a:cubicBezTo>
                    <a:pt x="107562" y="8433"/>
                    <a:pt x="107586" y="8175"/>
                    <a:pt x="107632" y="7856"/>
                  </a:cubicBezTo>
                  <a:cubicBezTo>
                    <a:pt x="107678" y="7538"/>
                    <a:pt x="107788" y="7230"/>
                    <a:pt x="107960" y="6931"/>
                  </a:cubicBezTo>
                  <a:cubicBezTo>
                    <a:pt x="108133" y="6633"/>
                    <a:pt x="108381" y="6385"/>
                    <a:pt x="108706" y="6186"/>
                  </a:cubicBezTo>
                  <a:cubicBezTo>
                    <a:pt x="109031" y="5987"/>
                    <a:pt x="109465" y="5907"/>
                    <a:pt x="110009" y="5947"/>
                  </a:cubicBezTo>
                  <a:cubicBezTo>
                    <a:pt x="110354" y="5973"/>
                    <a:pt x="110675" y="6106"/>
                    <a:pt x="110973" y="6345"/>
                  </a:cubicBezTo>
                  <a:cubicBezTo>
                    <a:pt x="111272" y="6583"/>
                    <a:pt x="111554" y="6822"/>
                    <a:pt x="111819" y="7061"/>
                  </a:cubicBezTo>
                  <a:cubicBezTo>
                    <a:pt x="111819" y="7657"/>
                    <a:pt x="111822" y="8238"/>
                    <a:pt x="111829" y="8801"/>
                  </a:cubicBezTo>
                  <a:cubicBezTo>
                    <a:pt x="111835" y="9365"/>
                    <a:pt x="111839" y="9945"/>
                    <a:pt x="111839" y="10541"/>
                  </a:cubicBezTo>
                  <a:close/>
                  <a:moveTo>
                    <a:pt x="122122" y="10243"/>
                  </a:moveTo>
                  <a:cubicBezTo>
                    <a:pt x="121737" y="10482"/>
                    <a:pt x="121316" y="10710"/>
                    <a:pt x="120859" y="10929"/>
                  </a:cubicBezTo>
                  <a:cubicBezTo>
                    <a:pt x="120401" y="11148"/>
                    <a:pt x="119960" y="11271"/>
                    <a:pt x="119536" y="11297"/>
                  </a:cubicBezTo>
                  <a:cubicBezTo>
                    <a:pt x="119032" y="11337"/>
                    <a:pt x="118608" y="11244"/>
                    <a:pt x="118263" y="11019"/>
                  </a:cubicBezTo>
                  <a:cubicBezTo>
                    <a:pt x="117918" y="10793"/>
                    <a:pt x="117653" y="10488"/>
                    <a:pt x="117467" y="10104"/>
                  </a:cubicBezTo>
                  <a:cubicBezTo>
                    <a:pt x="117494" y="10104"/>
                    <a:pt x="117564" y="10091"/>
                    <a:pt x="117676" y="10064"/>
                  </a:cubicBezTo>
                  <a:cubicBezTo>
                    <a:pt x="117789" y="10038"/>
                    <a:pt x="118051" y="9971"/>
                    <a:pt x="118462" y="9865"/>
                  </a:cubicBezTo>
                  <a:cubicBezTo>
                    <a:pt x="118846" y="9772"/>
                    <a:pt x="119257" y="9666"/>
                    <a:pt x="119695" y="9547"/>
                  </a:cubicBezTo>
                  <a:cubicBezTo>
                    <a:pt x="120133" y="9428"/>
                    <a:pt x="120557" y="9282"/>
                    <a:pt x="120968" y="9109"/>
                  </a:cubicBezTo>
                  <a:cubicBezTo>
                    <a:pt x="121379" y="8937"/>
                    <a:pt x="121757" y="8735"/>
                    <a:pt x="122102" y="8503"/>
                  </a:cubicBezTo>
                  <a:cubicBezTo>
                    <a:pt x="122446" y="8271"/>
                    <a:pt x="122718" y="7996"/>
                    <a:pt x="122917" y="7677"/>
                  </a:cubicBezTo>
                  <a:cubicBezTo>
                    <a:pt x="123023" y="7518"/>
                    <a:pt x="123096" y="7352"/>
                    <a:pt x="123136" y="7180"/>
                  </a:cubicBezTo>
                  <a:cubicBezTo>
                    <a:pt x="123176" y="7008"/>
                    <a:pt x="123196" y="6829"/>
                    <a:pt x="123196" y="6643"/>
                  </a:cubicBezTo>
                  <a:cubicBezTo>
                    <a:pt x="123196" y="6365"/>
                    <a:pt x="123143" y="6086"/>
                    <a:pt x="123036" y="5808"/>
                  </a:cubicBezTo>
                  <a:cubicBezTo>
                    <a:pt x="122930" y="5529"/>
                    <a:pt x="122785" y="5274"/>
                    <a:pt x="122599" y="5042"/>
                  </a:cubicBezTo>
                  <a:cubicBezTo>
                    <a:pt x="122413" y="4810"/>
                    <a:pt x="122194" y="4611"/>
                    <a:pt x="121943" y="4445"/>
                  </a:cubicBezTo>
                  <a:cubicBezTo>
                    <a:pt x="121691" y="4280"/>
                    <a:pt x="121419" y="4164"/>
                    <a:pt x="121127" y="4097"/>
                  </a:cubicBezTo>
                  <a:cubicBezTo>
                    <a:pt x="120822" y="4031"/>
                    <a:pt x="120510" y="3998"/>
                    <a:pt x="120192" y="3998"/>
                  </a:cubicBezTo>
                  <a:cubicBezTo>
                    <a:pt x="119596" y="3998"/>
                    <a:pt x="119019" y="4097"/>
                    <a:pt x="118462" y="4296"/>
                  </a:cubicBezTo>
                  <a:cubicBezTo>
                    <a:pt x="117905" y="4495"/>
                    <a:pt x="117388" y="4760"/>
                    <a:pt x="116910" y="5092"/>
                  </a:cubicBezTo>
                  <a:cubicBezTo>
                    <a:pt x="116314" y="5490"/>
                    <a:pt x="115880" y="6007"/>
                    <a:pt x="115608" y="6643"/>
                  </a:cubicBezTo>
                  <a:cubicBezTo>
                    <a:pt x="115336" y="7280"/>
                    <a:pt x="115200" y="7943"/>
                    <a:pt x="115200" y="8632"/>
                  </a:cubicBezTo>
                  <a:cubicBezTo>
                    <a:pt x="115200" y="9335"/>
                    <a:pt x="115356" y="10021"/>
                    <a:pt x="115667" y="10691"/>
                  </a:cubicBezTo>
                  <a:cubicBezTo>
                    <a:pt x="115979" y="11360"/>
                    <a:pt x="116413" y="11901"/>
                    <a:pt x="116970" y="12312"/>
                  </a:cubicBezTo>
                  <a:cubicBezTo>
                    <a:pt x="117315" y="12550"/>
                    <a:pt x="117686" y="12726"/>
                    <a:pt x="118084" y="12839"/>
                  </a:cubicBezTo>
                  <a:cubicBezTo>
                    <a:pt x="118482" y="12951"/>
                    <a:pt x="118873" y="13008"/>
                    <a:pt x="119257" y="13008"/>
                  </a:cubicBezTo>
                  <a:cubicBezTo>
                    <a:pt x="119907" y="13008"/>
                    <a:pt x="120554" y="12892"/>
                    <a:pt x="121197" y="12660"/>
                  </a:cubicBezTo>
                  <a:cubicBezTo>
                    <a:pt x="121840" y="12428"/>
                    <a:pt x="122440" y="12146"/>
                    <a:pt x="122997" y="11814"/>
                  </a:cubicBezTo>
                  <a:cubicBezTo>
                    <a:pt x="123196" y="11695"/>
                    <a:pt x="123341" y="11566"/>
                    <a:pt x="123434" y="11427"/>
                  </a:cubicBezTo>
                  <a:cubicBezTo>
                    <a:pt x="123527" y="11287"/>
                    <a:pt x="123573" y="11145"/>
                    <a:pt x="123573" y="10999"/>
                  </a:cubicBezTo>
                  <a:cubicBezTo>
                    <a:pt x="123573" y="10853"/>
                    <a:pt x="123537" y="10717"/>
                    <a:pt x="123464" y="10591"/>
                  </a:cubicBezTo>
                  <a:cubicBezTo>
                    <a:pt x="123391" y="10465"/>
                    <a:pt x="123292" y="10362"/>
                    <a:pt x="123166" y="10283"/>
                  </a:cubicBezTo>
                  <a:cubicBezTo>
                    <a:pt x="123040" y="10203"/>
                    <a:pt x="122887" y="10157"/>
                    <a:pt x="122708" y="10144"/>
                  </a:cubicBezTo>
                  <a:cubicBezTo>
                    <a:pt x="122529" y="10130"/>
                    <a:pt x="122334" y="10164"/>
                    <a:pt x="122122" y="10243"/>
                  </a:cubicBezTo>
                  <a:close/>
                  <a:moveTo>
                    <a:pt x="118462" y="6245"/>
                  </a:moveTo>
                  <a:cubicBezTo>
                    <a:pt x="118687" y="6139"/>
                    <a:pt x="118972" y="6030"/>
                    <a:pt x="119317" y="5917"/>
                  </a:cubicBezTo>
                  <a:cubicBezTo>
                    <a:pt x="119662" y="5804"/>
                    <a:pt x="119987" y="5748"/>
                    <a:pt x="120292" y="5748"/>
                  </a:cubicBezTo>
                  <a:cubicBezTo>
                    <a:pt x="120570" y="5748"/>
                    <a:pt x="120809" y="5821"/>
                    <a:pt x="121008" y="5967"/>
                  </a:cubicBezTo>
                  <a:cubicBezTo>
                    <a:pt x="121207" y="6113"/>
                    <a:pt x="121293" y="6378"/>
                    <a:pt x="121266" y="6762"/>
                  </a:cubicBezTo>
                  <a:cubicBezTo>
                    <a:pt x="121187" y="6922"/>
                    <a:pt x="121031" y="7067"/>
                    <a:pt x="120799" y="7200"/>
                  </a:cubicBezTo>
                  <a:cubicBezTo>
                    <a:pt x="120567" y="7333"/>
                    <a:pt x="120315" y="7449"/>
                    <a:pt x="120043" y="7548"/>
                  </a:cubicBezTo>
                  <a:cubicBezTo>
                    <a:pt x="119771" y="7648"/>
                    <a:pt x="119503" y="7734"/>
                    <a:pt x="119238" y="7807"/>
                  </a:cubicBezTo>
                  <a:cubicBezTo>
                    <a:pt x="118972" y="7880"/>
                    <a:pt x="118773" y="7936"/>
                    <a:pt x="118641" y="7976"/>
                  </a:cubicBezTo>
                  <a:cubicBezTo>
                    <a:pt x="118270" y="8082"/>
                    <a:pt x="117985" y="8165"/>
                    <a:pt x="117786" y="8224"/>
                  </a:cubicBezTo>
                  <a:cubicBezTo>
                    <a:pt x="117587" y="8284"/>
                    <a:pt x="117438" y="8327"/>
                    <a:pt x="117338" y="8354"/>
                  </a:cubicBezTo>
                  <a:cubicBezTo>
                    <a:pt x="117239" y="8380"/>
                    <a:pt x="117179" y="8397"/>
                    <a:pt x="117159" y="8403"/>
                  </a:cubicBezTo>
                  <a:lnTo>
                    <a:pt x="117129" y="8413"/>
                  </a:lnTo>
                  <a:cubicBezTo>
                    <a:pt x="117156" y="7949"/>
                    <a:pt x="117275" y="7528"/>
                    <a:pt x="117487" y="7150"/>
                  </a:cubicBezTo>
                  <a:cubicBezTo>
                    <a:pt x="117699" y="6772"/>
                    <a:pt x="118024" y="6471"/>
                    <a:pt x="118462" y="6245"/>
                  </a:cubicBezTo>
                  <a:close/>
                  <a:moveTo>
                    <a:pt x="132245" y="12033"/>
                  </a:moveTo>
                  <a:lnTo>
                    <a:pt x="132245" y="8413"/>
                  </a:lnTo>
                  <a:cubicBezTo>
                    <a:pt x="132245" y="8175"/>
                    <a:pt x="132259" y="7919"/>
                    <a:pt x="132285" y="7648"/>
                  </a:cubicBezTo>
                  <a:cubicBezTo>
                    <a:pt x="132312" y="7376"/>
                    <a:pt x="132325" y="7101"/>
                    <a:pt x="132325" y="6822"/>
                  </a:cubicBezTo>
                  <a:cubicBezTo>
                    <a:pt x="132325" y="6544"/>
                    <a:pt x="132305" y="6272"/>
                    <a:pt x="132265" y="6007"/>
                  </a:cubicBezTo>
                  <a:cubicBezTo>
                    <a:pt x="132225" y="5741"/>
                    <a:pt x="132139" y="5490"/>
                    <a:pt x="132007" y="5251"/>
                  </a:cubicBezTo>
                  <a:cubicBezTo>
                    <a:pt x="131728" y="4760"/>
                    <a:pt x="131360" y="4396"/>
                    <a:pt x="130903" y="4157"/>
                  </a:cubicBezTo>
                  <a:cubicBezTo>
                    <a:pt x="130445" y="3918"/>
                    <a:pt x="129965" y="3799"/>
                    <a:pt x="129461" y="3799"/>
                  </a:cubicBezTo>
                  <a:cubicBezTo>
                    <a:pt x="128997" y="3799"/>
                    <a:pt x="128546" y="3875"/>
                    <a:pt x="128108" y="4028"/>
                  </a:cubicBezTo>
                  <a:cubicBezTo>
                    <a:pt x="127671" y="4180"/>
                    <a:pt x="127260" y="4389"/>
                    <a:pt x="126875" y="4654"/>
                  </a:cubicBezTo>
                  <a:cubicBezTo>
                    <a:pt x="126809" y="4429"/>
                    <a:pt x="126683" y="4260"/>
                    <a:pt x="126497" y="4147"/>
                  </a:cubicBezTo>
                  <a:cubicBezTo>
                    <a:pt x="126312" y="4034"/>
                    <a:pt x="126126" y="3978"/>
                    <a:pt x="125940" y="3978"/>
                  </a:cubicBezTo>
                  <a:cubicBezTo>
                    <a:pt x="125715" y="3978"/>
                    <a:pt x="125513" y="4044"/>
                    <a:pt x="125334" y="4177"/>
                  </a:cubicBezTo>
                  <a:cubicBezTo>
                    <a:pt x="125155" y="4309"/>
                    <a:pt x="125032" y="4522"/>
                    <a:pt x="124966" y="4813"/>
                  </a:cubicBezTo>
                  <a:cubicBezTo>
                    <a:pt x="124966" y="5450"/>
                    <a:pt x="124969" y="6063"/>
                    <a:pt x="124976" y="6653"/>
                  </a:cubicBezTo>
                  <a:cubicBezTo>
                    <a:pt x="124982" y="7243"/>
                    <a:pt x="124986" y="7830"/>
                    <a:pt x="124986" y="8413"/>
                  </a:cubicBezTo>
                  <a:lnTo>
                    <a:pt x="124986" y="11993"/>
                  </a:lnTo>
                  <a:cubicBezTo>
                    <a:pt x="125025" y="12298"/>
                    <a:pt x="125141" y="12524"/>
                    <a:pt x="125334" y="12670"/>
                  </a:cubicBezTo>
                  <a:cubicBezTo>
                    <a:pt x="125526" y="12815"/>
                    <a:pt x="125735" y="12888"/>
                    <a:pt x="125960" y="12888"/>
                  </a:cubicBezTo>
                  <a:cubicBezTo>
                    <a:pt x="126199" y="12888"/>
                    <a:pt x="126418" y="12809"/>
                    <a:pt x="126617" y="12650"/>
                  </a:cubicBezTo>
                  <a:cubicBezTo>
                    <a:pt x="126815" y="12491"/>
                    <a:pt x="126922" y="12245"/>
                    <a:pt x="126935" y="11914"/>
                  </a:cubicBezTo>
                  <a:cubicBezTo>
                    <a:pt x="126922" y="11238"/>
                    <a:pt x="126915" y="10571"/>
                    <a:pt x="126915" y="9915"/>
                  </a:cubicBezTo>
                  <a:lnTo>
                    <a:pt x="126915" y="7916"/>
                  </a:lnTo>
                  <a:cubicBezTo>
                    <a:pt x="126941" y="7651"/>
                    <a:pt x="126985" y="7449"/>
                    <a:pt x="127044" y="7309"/>
                  </a:cubicBezTo>
                  <a:cubicBezTo>
                    <a:pt x="127104" y="7170"/>
                    <a:pt x="127187" y="7021"/>
                    <a:pt x="127293" y="6862"/>
                  </a:cubicBezTo>
                  <a:cubicBezTo>
                    <a:pt x="127598" y="6424"/>
                    <a:pt x="127939" y="6093"/>
                    <a:pt x="128317" y="5867"/>
                  </a:cubicBezTo>
                  <a:cubicBezTo>
                    <a:pt x="128695" y="5642"/>
                    <a:pt x="129083" y="5529"/>
                    <a:pt x="129481" y="5529"/>
                  </a:cubicBezTo>
                  <a:cubicBezTo>
                    <a:pt x="129719" y="5529"/>
                    <a:pt x="129895" y="5622"/>
                    <a:pt x="130008" y="5808"/>
                  </a:cubicBezTo>
                  <a:cubicBezTo>
                    <a:pt x="130120" y="5993"/>
                    <a:pt x="130197" y="6215"/>
                    <a:pt x="130236" y="6474"/>
                  </a:cubicBezTo>
                  <a:cubicBezTo>
                    <a:pt x="130276" y="6733"/>
                    <a:pt x="130290" y="6994"/>
                    <a:pt x="130276" y="7260"/>
                  </a:cubicBezTo>
                  <a:cubicBezTo>
                    <a:pt x="130263" y="7525"/>
                    <a:pt x="130256" y="7744"/>
                    <a:pt x="130256" y="7916"/>
                  </a:cubicBezTo>
                  <a:lnTo>
                    <a:pt x="130256" y="9756"/>
                  </a:lnTo>
                  <a:cubicBezTo>
                    <a:pt x="130256" y="10227"/>
                    <a:pt x="130260" y="10611"/>
                    <a:pt x="130266" y="10909"/>
                  </a:cubicBezTo>
                  <a:cubicBezTo>
                    <a:pt x="130273" y="11208"/>
                    <a:pt x="130276" y="11446"/>
                    <a:pt x="130276" y="11625"/>
                  </a:cubicBezTo>
                  <a:lnTo>
                    <a:pt x="130276" y="12113"/>
                  </a:lnTo>
                  <a:cubicBezTo>
                    <a:pt x="130316" y="12418"/>
                    <a:pt x="130432" y="12643"/>
                    <a:pt x="130624" y="12789"/>
                  </a:cubicBezTo>
                  <a:cubicBezTo>
                    <a:pt x="130817" y="12935"/>
                    <a:pt x="131032" y="13008"/>
                    <a:pt x="131271" y="13008"/>
                  </a:cubicBezTo>
                  <a:cubicBezTo>
                    <a:pt x="131496" y="13008"/>
                    <a:pt x="131712" y="12928"/>
                    <a:pt x="131917" y="12769"/>
                  </a:cubicBezTo>
                  <a:cubicBezTo>
                    <a:pt x="132123" y="12610"/>
                    <a:pt x="132232" y="12365"/>
                    <a:pt x="132245" y="12033"/>
                  </a:cubicBezTo>
                  <a:close/>
                  <a:moveTo>
                    <a:pt x="135408" y="5808"/>
                  </a:moveTo>
                  <a:lnTo>
                    <a:pt x="136402" y="5808"/>
                  </a:lnTo>
                  <a:lnTo>
                    <a:pt x="136402" y="8851"/>
                  </a:lnTo>
                  <a:cubicBezTo>
                    <a:pt x="136402" y="9381"/>
                    <a:pt x="136406" y="9915"/>
                    <a:pt x="136412" y="10452"/>
                  </a:cubicBezTo>
                  <a:cubicBezTo>
                    <a:pt x="136419" y="10989"/>
                    <a:pt x="136422" y="11509"/>
                    <a:pt x="136422" y="12013"/>
                  </a:cubicBezTo>
                  <a:cubicBezTo>
                    <a:pt x="136462" y="12318"/>
                    <a:pt x="136578" y="12544"/>
                    <a:pt x="136770" y="12690"/>
                  </a:cubicBezTo>
                  <a:cubicBezTo>
                    <a:pt x="136962" y="12835"/>
                    <a:pt x="137171" y="12908"/>
                    <a:pt x="137397" y="12908"/>
                  </a:cubicBezTo>
                  <a:cubicBezTo>
                    <a:pt x="137622" y="12908"/>
                    <a:pt x="137841" y="12829"/>
                    <a:pt x="138053" y="12670"/>
                  </a:cubicBezTo>
                  <a:cubicBezTo>
                    <a:pt x="138265" y="12510"/>
                    <a:pt x="138371" y="12265"/>
                    <a:pt x="138371" y="11934"/>
                  </a:cubicBezTo>
                  <a:cubicBezTo>
                    <a:pt x="138371" y="11523"/>
                    <a:pt x="138368" y="11112"/>
                    <a:pt x="138361" y="10701"/>
                  </a:cubicBezTo>
                  <a:cubicBezTo>
                    <a:pt x="138355" y="10290"/>
                    <a:pt x="138351" y="9878"/>
                    <a:pt x="138351" y="9467"/>
                  </a:cubicBezTo>
                  <a:lnTo>
                    <a:pt x="138351" y="5808"/>
                  </a:lnTo>
                  <a:lnTo>
                    <a:pt x="140042" y="5808"/>
                  </a:lnTo>
                  <a:cubicBezTo>
                    <a:pt x="140652" y="5649"/>
                    <a:pt x="140957" y="5357"/>
                    <a:pt x="140957" y="4933"/>
                  </a:cubicBezTo>
                  <a:cubicBezTo>
                    <a:pt x="140957" y="4747"/>
                    <a:pt x="140887" y="4575"/>
                    <a:pt x="140748" y="4415"/>
                  </a:cubicBezTo>
                  <a:cubicBezTo>
                    <a:pt x="140609" y="4256"/>
                    <a:pt x="140393" y="4137"/>
                    <a:pt x="140102" y="4057"/>
                  </a:cubicBezTo>
                  <a:lnTo>
                    <a:pt x="138351" y="4057"/>
                  </a:lnTo>
                  <a:lnTo>
                    <a:pt x="138351" y="955"/>
                  </a:lnTo>
                  <a:cubicBezTo>
                    <a:pt x="138285" y="690"/>
                    <a:pt x="138159" y="494"/>
                    <a:pt x="137973" y="368"/>
                  </a:cubicBezTo>
                  <a:cubicBezTo>
                    <a:pt x="137788" y="242"/>
                    <a:pt x="137589" y="179"/>
                    <a:pt x="137377" y="179"/>
                  </a:cubicBezTo>
                  <a:cubicBezTo>
                    <a:pt x="137151" y="179"/>
                    <a:pt x="136949" y="249"/>
                    <a:pt x="136770" y="388"/>
                  </a:cubicBezTo>
                  <a:cubicBezTo>
                    <a:pt x="136591" y="527"/>
                    <a:pt x="136469" y="736"/>
                    <a:pt x="136402" y="1014"/>
                  </a:cubicBezTo>
                  <a:lnTo>
                    <a:pt x="136402" y="4057"/>
                  </a:lnTo>
                  <a:lnTo>
                    <a:pt x="135487" y="4057"/>
                  </a:lnTo>
                  <a:cubicBezTo>
                    <a:pt x="135129" y="4057"/>
                    <a:pt x="134861" y="4150"/>
                    <a:pt x="134682" y="4336"/>
                  </a:cubicBezTo>
                  <a:cubicBezTo>
                    <a:pt x="134503" y="4522"/>
                    <a:pt x="134413" y="4720"/>
                    <a:pt x="134413" y="4933"/>
                  </a:cubicBezTo>
                  <a:cubicBezTo>
                    <a:pt x="134413" y="5145"/>
                    <a:pt x="134496" y="5330"/>
                    <a:pt x="134662" y="5490"/>
                  </a:cubicBezTo>
                  <a:cubicBezTo>
                    <a:pt x="134828" y="5649"/>
                    <a:pt x="135076" y="5755"/>
                    <a:pt x="135408" y="5808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49" name="interaction-loop"/>
          <p:cNvGrpSpPr/>
          <p:nvPr/>
        </p:nvGrpSpPr>
        <p:grpSpPr>
          <a:xfrm>
            <a:off x="2819400" y="627702"/>
            <a:ext cx="1037850" cy="763201"/>
            <a:chOff x="2819400" y="627702"/>
            <a:chExt cx="1037850" cy="763201"/>
          </a:xfrm>
        </p:grpSpPr>
        <p:sp>
          <p:nvSpPr>
            <p:cNvPr id="50" name="agent-ui-action-to-cockpit shaft" descr="agent-ui-action-to-cockpit shaft"/>
            <p:cNvSpPr/>
            <p:nvPr/>
          </p:nvSpPr>
          <p:spPr>
            <a:xfrm>
              <a:off x="2819400" y="749250"/>
              <a:ext cx="995193" cy="55500"/>
            </a:xfrm>
            <a:custGeom>
              <a:avLst/>
              <a:gdLst/>
              <a:ahLst/>
              <a:cxnLst/>
              <a:rect l="0" t="0" r="r" b="b"/>
              <a:pathLst>
                <a:path w="179314" h="10000">
                  <a:moveTo>
                    <a:pt x="0" y="10000"/>
                  </a:moveTo>
                  <a:cubicBezTo>
                    <a:pt x="51000" y="0"/>
                    <a:pt x="121000" y="2000"/>
                    <a:pt x="179314" y="5534"/>
                  </a:cubicBezTo>
                </a:path>
              </a:pathLst>
            </a:custGeom>
            <a:noFill/>
            <a:ln w="27750" cap="rnd" cmpd="sng">
              <a:solidFill>
                <a:srgbClr val="56A6E2"/>
              </a:solidFill>
              <a:round/>
            </a:ln>
            <a:effectLst/>
          </p:spPr>
        </p:sp>
        <p:sp>
          <p:nvSpPr>
            <p:cNvPr id="51" name="agent-ui-action-to-cockpit head" descr="agent-ui-action-to-cockpit head"/>
            <p:cNvSpPr/>
            <p:nvPr/>
          </p:nvSpPr>
          <p:spPr>
            <a:xfrm>
              <a:off x="3777342" y="739071"/>
              <a:ext cx="79908" cy="77558"/>
            </a:xfrm>
            <a:custGeom>
              <a:avLst/>
              <a:gdLst/>
              <a:ahLst/>
              <a:cxnLst/>
              <a:rect l="0" t="0" r="r" b="b"/>
              <a:pathLst>
                <a:path w="14398" h="13974">
                  <a:moveTo>
                    <a:pt x="14398" y="7834"/>
                  </a:moveTo>
                  <a:lnTo>
                    <a:pt x="0" y="13974"/>
                  </a:lnTo>
                  <a:lnTo>
                    <a:pt x="847" y="0"/>
                  </a:lnTo>
                  <a:close/>
                </a:path>
              </a:pathLst>
            </a:custGeom>
            <a:solidFill>
              <a:srgbClr val="56A6E2"/>
            </a:solidFill>
            <a:ln w="5550" cap="rnd" cmpd="sng">
              <a:noFill/>
              <a:round/>
            </a:ln>
            <a:effectLst/>
          </p:spPr>
        </p:sp>
        <p:sp>
          <p:nvSpPr>
            <p:cNvPr id="52" name="ui-action-label" descr="UI actions"/>
            <p:cNvSpPr/>
            <p:nvPr/>
          </p:nvSpPr>
          <p:spPr>
            <a:xfrm>
              <a:off x="3085831" y="627702"/>
              <a:ext cx="503486" cy="80828"/>
            </a:xfrm>
            <a:custGeom>
              <a:avLst/>
              <a:gdLst/>
              <a:ahLst/>
              <a:cxnLst/>
              <a:rect l="0" t="0" r="r" b="b"/>
              <a:pathLst>
                <a:path w="90718" h="14564">
                  <a:moveTo>
                    <a:pt x="8464" y="1459"/>
                  </a:moveTo>
                  <a:cubicBezTo>
                    <a:pt x="8464" y="1665"/>
                    <a:pt x="8457" y="1882"/>
                    <a:pt x="8442" y="2110"/>
                  </a:cubicBezTo>
                  <a:cubicBezTo>
                    <a:pt x="8427" y="2339"/>
                    <a:pt x="8420" y="2556"/>
                    <a:pt x="8420" y="2762"/>
                  </a:cubicBezTo>
                  <a:cubicBezTo>
                    <a:pt x="8405" y="3455"/>
                    <a:pt x="8383" y="4228"/>
                    <a:pt x="8354" y="5083"/>
                  </a:cubicBezTo>
                  <a:cubicBezTo>
                    <a:pt x="8324" y="5937"/>
                    <a:pt x="8276" y="6766"/>
                    <a:pt x="8210" y="7569"/>
                  </a:cubicBezTo>
                  <a:cubicBezTo>
                    <a:pt x="8144" y="8372"/>
                    <a:pt x="8048" y="9090"/>
                    <a:pt x="7923" y="9724"/>
                  </a:cubicBezTo>
                  <a:cubicBezTo>
                    <a:pt x="7797" y="10357"/>
                    <a:pt x="7632" y="10807"/>
                    <a:pt x="7425" y="11072"/>
                  </a:cubicBezTo>
                  <a:cubicBezTo>
                    <a:pt x="7087" y="11470"/>
                    <a:pt x="6726" y="11761"/>
                    <a:pt x="6343" y="11945"/>
                  </a:cubicBezTo>
                  <a:cubicBezTo>
                    <a:pt x="5959" y="12129"/>
                    <a:pt x="5562" y="12221"/>
                    <a:pt x="5149" y="12221"/>
                  </a:cubicBezTo>
                  <a:cubicBezTo>
                    <a:pt x="4810" y="12221"/>
                    <a:pt x="4460" y="12166"/>
                    <a:pt x="4099" y="12055"/>
                  </a:cubicBezTo>
                  <a:cubicBezTo>
                    <a:pt x="3738" y="11945"/>
                    <a:pt x="3411" y="11735"/>
                    <a:pt x="3116" y="11425"/>
                  </a:cubicBezTo>
                  <a:cubicBezTo>
                    <a:pt x="2910" y="11234"/>
                    <a:pt x="2748" y="10943"/>
                    <a:pt x="2630" y="10552"/>
                  </a:cubicBezTo>
                  <a:cubicBezTo>
                    <a:pt x="2512" y="10162"/>
                    <a:pt x="2416" y="9713"/>
                    <a:pt x="2343" y="9204"/>
                  </a:cubicBezTo>
                  <a:cubicBezTo>
                    <a:pt x="2269" y="8696"/>
                    <a:pt x="2221" y="8144"/>
                    <a:pt x="2199" y="7547"/>
                  </a:cubicBezTo>
                  <a:cubicBezTo>
                    <a:pt x="2177" y="6950"/>
                    <a:pt x="2166" y="6350"/>
                    <a:pt x="2166" y="5746"/>
                  </a:cubicBezTo>
                  <a:cubicBezTo>
                    <a:pt x="2166" y="5348"/>
                    <a:pt x="2169" y="4924"/>
                    <a:pt x="2177" y="4475"/>
                  </a:cubicBezTo>
                  <a:cubicBezTo>
                    <a:pt x="2184" y="4026"/>
                    <a:pt x="2195" y="3617"/>
                    <a:pt x="2210" y="3249"/>
                  </a:cubicBezTo>
                  <a:cubicBezTo>
                    <a:pt x="2225" y="2924"/>
                    <a:pt x="2232" y="2611"/>
                    <a:pt x="2232" y="2309"/>
                  </a:cubicBezTo>
                  <a:lnTo>
                    <a:pt x="2232" y="1481"/>
                  </a:lnTo>
                  <a:cubicBezTo>
                    <a:pt x="2158" y="1186"/>
                    <a:pt x="2015" y="969"/>
                    <a:pt x="1801" y="829"/>
                  </a:cubicBezTo>
                  <a:cubicBezTo>
                    <a:pt x="1587" y="689"/>
                    <a:pt x="1363" y="619"/>
                    <a:pt x="1127" y="619"/>
                  </a:cubicBezTo>
                  <a:cubicBezTo>
                    <a:pt x="877" y="619"/>
                    <a:pt x="652" y="696"/>
                    <a:pt x="453" y="851"/>
                  </a:cubicBezTo>
                  <a:cubicBezTo>
                    <a:pt x="254" y="1006"/>
                    <a:pt x="118" y="1238"/>
                    <a:pt x="44" y="1547"/>
                  </a:cubicBezTo>
                  <a:cubicBezTo>
                    <a:pt x="44" y="1842"/>
                    <a:pt x="41" y="2140"/>
                    <a:pt x="33" y="2442"/>
                  </a:cubicBezTo>
                  <a:cubicBezTo>
                    <a:pt x="26" y="2744"/>
                    <a:pt x="22" y="3050"/>
                    <a:pt x="22" y="3359"/>
                  </a:cubicBezTo>
                  <a:cubicBezTo>
                    <a:pt x="22" y="3698"/>
                    <a:pt x="18" y="4044"/>
                    <a:pt x="11" y="4398"/>
                  </a:cubicBezTo>
                  <a:cubicBezTo>
                    <a:pt x="4" y="4751"/>
                    <a:pt x="0" y="5105"/>
                    <a:pt x="0" y="5459"/>
                  </a:cubicBezTo>
                  <a:cubicBezTo>
                    <a:pt x="0" y="6549"/>
                    <a:pt x="44" y="7621"/>
                    <a:pt x="133" y="8674"/>
                  </a:cubicBezTo>
                  <a:cubicBezTo>
                    <a:pt x="221" y="9727"/>
                    <a:pt x="427" y="10696"/>
                    <a:pt x="751" y="11580"/>
                  </a:cubicBezTo>
                  <a:cubicBezTo>
                    <a:pt x="899" y="12007"/>
                    <a:pt x="1116" y="12383"/>
                    <a:pt x="1403" y="12707"/>
                  </a:cubicBezTo>
                  <a:cubicBezTo>
                    <a:pt x="1691" y="13031"/>
                    <a:pt x="2029" y="13300"/>
                    <a:pt x="2420" y="13514"/>
                  </a:cubicBezTo>
                  <a:cubicBezTo>
                    <a:pt x="2810" y="13727"/>
                    <a:pt x="3230" y="13890"/>
                    <a:pt x="3680" y="14000"/>
                  </a:cubicBezTo>
                  <a:cubicBezTo>
                    <a:pt x="4129" y="14110"/>
                    <a:pt x="4589" y="14166"/>
                    <a:pt x="5061" y="14166"/>
                  </a:cubicBezTo>
                  <a:cubicBezTo>
                    <a:pt x="5444" y="14166"/>
                    <a:pt x="5849" y="14122"/>
                    <a:pt x="6276" y="14033"/>
                  </a:cubicBezTo>
                  <a:cubicBezTo>
                    <a:pt x="6703" y="13945"/>
                    <a:pt x="7109" y="13812"/>
                    <a:pt x="7492" y="13635"/>
                  </a:cubicBezTo>
                  <a:cubicBezTo>
                    <a:pt x="7875" y="13459"/>
                    <a:pt x="8225" y="13241"/>
                    <a:pt x="8541" y="12983"/>
                  </a:cubicBezTo>
                  <a:cubicBezTo>
                    <a:pt x="8858" y="12726"/>
                    <a:pt x="9105" y="12427"/>
                    <a:pt x="9282" y="12088"/>
                  </a:cubicBezTo>
                  <a:cubicBezTo>
                    <a:pt x="9562" y="11499"/>
                    <a:pt x="9786" y="10777"/>
                    <a:pt x="9956" y="9923"/>
                  </a:cubicBezTo>
                  <a:cubicBezTo>
                    <a:pt x="10125" y="9068"/>
                    <a:pt x="10262" y="8162"/>
                    <a:pt x="10365" y="7204"/>
                  </a:cubicBezTo>
                  <a:cubicBezTo>
                    <a:pt x="10468" y="6247"/>
                    <a:pt x="10538" y="5263"/>
                    <a:pt x="10575" y="4254"/>
                  </a:cubicBezTo>
                  <a:cubicBezTo>
                    <a:pt x="10611" y="3245"/>
                    <a:pt x="10637" y="2291"/>
                    <a:pt x="10652" y="1392"/>
                  </a:cubicBezTo>
                  <a:cubicBezTo>
                    <a:pt x="10578" y="1098"/>
                    <a:pt x="10435" y="877"/>
                    <a:pt x="10221" y="729"/>
                  </a:cubicBezTo>
                  <a:cubicBezTo>
                    <a:pt x="10007" y="582"/>
                    <a:pt x="9783" y="508"/>
                    <a:pt x="9547" y="508"/>
                  </a:cubicBezTo>
                  <a:cubicBezTo>
                    <a:pt x="9297" y="508"/>
                    <a:pt x="9072" y="586"/>
                    <a:pt x="8873" y="740"/>
                  </a:cubicBezTo>
                  <a:cubicBezTo>
                    <a:pt x="8674" y="895"/>
                    <a:pt x="8538" y="1134"/>
                    <a:pt x="8464" y="1459"/>
                  </a:cubicBezTo>
                  <a:close/>
                  <a:moveTo>
                    <a:pt x="17193" y="11912"/>
                  </a:moveTo>
                  <a:lnTo>
                    <a:pt x="17193" y="2541"/>
                  </a:lnTo>
                  <a:lnTo>
                    <a:pt x="18365" y="2541"/>
                  </a:lnTo>
                  <a:cubicBezTo>
                    <a:pt x="18703" y="2468"/>
                    <a:pt x="18958" y="2339"/>
                    <a:pt x="19127" y="2155"/>
                  </a:cubicBezTo>
                  <a:cubicBezTo>
                    <a:pt x="19297" y="1971"/>
                    <a:pt x="19381" y="1775"/>
                    <a:pt x="19381" y="1569"/>
                  </a:cubicBezTo>
                  <a:cubicBezTo>
                    <a:pt x="19381" y="1378"/>
                    <a:pt x="19304" y="1190"/>
                    <a:pt x="19149" y="1006"/>
                  </a:cubicBezTo>
                  <a:cubicBezTo>
                    <a:pt x="18994" y="821"/>
                    <a:pt x="18762" y="678"/>
                    <a:pt x="18453" y="575"/>
                  </a:cubicBezTo>
                  <a:lnTo>
                    <a:pt x="13878" y="575"/>
                  </a:lnTo>
                  <a:cubicBezTo>
                    <a:pt x="13495" y="604"/>
                    <a:pt x="13208" y="711"/>
                    <a:pt x="13017" y="895"/>
                  </a:cubicBezTo>
                  <a:cubicBezTo>
                    <a:pt x="12825" y="1079"/>
                    <a:pt x="12729" y="1289"/>
                    <a:pt x="12729" y="1525"/>
                  </a:cubicBezTo>
                  <a:cubicBezTo>
                    <a:pt x="12729" y="1761"/>
                    <a:pt x="12818" y="1974"/>
                    <a:pt x="12994" y="2166"/>
                  </a:cubicBezTo>
                  <a:cubicBezTo>
                    <a:pt x="13171" y="2357"/>
                    <a:pt x="13444" y="2483"/>
                    <a:pt x="13812" y="2541"/>
                  </a:cubicBezTo>
                  <a:lnTo>
                    <a:pt x="15006" y="2541"/>
                  </a:lnTo>
                  <a:lnTo>
                    <a:pt x="15006" y="11867"/>
                  </a:lnTo>
                  <a:cubicBezTo>
                    <a:pt x="14799" y="11853"/>
                    <a:pt x="14619" y="11849"/>
                    <a:pt x="14464" y="11856"/>
                  </a:cubicBezTo>
                  <a:cubicBezTo>
                    <a:pt x="14309" y="11864"/>
                    <a:pt x="14122" y="11867"/>
                    <a:pt x="13901" y="11867"/>
                  </a:cubicBezTo>
                  <a:cubicBezTo>
                    <a:pt x="13517" y="11897"/>
                    <a:pt x="13230" y="12004"/>
                    <a:pt x="13039" y="12188"/>
                  </a:cubicBezTo>
                  <a:cubicBezTo>
                    <a:pt x="12847" y="12372"/>
                    <a:pt x="12751" y="12589"/>
                    <a:pt x="12751" y="12840"/>
                  </a:cubicBezTo>
                  <a:cubicBezTo>
                    <a:pt x="12751" y="13061"/>
                    <a:pt x="12840" y="13267"/>
                    <a:pt x="13017" y="13459"/>
                  </a:cubicBezTo>
                  <a:cubicBezTo>
                    <a:pt x="13193" y="13650"/>
                    <a:pt x="13466" y="13775"/>
                    <a:pt x="13834" y="13834"/>
                  </a:cubicBezTo>
                  <a:lnTo>
                    <a:pt x="17591" y="13834"/>
                  </a:lnTo>
                  <a:cubicBezTo>
                    <a:pt x="17871" y="13834"/>
                    <a:pt x="18144" y="13827"/>
                    <a:pt x="18409" y="13812"/>
                  </a:cubicBezTo>
                  <a:cubicBezTo>
                    <a:pt x="18762" y="13738"/>
                    <a:pt x="19024" y="13606"/>
                    <a:pt x="19193" y="13414"/>
                  </a:cubicBezTo>
                  <a:cubicBezTo>
                    <a:pt x="19363" y="13223"/>
                    <a:pt x="19448" y="13024"/>
                    <a:pt x="19448" y="12818"/>
                  </a:cubicBezTo>
                  <a:cubicBezTo>
                    <a:pt x="19448" y="12567"/>
                    <a:pt x="19333" y="12339"/>
                    <a:pt x="19105" y="12133"/>
                  </a:cubicBezTo>
                  <a:cubicBezTo>
                    <a:pt x="18877" y="11926"/>
                    <a:pt x="18549" y="11838"/>
                    <a:pt x="18122" y="11867"/>
                  </a:cubicBezTo>
                  <a:lnTo>
                    <a:pt x="18033" y="11867"/>
                  </a:lnTo>
                  <a:cubicBezTo>
                    <a:pt x="17871" y="11882"/>
                    <a:pt x="17731" y="11893"/>
                    <a:pt x="17613" y="11901"/>
                  </a:cubicBezTo>
                  <a:cubicBezTo>
                    <a:pt x="17495" y="11908"/>
                    <a:pt x="17355" y="11912"/>
                    <a:pt x="17193" y="11912"/>
                  </a:cubicBezTo>
                  <a:close/>
                  <a:moveTo>
                    <a:pt x="38166" y="12862"/>
                  </a:moveTo>
                  <a:cubicBezTo>
                    <a:pt x="38195" y="12832"/>
                    <a:pt x="38177" y="12766"/>
                    <a:pt x="38110" y="12663"/>
                  </a:cubicBezTo>
                  <a:cubicBezTo>
                    <a:pt x="38044" y="12560"/>
                    <a:pt x="37959" y="12427"/>
                    <a:pt x="37856" y="12265"/>
                  </a:cubicBezTo>
                  <a:lnTo>
                    <a:pt x="37878" y="12265"/>
                  </a:lnTo>
                  <a:cubicBezTo>
                    <a:pt x="37761" y="12088"/>
                    <a:pt x="37646" y="11890"/>
                    <a:pt x="37536" y="11669"/>
                  </a:cubicBezTo>
                  <a:cubicBezTo>
                    <a:pt x="37425" y="11448"/>
                    <a:pt x="37355" y="11256"/>
                    <a:pt x="37326" y="11094"/>
                  </a:cubicBezTo>
                  <a:cubicBezTo>
                    <a:pt x="37252" y="10564"/>
                    <a:pt x="37201" y="10022"/>
                    <a:pt x="37171" y="9470"/>
                  </a:cubicBezTo>
                  <a:cubicBezTo>
                    <a:pt x="37142" y="8917"/>
                    <a:pt x="37127" y="8383"/>
                    <a:pt x="37127" y="7867"/>
                  </a:cubicBezTo>
                  <a:lnTo>
                    <a:pt x="37127" y="7492"/>
                  </a:lnTo>
                  <a:cubicBezTo>
                    <a:pt x="37127" y="7359"/>
                    <a:pt x="37131" y="7193"/>
                    <a:pt x="37138" y="6994"/>
                  </a:cubicBezTo>
                  <a:cubicBezTo>
                    <a:pt x="37145" y="6796"/>
                    <a:pt x="37149" y="6549"/>
                    <a:pt x="37149" y="6254"/>
                  </a:cubicBezTo>
                  <a:lnTo>
                    <a:pt x="37149" y="5149"/>
                  </a:lnTo>
                  <a:cubicBezTo>
                    <a:pt x="36987" y="4722"/>
                    <a:pt x="36726" y="4453"/>
                    <a:pt x="36365" y="4343"/>
                  </a:cubicBezTo>
                  <a:cubicBezTo>
                    <a:pt x="36004" y="4232"/>
                    <a:pt x="35595" y="4177"/>
                    <a:pt x="35138" y="4177"/>
                  </a:cubicBezTo>
                  <a:cubicBezTo>
                    <a:pt x="34902" y="4177"/>
                    <a:pt x="34659" y="4195"/>
                    <a:pt x="34409" y="4232"/>
                  </a:cubicBezTo>
                  <a:cubicBezTo>
                    <a:pt x="34158" y="4269"/>
                    <a:pt x="33915" y="4320"/>
                    <a:pt x="33680" y="4387"/>
                  </a:cubicBezTo>
                  <a:cubicBezTo>
                    <a:pt x="33444" y="4453"/>
                    <a:pt x="33234" y="4523"/>
                    <a:pt x="33050" y="4597"/>
                  </a:cubicBezTo>
                  <a:cubicBezTo>
                    <a:pt x="32866" y="4670"/>
                    <a:pt x="32722" y="4737"/>
                    <a:pt x="32619" y="4796"/>
                  </a:cubicBezTo>
                  <a:cubicBezTo>
                    <a:pt x="32133" y="5105"/>
                    <a:pt x="31680" y="5459"/>
                    <a:pt x="31260" y="5856"/>
                  </a:cubicBezTo>
                  <a:cubicBezTo>
                    <a:pt x="30840" y="6254"/>
                    <a:pt x="30468" y="6692"/>
                    <a:pt x="30144" y="7171"/>
                  </a:cubicBezTo>
                  <a:cubicBezTo>
                    <a:pt x="29820" y="7650"/>
                    <a:pt x="29565" y="8166"/>
                    <a:pt x="29381" y="8718"/>
                  </a:cubicBezTo>
                  <a:cubicBezTo>
                    <a:pt x="29197" y="9271"/>
                    <a:pt x="29105" y="9856"/>
                    <a:pt x="29105" y="10475"/>
                  </a:cubicBezTo>
                  <a:cubicBezTo>
                    <a:pt x="29105" y="11079"/>
                    <a:pt x="29223" y="11654"/>
                    <a:pt x="29459" y="12199"/>
                  </a:cubicBezTo>
                  <a:cubicBezTo>
                    <a:pt x="29694" y="12744"/>
                    <a:pt x="30092" y="13215"/>
                    <a:pt x="30652" y="13613"/>
                  </a:cubicBezTo>
                  <a:cubicBezTo>
                    <a:pt x="31035" y="13864"/>
                    <a:pt x="31414" y="14029"/>
                    <a:pt x="31790" y="14110"/>
                  </a:cubicBezTo>
                  <a:cubicBezTo>
                    <a:pt x="32166" y="14192"/>
                    <a:pt x="32552" y="14232"/>
                    <a:pt x="32950" y="14232"/>
                  </a:cubicBezTo>
                  <a:cubicBezTo>
                    <a:pt x="33495" y="14232"/>
                    <a:pt x="34000" y="14177"/>
                    <a:pt x="34464" y="14066"/>
                  </a:cubicBezTo>
                  <a:cubicBezTo>
                    <a:pt x="34928" y="13956"/>
                    <a:pt x="35425" y="13702"/>
                    <a:pt x="35956" y="13304"/>
                  </a:cubicBezTo>
                  <a:cubicBezTo>
                    <a:pt x="36029" y="13422"/>
                    <a:pt x="36122" y="13543"/>
                    <a:pt x="36232" y="13669"/>
                  </a:cubicBezTo>
                  <a:cubicBezTo>
                    <a:pt x="36343" y="13794"/>
                    <a:pt x="36457" y="13915"/>
                    <a:pt x="36575" y="14033"/>
                  </a:cubicBezTo>
                  <a:cubicBezTo>
                    <a:pt x="36840" y="14166"/>
                    <a:pt x="37090" y="14221"/>
                    <a:pt x="37326" y="14199"/>
                  </a:cubicBezTo>
                  <a:cubicBezTo>
                    <a:pt x="37562" y="14177"/>
                    <a:pt x="37757" y="14103"/>
                    <a:pt x="37912" y="13978"/>
                  </a:cubicBezTo>
                  <a:cubicBezTo>
                    <a:pt x="38066" y="13853"/>
                    <a:pt x="38169" y="13691"/>
                    <a:pt x="38221" y="13492"/>
                  </a:cubicBezTo>
                  <a:cubicBezTo>
                    <a:pt x="38273" y="13293"/>
                    <a:pt x="38254" y="13083"/>
                    <a:pt x="38166" y="12862"/>
                  </a:cubicBezTo>
                  <a:close/>
                  <a:moveTo>
                    <a:pt x="35182" y="11293"/>
                  </a:moveTo>
                  <a:cubicBezTo>
                    <a:pt x="34681" y="11705"/>
                    <a:pt x="34269" y="12007"/>
                    <a:pt x="33945" y="12199"/>
                  </a:cubicBezTo>
                  <a:cubicBezTo>
                    <a:pt x="33680" y="12287"/>
                    <a:pt x="33403" y="12331"/>
                    <a:pt x="33116" y="12331"/>
                  </a:cubicBezTo>
                  <a:cubicBezTo>
                    <a:pt x="32829" y="12331"/>
                    <a:pt x="32560" y="12276"/>
                    <a:pt x="32309" y="12166"/>
                  </a:cubicBezTo>
                  <a:cubicBezTo>
                    <a:pt x="32059" y="12055"/>
                    <a:pt x="31842" y="11893"/>
                    <a:pt x="31657" y="11680"/>
                  </a:cubicBezTo>
                  <a:cubicBezTo>
                    <a:pt x="31473" y="11466"/>
                    <a:pt x="31359" y="11197"/>
                    <a:pt x="31315" y="10873"/>
                  </a:cubicBezTo>
                  <a:cubicBezTo>
                    <a:pt x="31241" y="10460"/>
                    <a:pt x="31252" y="10037"/>
                    <a:pt x="31348" y="9602"/>
                  </a:cubicBezTo>
                  <a:cubicBezTo>
                    <a:pt x="31444" y="9168"/>
                    <a:pt x="31595" y="8751"/>
                    <a:pt x="31801" y="8354"/>
                  </a:cubicBezTo>
                  <a:cubicBezTo>
                    <a:pt x="32007" y="7956"/>
                    <a:pt x="32269" y="7595"/>
                    <a:pt x="32586" y="7271"/>
                  </a:cubicBezTo>
                  <a:cubicBezTo>
                    <a:pt x="32902" y="6947"/>
                    <a:pt x="33260" y="6696"/>
                    <a:pt x="33657" y="6519"/>
                  </a:cubicBezTo>
                  <a:cubicBezTo>
                    <a:pt x="33761" y="6475"/>
                    <a:pt x="33941" y="6401"/>
                    <a:pt x="34199" y="6298"/>
                  </a:cubicBezTo>
                  <a:cubicBezTo>
                    <a:pt x="34457" y="6195"/>
                    <a:pt x="34711" y="6129"/>
                    <a:pt x="34961" y="6099"/>
                  </a:cubicBezTo>
                  <a:cubicBezTo>
                    <a:pt x="34961" y="6394"/>
                    <a:pt x="34954" y="6696"/>
                    <a:pt x="34939" y="7006"/>
                  </a:cubicBezTo>
                  <a:cubicBezTo>
                    <a:pt x="34924" y="7315"/>
                    <a:pt x="34917" y="7661"/>
                    <a:pt x="34917" y="8044"/>
                  </a:cubicBezTo>
                  <a:cubicBezTo>
                    <a:pt x="34917" y="8589"/>
                    <a:pt x="34932" y="9138"/>
                    <a:pt x="34961" y="9691"/>
                  </a:cubicBezTo>
                  <a:cubicBezTo>
                    <a:pt x="34991" y="10243"/>
                    <a:pt x="35064" y="10777"/>
                    <a:pt x="35182" y="11293"/>
                  </a:cubicBezTo>
                  <a:close/>
                  <a:moveTo>
                    <a:pt x="45680" y="11403"/>
                  </a:moveTo>
                  <a:lnTo>
                    <a:pt x="45657" y="11403"/>
                  </a:lnTo>
                  <a:cubicBezTo>
                    <a:pt x="45407" y="11669"/>
                    <a:pt x="45142" y="11867"/>
                    <a:pt x="44862" y="12000"/>
                  </a:cubicBezTo>
                  <a:cubicBezTo>
                    <a:pt x="44582" y="12133"/>
                    <a:pt x="44317" y="12199"/>
                    <a:pt x="44066" y="12199"/>
                  </a:cubicBezTo>
                  <a:cubicBezTo>
                    <a:pt x="43727" y="12199"/>
                    <a:pt x="43403" y="12096"/>
                    <a:pt x="43094" y="11890"/>
                  </a:cubicBezTo>
                  <a:cubicBezTo>
                    <a:pt x="42785" y="11683"/>
                    <a:pt x="42534" y="11359"/>
                    <a:pt x="42343" y="10917"/>
                  </a:cubicBezTo>
                  <a:cubicBezTo>
                    <a:pt x="42239" y="10696"/>
                    <a:pt x="42169" y="10460"/>
                    <a:pt x="42133" y="10210"/>
                  </a:cubicBezTo>
                  <a:cubicBezTo>
                    <a:pt x="42096" y="9959"/>
                    <a:pt x="42077" y="9709"/>
                    <a:pt x="42077" y="9459"/>
                  </a:cubicBezTo>
                  <a:cubicBezTo>
                    <a:pt x="42077" y="9002"/>
                    <a:pt x="42144" y="8552"/>
                    <a:pt x="42276" y="8110"/>
                  </a:cubicBezTo>
                  <a:cubicBezTo>
                    <a:pt x="42409" y="7669"/>
                    <a:pt x="42586" y="7271"/>
                    <a:pt x="42807" y="6917"/>
                  </a:cubicBezTo>
                  <a:cubicBezTo>
                    <a:pt x="43028" y="6564"/>
                    <a:pt x="43293" y="6280"/>
                    <a:pt x="43602" y="6066"/>
                  </a:cubicBezTo>
                  <a:cubicBezTo>
                    <a:pt x="43912" y="5853"/>
                    <a:pt x="44243" y="5746"/>
                    <a:pt x="44597" y="5746"/>
                  </a:cubicBezTo>
                  <a:cubicBezTo>
                    <a:pt x="44862" y="5746"/>
                    <a:pt x="45138" y="5816"/>
                    <a:pt x="45425" y="5956"/>
                  </a:cubicBezTo>
                  <a:cubicBezTo>
                    <a:pt x="45713" y="6096"/>
                    <a:pt x="46011" y="6328"/>
                    <a:pt x="46320" y="6652"/>
                  </a:cubicBezTo>
                  <a:cubicBezTo>
                    <a:pt x="46556" y="6770"/>
                    <a:pt x="46781" y="6832"/>
                    <a:pt x="46994" y="6840"/>
                  </a:cubicBezTo>
                  <a:cubicBezTo>
                    <a:pt x="47208" y="6847"/>
                    <a:pt x="47392" y="6814"/>
                    <a:pt x="47547" y="6740"/>
                  </a:cubicBezTo>
                  <a:cubicBezTo>
                    <a:pt x="47702" y="6667"/>
                    <a:pt x="47823" y="6556"/>
                    <a:pt x="47912" y="6409"/>
                  </a:cubicBezTo>
                  <a:cubicBezTo>
                    <a:pt x="48000" y="6262"/>
                    <a:pt x="48044" y="6092"/>
                    <a:pt x="48044" y="5901"/>
                  </a:cubicBezTo>
                  <a:cubicBezTo>
                    <a:pt x="48044" y="5724"/>
                    <a:pt x="47971" y="5510"/>
                    <a:pt x="47823" y="5260"/>
                  </a:cubicBezTo>
                  <a:cubicBezTo>
                    <a:pt x="47484" y="4921"/>
                    <a:pt x="47149" y="4656"/>
                    <a:pt x="46818" y="4464"/>
                  </a:cubicBezTo>
                  <a:cubicBezTo>
                    <a:pt x="46486" y="4273"/>
                    <a:pt x="46114" y="4103"/>
                    <a:pt x="45702" y="3956"/>
                  </a:cubicBezTo>
                  <a:cubicBezTo>
                    <a:pt x="45495" y="3882"/>
                    <a:pt x="45297" y="3834"/>
                    <a:pt x="45105" y="3812"/>
                  </a:cubicBezTo>
                  <a:cubicBezTo>
                    <a:pt x="44913" y="3790"/>
                    <a:pt x="44715" y="3779"/>
                    <a:pt x="44508" y="3779"/>
                  </a:cubicBezTo>
                  <a:cubicBezTo>
                    <a:pt x="43845" y="3779"/>
                    <a:pt x="43238" y="3941"/>
                    <a:pt x="42685" y="4265"/>
                  </a:cubicBezTo>
                  <a:cubicBezTo>
                    <a:pt x="42133" y="4589"/>
                    <a:pt x="41657" y="5009"/>
                    <a:pt x="41260" y="5525"/>
                  </a:cubicBezTo>
                  <a:cubicBezTo>
                    <a:pt x="40862" y="6041"/>
                    <a:pt x="40549" y="6611"/>
                    <a:pt x="40320" y="7238"/>
                  </a:cubicBezTo>
                  <a:cubicBezTo>
                    <a:pt x="40092" y="7864"/>
                    <a:pt x="39956" y="8486"/>
                    <a:pt x="39912" y="9105"/>
                  </a:cubicBezTo>
                  <a:cubicBezTo>
                    <a:pt x="39838" y="9974"/>
                    <a:pt x="39985" y="10829"/>
                    <a:pt x="40354" y="11669"/>
                  </a:cubicBezTo>
                  <a:lnTo>
                    <a:pt x="40354" y="11646"/>
                  </a:lnTo>
                  <a:cubicBezTo>
                    <a:pt x="40501" y="12059"/>
                    <a:pt x="40707" y="12420"/>
                    <a:pt x="40972" y="12729"/>
                  </a:cubicBezTo>
                  <a:cubicBezTo>
                    <a:pt x="41238" y="13039"/>
                    <a:pt x="41536" y="13300"/>
                    <a:pt x="41867" y="13514"/>
                  </a:cubicBezTo>
                  <a:cubicBezTo>
                    <a:pt x="42199" y="13727"/>
                    <a:pt x="42552" y="13886"/>
                    <a:pt x="42928" y="13989"/>
                  </a:cubicBezTo>
                  <a:cubicBezTo>
                    <a:pt x="43304" y="14092"/>
                    <a:pt x="43683" y="14144"/>
                    <a:pt x="44066" y="14144"/>
                  </a:cubicBezTo>
                  <a:cubicBezTo>
                    <a:pt x="44656" y="14144"/>
                    <a:pt x="45223" y="14033"/>
                    <a:pt x="45768" y="13812"/>
                  </a:cubicBezTo>
                  <a:cubicBezTo>
                    <a:pt x="46313" y="13591"/>
                    <a:pt x="46792" y="13252"/>
                    <a:pt x="47204" y="12796"/>
                  </a:cubicBezTo>
                  <a:cubicBezTo>
                    <a:pt x="47425" y="12530"/>
                    <a:pt x="47536" y="12273"/>
                    <a:pt x="47536" y="12022"/>
                  </a:cubicBezTo>
                  <a:cubicBezTo>
                    <a:pt x="47536" y="11772"/>
                    <a:pt x="47440" y="11554"/>
                    <a:pt x="47249" y="11370"/>
                  </a:cubicBezTo>
                  <a:cubicBezTo>
                    <a:pt x="47057" y="11186"/>
                    <a:pt x="46814" y="11094"/>
                    <a:pt x="46519" y="11094"/>
                  </a:cubicBezTo>
                  <a:cubicBezTo>
                    <a:pt x="46372" y="11094"/>
                    <a:pt x="46225" y="11116"/>
                    <a:pt x="46077" y="11160"/>
                  </a:cubicBezTo>
                  <a:cubicBezTo>
                    <a:pt x="45930" y="11204"/>
                    <a:pt x="45797" y="11285"/>
                    <a:pt x="45680" y="11403"/>
                  </a:cubicBezTo>
                  <a:close/>
                  <a:moveTo>
                    <a:pt x="51293" y="6254"/>
                  </a:moveTo>
                  <a:lnTo>
                    <a:pt x="52398" y="6254"/>
                  </a:lnTo>
                  <a:lnTo>
                    <a:pt x="52398" y="9635"/>
                  </a:lnTo>
                  <a:cubicBezTo>
                    <a:pt x="52398" y="10225"/>
                    <a:pt x="52401" y="10818"/>
                    <a:pt x="52409" y="11414"/>
                  </a:cubicBezTo>
                  <a:cubicBezTo>
                    <a:pt x="52416" y="12011"/>
                    <a:pt x="52420" y="12589"/>
                    <a:pt x="52420" y="13149"/>
                  </a:cubicBezTo>
                  <a:cubicBezTo>
                    <a:pt x="52464" y="13488"/>
                    <a:pt x="52593" y="13738"/>
                    <a:pt x="52807" y="13901"/>
                  </a:cubicBezTo>
                  <a:cubicBezTo>
                    <a:pt x="53020" y="14063"/>
                    <a:pt x="53252" y="14144"/>
                    <a:pt x="53503" y="14144"/>
                  </a:cubicBezTo>
                  <a:cubicBezTo>
                    <a:pt x="53753" y="14144"/>
                    <a:pt x="53996" y="14055"/>
                    <a:pt x="54232" y="13878"/>
                  </a:cubicBezTo>
                  <a:cubicBezTo>
                    <a:pt x="54468" y="13702"/>
                    <a:pt x="54586" y="13429"/>
                    <a:pt x="54586" y="13061"/>
                  </a:cubicBezTo>
                  <a:cubicBezTo>
                    <a:pt x="54586" y="12604"/>
                    <a:pt x="54582" y="12147"/>
                    <a:pt x="54575" y="11691"/>
                  </a:cubicBezTo>
                  <a:cubicBezTo>
                    <a:pt x="54567" y="11234"/>
                    <a:pt x="54564" y="10777"/>
                    <a:pt x="54564" y="10320"/>
                  </a:cubicBezTo>
                  <a:lnTo>
                    <a:pt x="54564" y="6254"/>
                  </a:lnTo>
                  <a:lnTo>
                    <a:pt x="56442" y="6254"/>
                  </a:lnTo>
                  <a:cubicBezTo>
                    <a:pt x="57120" y="6077"/>
                    <a:pt x="57459" y="5753"/>
                    <a:pt x="57459" y="5282"/>
                  </a:cubicBezTo>
                  <a:cubicBezTo>
                    <a:pt x="57459" y="5076"/>
                    <a:pt x="57381" y="4884"/>
                    <a:pt x="57227" y="4707"/>
                  </a:cubicBezTo>
                  <a:cubicBezTo>
                    <a:pt x="57072" y="4530"/>
                    <a:pt x="56832" y="4398"/>
                    <a:pt x="56508" y="4309"/>
                  </a:cubicBezTo>
                  <a:lnTo>
                    <a:pt x="54564" y="4309"/>
                  </a:lnTo>
                  <a:lnTo>
                    <a:pt x="54564" y="862"/>
                  </a:lnTo>
                  <a:cubicBezTo>
                    <a:pt x="54490" y="567"/>
                    <a:pt x="54350" y="350"/>
                    <a:pt x="54144" y="210"/>
                  </a:cubicBezTo>
                  <a:cubicBezTo>
                    <a:pt x="53937" y="70"/>
                    <a:pt x="53716" y="0"/>
                    <a:pt x="53481" y="0"/>
                  </a:cubicBezTo>
                  <a:cubicBezTo>
                    <a:pt x="53230" y="0"/>
                    <a:pt x="53006" y="77"/>
                    <a:pt x="52807" y="232"/>
                  </a:cubicBezTo>
                  <a:cubicBezTo>
                    <a:pt x="52608" y="387"/>
                    <a:pt x="52471" y="619"/>
                    <a:pt x="52398" y="928"/>
                  </a:cubicBezTo>
                  <a:lnTo>
                    <a:pt x="52398" y="4309"/>
                  </a:lnTo>
                  <a:lnTo>
                    <a:pt x="51381" y="4309"/>
                  </a:lnTo>
                  <a:cubicBezTo>
                    <a:pt x="50983" y="4309"/>
                    <a:pt x="50685" y="4413"/>
                    <a:pt x="50486" y="4619"/>
                  </a:cubicBezTo>
                  <a:cubicBezTo>
                    <a:pt x="50287" y="4825"/>
                    <a:pt x="50188" y="5046"/>
                    <a:pt x="50188" y="5282"/>
                  </a:cubicBezTo>
                  <a:cubicBezTo>
                    <a:pt x="50188" y="5517"/>
                    <a:pt x="50280" y="5724"/>
                    <a:pt x="50464" y="5901"/>
                  </a:cubicBezTo>
                  <a:cubicBezTo>
                    <a:pt x="50648" y="6077"/>
                    <a:pt x="50924" y="6195"/>
                    <a:pt x="51293" y="6254"/>
                  </a:cubicBezTo>
                  <a:close/>
                  <a:moveTo>
                    <a:pt x="61370" y="13127"/>
                  </a:moveTo>
                  <a:lnTo>
                    <a:pt x="61304" y="4751"/>
                  </a:lnTo>
                  <a:cubicBezTo>
                    <a:pt x="61230" y="4457"/>
                    <a:pt x="61090" y="4239"/>
                    <a:pt x="60884" y="4099"/>
                  </a:cubicBezTo>
                  <a:cubicBezTo>
                    <a:pt x="60678" y="3959"/>
                    <a:pt x="60457" y="3890"/>
                    <a:pt x="60221" y="3890"/>
                  </a:cubicBezTo>
                  <a:cubicBezTo>
                    <a:pt x="59956" y="3890"/>
                    <a:pt x="59727" y="3967"/>
                    <a:pt x="59536" y="4122"/>
                  </a:cubicBezTo>
                  <a:cubicBezTo>
                    <a:pt x="59344" y="4276"/>
                    <a:pt x="59212" y="4508"/>
                    <a:pt x="59138" y="4818"/>
                  </a:cubicBezTo>
                  <a:lnTo>
                    <a:pt x="59204" y="13215"/>
                  </a:lnTo>
                  <a:cubicBezTo>
                    <a:pt x="59249" y="13554"/>
                    <a:pt x="59374" y="13805"/>
                    <a:pt x="59580" y="13967"/>
                  </a:cubicBezTo>
                  <a:cubicBezTo>
                    <a:pt x="59786" y="14129"/>
                    <a:pt x="60022" y="14210"/>
                    <a:pt x="60287" y="14210"/>
                  </a:cubicBezTo>
                  <a:cubicBezTo>
                    <a:pt x="60552" y="14210"/>
                    <a:pt x="60796" y="14122"/>
                    <a:pt x="61017" y="13945"/>
                  </a:cubicBezTo>
                  <a:cubicBezTo>
                    <a:pt x="61238" y="13768"/>
                    <a:pt x="61355" y="13495"/>
                    <a:pt x="61370" y="13127"/>
                  </a:cubicBezTo>
                  <a:close/>
                  <a:moveTo>
                    <a:pt x="58983" y="1304"/>
                  </a:moveTo>
                  <a:cubicBezTo>
                    <a:pt x="58983" y="1643"/>
                    <a:pt x="59105" y="1930"/>
                    <a:pt x="59348" y="2166"/>
                  </a:cubicBezTo>
                  <a:cubicBezTo>
                    <a:pt x="59591" y="2401"/>
                    <a:pt x="59882" y="2519"/>
                    <a:pt x="60221" y="2519"/>
                  </a:cubicBezTo>
                  <a:cubicBezTo>
                    <a:pt x="60575" y="2519"/>
                    <a:pt x="60873" y="2401"/>
                    <a:pt x="61116" y="2166"/>
                  </a:cubicBezTo>
                  <a:cubicBezTo>
                    <a:pt x="61359" y="1930"/>
                    <a:pt x="61481" y="1643"/>
                    <a:pt x="61481" y="1304"/>
                  </a:cubicBezTo>
                  <a:cubicBezTo>
                    <a:pt x="61481" y="965"/>
                    <a:pt x="61359" y="674"/>
                    <a:pt x="61116" y="431"/>
                  </a:cubicBezTo>
                  <a:cubicBezTo>
                    <a:pt x="60873" y="188"/>
                    <a:pt x="60575" y="66"/>
                    <a:pt x="60221" y="66"/>
                  </a:cubicBezTo>
                  <a:cubicBezTo>
                    <a:pt x="59882" y="66"/>
                    <a:pt x="59591" y="188"/>
                    <a:pt x="59348" y="431"/>
                  </a:cubicBezTo>
                  <a:cubicBezTo>
                    <a:pt x="59105" y="674"/>
                    <a:pt x="58983" y="965"/>
                    <a:pt x="58983" y="1304"/>
                  </a:cubicBezTo>
                  <a:close/>
                  <a:moveTo>
                    <a:pt x="68552" y="4265"/>
                  </a:moveTo>
                  <a:cubicBezTo>
                    <a:pt x="67845" y="4265"/>
                    <a:pt x="67179" y="4435"/>
                    <a:pt x="66552" y="4773"/>
                  </a:cubicBezTo>
                  <a:cubicBezTo>
                    <a:pt x="65926" y="5112"/>
                    <a:pt x="65381" y="5558"/>
                    <a:pt x="64917" y="6110"/>
                  </a:cubicBezTo>
                  <a:cubicBezTo>
                    <a:pt x="64453" y="6663"/>
                    <a:pt x="64085" y="7289"/>
                    <a:pt x="63812" y="7989"/>
                  </a:cubicBezTo>
                  <a:cubicBezTo>
                    <a:pt x="63540" y="8689"/>
                    <a:pt x="63403" y="9407"/>
                    <a:pt x="63403" y="10144"/>
                  </a:cubicBezTo>
                  <a:cubicBezTo>
                    <a:pt x="63403" y="10674"/>
                    <a:pt x="63495" y="11201"/>
                    <a:pt x="63680" y="11724"/>
                  </a:cubicBezTo>
                  <a:cubicBezTo>
                    <a:pt x="63864" y="12247"/>
                    <a:pt x="64125" y="12718"/>
                    <a:pt x="64464" y="13138"/>
                  </a:cubicBezTo>
                  <a:cubicBezTo>
                    <a:pt x="64803" y="13558"/>
                    <a:pt x="65219" y="13901"/>
                    <a:pt x="65713" y="14166"/>
                  </a:cubicBezTo>
                  <a:cubicBezTo>
                    <a:pt x="66206" y="14431"/>
                    <a:pt x="66755" y="14564"/>
                    <a:pt x="67359" y="14564"/>
                  </a:cubicBezTo>
                  <a:cubicBezTo>
                    <a:pt x="67934" y="14564"/>
                    <a:pt x="68483" y="14453"/>
                    <a:pt x="69006" y="14232"/>
                  </a:cubicBezTo>
                  <a:cubicBezTo>
                    <a:pt x="69529" y="14011"/>
                    <a:pt x="70004" y="13705"/>
                    <a:pt x="70431" y="13315"/>
                  </a:cubicBezTo>
                  <a:cubicBezTo>
                    <a:pt x="70858" y="12924"/>
                    <a:pt x="71230" y="12464"/>
                    <a:pt x="71547" y="11934"/>
                  </a:cubicBezTo>
                  <a:cubicBezTo>
                    <a:pt x="71864" y="11403"/>
                    <a:pt x="72103" y="10836"/>
                    <a:pt x="72265" y="10232"/>
                  </a:cubicBezTo>
                  <a:cubicBezTo>
                    <a:pt x="72309" y="10011"/>
                    <a:pt x="72346" y="9794"/>
                    <a:pt x="72376" y="9580"/>
                  </a:cubicBezTo>
                  <a:cubicBezTo>
                    <a:pt x="72405" y="9366"/>
                    <a:pt x="72420" y="9134"/>
                    <a:pt x="72420" y="8884"/>
                  </a:cubicBezTo>
                  <a:cubicBezTo>
                    <a:pt x="72420" y="8309"/>
                    <a:pt x="72335" y="7746"/>
                    <a:pt x="72166" y="7193"/>
                  </a:cubicBezTo>
                  <a:cubicBezTo>
                    <a:pt x="71996" y="6641"/>
                    <a:pt x="71746" y="6147"/>
                    <a:pt x="71414" y="5713"/>
                  </a:cubicBezTo>
                  <a:cubicBezTo>
                    <a:pt x="71083" y="5278"/>
                    <a:pt x="70678" y="4928"/>
                    <a:pt x="70199" y="4663"/>
                  </a:cubicBezTo>
                  <a:cubicBezTo>
                    <a:pt x="69720" y="4398"/>
                    <a:pt x="69171" y="4265"/>
                    <a:pt x="68552" y="4265"/>
                  </a:cubicBezTo>
                  <a:close/>
                  <a:moveTo>
                    <a:pt x="65702" y="9017"/>
                  </a:moveTo>
                  <a:cubicBezTo>
                    <a:pt x="65775" y="8722"/>
                    <a:pt x="65893" y="8409"/>
                    <a:pt x="66055" y="8077"/>
                  </a:cubicBezTo>
                  <a:cubicBezTo>
                    <a:pt x="66217" y="7746"/>
                    <a:pt x="66420" y="7444"/>
                    <a:pt x="66663" y="7171"/>
                  </a:cubicBezTo>
                  <a:cubicBezTo>
                    <a:pt x="66906" y="6899"/>
                    <a:pt x="67182" y="6670"/>
                    <a:pt x="67492" y="6486"/>
                  </a:cubicBezTo>
                  <a:cubicBezTo>
                    <a:pt x="67801" y="6302"/>
                    <a:pt x="68133" y="6210"/>
                    <a:pt x="68486" y="6210"/>
                  </a:cubicBezTo>
                  <a:cubicBezTo>
                    <a:pt x="68766" y="6210"/>
                    <a:pt x="69017" y="6287"/>
                    <a:pt x="69238" y="6442"/>
                  </a:cubicBezTo>
                  <a:cubicBezTo>
                    <a:pt x="69459" y="6597"/>
                    <a:pt x="69646" y="6799"/>
                    <a:pt x="69801" y="7050"/>
                  </a:cubicBezTo>
                  <a:cubicBezTo>
                    <a:pt x="69956" y="7300"/>
                    <a:pt x="70070" y="7584"/>
                    <a:pt x="70144" y="7901"/>
                  </a:cubicBezTo>
                  <a:cubicBezTo>
                    <a:pt x="70217" y="8217"/>
                    <a:pt x="70254" y="8538"/>
                    <a:pt x="70254" y="8862"/>
                  </a:cubicBezTo>
                  <a:cubicBezTo>
                    <a:pt x="70254" y="9215"/>
                    <a:pt x="70188" y="9610"/>
                    <a:pt x="70055" y="10044"/>
                  </a:cubicBezTo>
                  <a:cubicBezTo>
                    <a:pt x="69923" y="10479"/>
                    <a:pt x="69735" y="10884"/>
                    <a:pt x="69492" y="11260"/>
                  </a:cubicBezTo>
                  <a:cubicBezTo>
                    <a:pt x="69249" y="11635"/>
                    <a:pt x="68954" y="11952"/>
                    <a:pt x="68608" y="12210"/>
                  </a:cubicBezTo>
                  <a:cubicBezTo>
                    <a:pt x="68262" y="12468"/>
                    <a:pt x="67867" y="12597"/>
                    <a:pt x="67425" y="12597"/>
                  </a:cubicBezTo>
                  <a:cubicBezTo>
                    <a:pt x="66969" y="12597"/>
                    <a:pt x="66604" y="12471"/>
                    <a:pt x="66331" y="12221"/>
                  </a:cubicBezTo>
                  <a:cubicBezTo>
                    <a:pt x="66059" y="11971"/>
                    <a:pt x="65864" y="11665"/>
                    <a:pt x="65746" y="11304"/>
                  </a:cubicBezTo>
                  <a:cubicBezTo>
                    <a:pt x="65628" y="10943"/>
                    <a:pt x="65569" y="10556"/>
                    <a:pt x="65569" y="10144"/>
                  </a:cubicBezTo>
                  <a:cubicBezTo>
                    <a:pt x="65569" y="9731"/>
                    <a:pt x="65613" y="9355"/>
                    <a:pt x="65702" y="9017"/>
                  </a:cubicBezTo>
                  <a:close/>
                  <a:moveTo>
                    <a:pt x="81878" y="13171"/>
                  </a:moveTo>
                  <a:lnTo>
                    <a:pt x="81878" y="9149"/>
                  </a:lnTo>
                  <a:cubicBezTo>
                    <a:pt x="81878" y="8884"/>
                    <a:pt x="81893" y="8600"/>
                    <a:pt x="81923" y="8298"/>
                  </a:cubicBezTo>
                  <a:cubicBezTo>
                    <a:pt x="81952" y="7996"/>
                    <a:pt x="81967" y="7691"/>
                    <a:pt x="81967" y="7381"/>
                  </a:cubicBezTo>
                  <a:cubicBezTo>
                    <a:pt x="81967" y="7072"/>
                    <a:pt x="81945" y="6770"/>
                    <a:pt x="81901" y="6475"/>
                  </a:cubicBezTo>
                  <a:cubicBezTo>
                    <a:pt x="81856" y="6180"/>
                    <a:pt x="81761" y="5901"/>
                    <a:pt x="81613" y="5635"/>
                  </a:cubicBezTo>
                  <a:cubicBezTo>
                    <a:pt x="81304" y="5090"/>
                    <a:pt x="80895" y="4685"/>
                    <a:pt x="80387" y="4420"/>
                  </a:cubicBezTo>
                  <a:cubicBezTo>
                    <a:pt x="79878" y="4155"/>
                    <a:pt x="79344" y="4022"/>
                    <a:pt x="78785" y="4022"/>
                  </a:cubicBezTo>
                  <a:cubicBezTo>
                    <a:pt x="78269" y="4022"/>
                    <a:pt x="77768" y="4107"/>
                    <a:pt x="77282" y="4276"/>
                  </a:cubicBezTo>
                  <a:cubicBezTo>
                    <a:pt x="76796" y="4446"/>
                    <a:pt x="76339" y="4678"/>
                    <a:pt x="75912" y="4972"/>
                  </a:cubicBezTo>
                  <a:cubicBezTo>
                    <a:pt x="75838" y="4722"/>
                    <a:pt x="75698" y="4534"/>
                    <a:pt x="75492" y="4409"/>
                  </a:cubicBezTo>
                  <a:cubicBezTo>
                    <a:pt x="75285" y="4284"/>
                    <a:pt x="75079" y="4221"/>
                    <a:pt x="74873" y="4221"/>
                  </a:cubicBezTo>
                  <a:cubicBezTo>
                    <a:pt x="74622" y="4221"/>
                    <a:pt x="74398" y="4295"/>
                    <a:pt x="74199" y="4442"/>
                  </a:cubicBezTo>
                  <a:cubicBezTo>
                    <a:pt x="74000" y="4589"/>
                    <a:pt x="73864" y="4825"/>
                    <a:pt x="73790" y="5149"/>
                  </a:cubicBezTo>
                  <a:cubicBezTo>
                    <a:pt x="73790" y="5856"/>
                    <a:pt x="73794" y="6538"/>
                    <a:pt x="73801" y="7193"/>
                  </a:cubicBezTo>
                  <a:cubicBezTo>
                    <a:pt x="73808" y="7849"/>
                    <a:pt x="73812" y="8501"/>
                    <a:pt x="73812" y="9149"/>
                  </a:cubicBezTo>
                  <a:lnTo>
                    <a:pt x="73812" y="13127"/>
                  </a:lnTo>
                  <a:cubicBezTo>
                    <a:pt x="73856" y="13466"/>
                    <a:pt x="73985" y="13716"/>
                    <a:pt x="74199" y="13878"/>
                  </a:cubicBezTo>
                  <a:cubicBezTo>
                    <a:pt x="74413" y="14041"/>
                    <a:pt x="74645" y="14122"/>
                    <a:pt x="74895" y="14122"/>
                  </a:cubicBezTo>
                  <a:cubicBezTo>
                    <a:pt x="75160" y="14122"/>
                    <a:pt x="75403" y="14033"/>
                    <a:pt x="75624" y="13856"/>
                  </a:cubicBezTo>
                  <a:cubicBezTo>
                    <a:pt x="75845" y="13680"/>
                    <a:pt x="75963" y="13407"/>
                    <a:pt x="75978" y="13039"/>
                  </a:cubicBezTo>
                  <a:cubicBezTo>
                    <a:pt x="75963" y="12287"/>
                    <a:pt x="75956" y="11547"/>
                    <a:pt x="75956" y="10818"/>
                  </a:cubicBezTo>
                  <a:lnTo>
                    <a:pt x="75956" y="8597"/>
                  </a:lnTo>
                  <a:cubicBezTo>
                    <a:pt x="75985" y="8302"/>
                    <a:pt x="76033" y="8077"/>
                    <a:pt x="76099" y="7923"/>
                  </a:cubicBezTo>
                  <a:cubicBezTo>
                    <a:pt x="76166" y="7768"/>
                    <a:pt x="76258" y="7602"/>
                    <a:pt x="76376" y="7425"/>
                  </a:cubicBezTo>
                  <a:cubicBezTo>
                    <a:pt x="76715" y="6939"/>
                    <a:pt x="77094" y="6571"/>
                    <a:pt x="77514" y="6320"/>
                  </a:cubicBezTo>
                  <a:cubicBezTo>
                    <a:pt x="77934" y="6070"/>
                    <a:pt x="78365" y="5945"/>
                    <a:pt x="78807" y="5945"/>
                  </a:cubicBezTo>
                  <a:cubicBezTo>
                    <a:pt x="79072" y="5945"/>
                    <a:pt x="79267" y="6048"/>
                    <a:pt x="79392" y="6254"/>
                  </a:cubicBezTo>
                  <a:cubicBezTo>
                    <a:pt x="79517" y="6460"/>
                    <a:pt x="79602" y="6707"/>
                    <a:pt x="79646" y="6994"/>
                  </a:cubicBezTo>
                  <a:cubicBezTo>
                    <a:pt x="79691" y="7282"/>
                    <a:pt x="79705" y="7573"/>
                    <a:pt x="79691" y="7867"/>
                  </a:cubicBezTo>
                  <a:cubicBezTo>
                    <a:pt x="79676" y="8162"/>
                    <a:pt x="79669" y="8405"/>
                    <a:pt x="79669" y="8597"/>
                  </a:cubicBezTo>
                  <a:lnTo>
                    <a:pt x="79669" y="10641"/>
                  </a:lnTo>
                  <a:cubicBezTo>
                    <a:pt x="79669" y="11164"/>
                    <a:pt x="79672" y="11591"/>
                    <a:pt x="79680" y="11923"/>
                  </a:cubicBezTo>
                  <a:cubicBezTo>
                    <a:pt x="79687" y="12254"/>
                    <a:pt x="79691" y="12519"/>
                    <a:pt x="79691" y="12718"/>
                  </a:cubicBezTo>
                  <a:lnTo>
                    <a:pt x="79691" y="13260"/>
                  </a:lnTo>
                  <a:cubicBezTo>
                    <a:pt x="79735" y="13599"/>
                    <a:pt x="79864" y="13849"/>
                    <a:pt x="80077" y="14011"/>
                  </a:cubicBezTo>
                  <a:cubicBezTo>
                    <a:pt x="80291" y="14173"/>
                    <a:pt x="80530" y="14254"/>
                    <a:pt x="80796" y="14254"/>
                  </a:cubicBezTo>
                  <a:cubicBezTo>
                    <a:pt x="81046" y="14254"/>
                    <a:pt x="81285" y="14166"/>
                    <a:pt x="81514" y="13989"/>
                  </a:cubicBezTo>
                  <a:cubicBezTo>
                    <a:pt x="81742" y="13812"/>
                    <a:pt x="81864" y="13540"/>
                    <a:pt x="81878" y="13171"/>
                  </a:cubicBezTo>
                  <a:close/>
                  <a:moveTo>
                    <a:pt x="83359" y="12265"/>
                  </a:moveTo>
                  <a:lnTo>
                    <a:pt x="83381" y="12265"/>
                  </a:lnTo>
                  <a:cubicBezTo>
                    <a:pt x="83853" y="12913"/>
                    <a:pt x="84479" y="13422"/>
                    <a:pt x="85260" y="13790"/>
                  </a:cubicBezTo>
                  <a:cubicBezTo>
                    <a:pt x="86041" y="14158"/>
                    <a:pt x="86843" y="14343"/>
                    <a:pt x="87669" y="14343"/>
                  </a:cubicBezTo>
                  <a:cubicBezTo>
                    <a:pt x="88037" y="14343"/>
                    <a:pt x="88405" y="14254"/>
                    <a:pt x="88773" y="14077"/>
                  </a:cubicBezTo>
                  <a:cubicBezTo>
                    <a:pt x="89142" y="13901"/>
                    <a:pt x="89470" y="13665"/>
                    <a:pt x="89757" y="13370"/>
                  </a:cubicBezTo>
                  <a:cubicBezTo>
                    <a:pt x="90044" y="13076"/>
                    <a:pt x="90276" y="12740"/>
                    <a:pt x="90453" y="12365"/>
                  </a:cubicBezTo>
                  <a:cubicBezTo>
                    <a:pt x="90630" y="11989"/>
                    <a:pt x="90718" y="11602"/>
                    <a:pt x="90718" y="11204"/>
                  </a:cubicBezTo>
                  <a:cubicBezTo>
                    <a:pt x="90718" y="10703"/>
                    <a:pt x="90641" y="10276"/>
                    <a:pt x="90486" y="9923"/>
                  </a:cubicBezTo>
                  <a:cubicBezTo>
                    <a:pt x="90331" y="9569"/>
                    <a:pt x="90114" y="9267"/>
                    <a:pt x="89834" y="9017"/>
                  </a:cubicBezTo>
                  <a:cubicBezTo>
                    <a:pt x="89554" y="8766"/>
                    <a:pt x="89223" y="8556"/>
                    <a:pt x="88840" y="8387"/>
                  </a:cubicBezTo>
                  <a:cubicBezTo>
                    <a:pt x="88457" y="8217"/>
                    <a:pt x="88037" y="8066"/>
                    <a:pt x="87580" y="7934"/>
                  </a:cubicBezTo>
                  <a:cubicBezTo>
                    <a:pt x="87418" y="7890"/>
                    <a:pt x="87249" y="7842"/>
                    <a:pt x="87072" y="7790"/>
                  </a:cubicBezTo>
                  <a:cubicBezTo>
                    <a:pt x="86895" y="7738"/>
                    <a:pt x="86729" y="7676"/>
                    <a:pt x="86575" y="7602"/>
                  </a:cubicBezTo>
                  <a:cubicBezTo>
                    <a:pt x="86420" y="7529"/>
                    <a:pt x="86280" y="7436"/>
                    <a:pt x="86155" y="7326"/>
                  </a:cubicBezTo>
                  <a:cubicBezTo>
                    <a:pt x="86029" y="7215"/>
                    <a:pt x="85923" y="7079"/>
                    <a:pt x="85834" y="6917"/>
                  </a:cubicBezTo>
                  <a:cubicBezTo>
                    <a:pt x="85790" y="6505"/>
                    <a:pt x="85871" y="6210"/>
                    <a:pt x="86077" y="6033"/>
                  </a:cubicBezTo>
                  <a:cubicBezTo>
                    <a:pt x="86284" y="5856"/>
                    <a:pt x="86541" y="5757"/>
                    <a:pt x="86851" y="5735"/>
                  </a:cubicBezTo>
                  <a:cubicBezTo>
                    <a:pt x="87160" y="5713"/>
                    <a:pt x="87473" y="5742"/>
                    <a:pt x="87790" y="5823"/>
                  </a:cubicBezTo>
                  <a:cubicBezTo>
                    <a:pt x="88107" y="5904"/>
                    <a:pt x="88354" y="5989"/>
                    <a:pt x="88530" y="6077"/>
                  </a:cubicBezTo>
                  <a:cubicBezTo>
                    <a:pt x="88751" y="6195"/>
                    <a:pt x="88961" y="6254"/>
                    <a:pt x="89160" y="6254"/>
                  </a:cubicBezTo>
                  <a:cubicBezTo>
                    <a:pt x="89359" y="6254"/>
                    <a:pt x="89536" y="6210"/>
                    <a:pt x="89691" y="6122"/>
                  </a:cubicBezTo>
                  <a:cubicBezTo>
                    <a:pt x="89845" y="6033"/>
                    <a:pt x="89971" y="5919"/>
                    <a:pt x="90066" y="5779"/>
                  </a:cubicBezTo>
                  <a:cubicBezTo>
                    <a:pt x="90162" y="5639"/>
                    <a:pt x="90210" y="5481"/>
                    <a:pt x="90210" y="5304"/>
                  </a:cubicBezTo>
                  <a:cubicBezTo>
                    <a:pt x="90210" y="5157"/>
                    <a:pt x="90158" y="5002"/>
                    <a:pt x="90055" y="4840"/>
                  </a:cubicBezTo>
                  <a:cubicBezTo>
                    <a:pt x="89952" y="4678"/>
                    <a:pt x="89797" y="4523"/>
                    <a:pt x="89591" y="4376"/>
                  </a:cubicBezTo>
                  <a:cubicBezTo>
                    <a:pt x="89061" y="4081"/>
                    <a:pt x="88460" y="3875"/>
                    <a:pt x="87790" y="3757"/>
                  </a:cubicBezTo>
                  <a:cubicBezTo>
                    <a:pt x="87120" y="3639"/>
                    <a:pt x="86475" y="3661"/>
                    <a:pt x="85856" y="3823"/>
                  </a:cubicBezTo>
                  <a:cubicBezTo>
                    <a:pt x="85547" y="3897"/>
                    <a:pt x="85256" y="4033"/>
                    <a:pt x="84983" y="4232"/>
                  </a:cubicBezTo>
                  <a:cubicBezTo>
                    <a:pt x="84711" y="4431"/>
                    <a:pt x="84475" y="4667"/>
                    <a:pt x="84276" y="4939"/>
                  </a:cubicBezTo>
                  <a:cubicBezTo>
                    <a:pt x="84077" y="5212"/>
                    <a:pt x="83919" y="5510"/>
                    <a:pt x="83801" y="5834"/>
                  </a:cubicBezTo>
                  <a:cubicBezTo>
                    <a:pt x="83683" y="6158"/>
                    <a:pt x="83624" y="6475"/>
                    <a:pt x="83624" y="6785"/>
                  </a:cubicBezTo>
                  <a:cubicBezTo>
                    <a:pt x="83624" y="7006"/>
                    <a:pt x="83669" y="7245"/>
                    <a:pt x="83757" y="7503"/>
                  </a:cubicBezTo>
                  <a:cubicBezTo>
                    <a:pt x="83845" y="7761"/>
                    <a:pt x="83971" y="8000"/>
                    <a:pt x="84133" y="8221"/>
                  </a:cubicBezTo>
                  <a:cubicBezTo>
                    <a:pt x="84309" y="8457"/>
                    <a:pt x="84494" y="8652"/>
                    <a:pt x="84685" y="8807"/>
                  </a:cubicBezTo>
                  <a:cubicBezTo>
                    <a:pt x="84877" y="8961"/>
                    <a:pt x="85076" y="9090"/>
                    <a:pt x="85282" y="9193"/>
                  </a:cubicBezTo>
                  <a:cubicBezTo>
                    <a:pt x="85488" y="9297"/>
                    <a:pt x="85702" y="9381"/>
                    <a:pt x="85923" y="9448"/>
                  </a:cubicBezTo>
                  <a:cubicBezTo>
                    <a:pt x="86144" y="9514"/>
                    <a:pt x="86365" y="9576"/>
                    <a:pt x="86586" y="9635"/>
                  </a:cubicBezTo>
                  <a:cubicBezTo>
                    <a:pt x="86718" y="9680"/>
                    <a:pt x="86862" y="9716"/>
                    <a:pt x="87017" y="9746"/>
                  </a:cubicBezTo>
                  <a:cubicBezTo>
                    <a:pt x="87171" y="9775"/>
                    <a:pt x="87333" y="9820"/>
                    <a:pt x="87503" y="9878"/>
                  </a:cubicBezTo>
                  <a:cubicBezTo>
                    <a:pt x="87672" y="9937"/>
                    <a:pt x="87834" y="10026"/>
                    <a:pt x="87989" y="10144"/>
                  </a:cubicBezTo>
                  <a:cubicBezTo>
                    <a:pt x="88144" y="10262"/>
                    <a:pt x="88287" y="10424"/>
                    <a:pt x="88420" y="10630"/>
                  </a:cubicBezTo>
                  <a:cubicBezTo>
                    <a:pt x="88523" y="10792"/>
                    <a:pt x="88575" y="10969"/>
                    <a:pt x="88575" y="11160"/>
                  </a:cubicBezTo>
                  <a:cubicBezTo>
                    <a:pt x="88575" y="11352"/>
                    <a:pt x="88534" y="11529"/>
                    <a:pt x="88453" y="11691"/>
                  </a:cubicBezTo>
                  <a:cubicBezTo>
                    <a:pt x="88372" y="11853"/>
                    <a:pt x="88247" y="11996"/>
                    <a:pt x="88077" y="12122"/>
                  </a:cubicBezTo>
                  <a:cubicBezTo>
                    <a:pt x="87908" y="12247"/>
                    <a:pt x="87713" y="12331"/>
                    <a:pt x="87492" y="12376"/>
                  </a:cubicBezTo>
                  <a:cubicBezTo>
                    <a:pt x="87020" y="12464"/>
                    <a:pt x="86571" y="12368"/>
                    <a:pt x="86144" y="12088"/>
                  </a:cubicBezTo>
                  <a:cubicBezTo>
                    <a:pt x="85716" y="11808"/>
                    <a:pt x="85348" y="11462"/>
                    <a:pt x="85039" y="11050"/>
                  </a:cubicBezTo>
                  <a:cubicBezTo>
                    <a:pt x="84744" y="10858"/>
                    <a:pt x="84471" y="10762"/>
                    <a:pt x="84221" y="10762"/>
                  </a:cubicBezTo>
                  <a:cubicBezTo>
                    <a:pt x="83838" y="10762"/>
                    <a:pt x="83547" y="10906"/>
                    <a:pt x="83348" y="11193"/>
                  </a:cubicBezTo>
                  <a:cubicBezTo>
                    <a:pt x="83149" y="11481"/>
                    <a:pt x="83153" y="11838"/>
                    <a:pt x="83359" y="12265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53" name="cockpit-next-observation-to-agent shaft" descr="cockpit-next-observation-to-agent shaft"/>
            <p:cNvSpPr/>
            <p:nvPr/>
          </p:nvSpPr>
          <p:spPr>
            <a:xfrm>
              <a:off x="2860229" y="1076700"/>
              <a:ext cx="991471" cy="88800"/>
            </a:xfrm>
            <a:custGeom>
              <a:avLst/>
              <a:gdLst/>
              <a:ahLst/>
              <a:cxnLst/>
              <a:rect l="0" t="0" r="r" b="b"/>
              <a:pathLst>
                <a:path w="178643" h="16000">
                  <a:moveTo>
                    <a:pt x="178643" y="0"/>
                  </a:moveTo>
                  <a:cubicBezTo>
                    <a:pt x="141643" y="15000"/>
                    <a:pt x="47643" y="16000"/>
                    <a:pt x="0" y="1274"/>
                  </a:cubicBezTo>
                </a:path>
              </a:pathLst>
            </a:custGeom>
            <a:noFill/>
            <a:ln w="27750" cap="rnd" cmpd="sng">
              <a:solidFill>
                <a:srgbClr val="56A6E2"/>
              </a:solidFill>
              <a:round/>
            </a:ln>
            <a:effectLst/>
          </p:spPr>
        </p:sp>
        <p:sp>
          <p:nvSpPr>
            <p:cNvPr id="54" name="cockpit-next-observation-to-agent head" descr="cockpit-next-observation-to-agent head"/>
            <p:cNvSpPr/>
            <p:nvPr/>
          </p:nvSpPr>
          <p:spPr>
            <a:xfrm>
              <a:off x="2819400" y="1056978"/>
              <a:ext cx="85707" cy="74235"/>
            </a:xfrm>
            <a:custGeom>
              <a:avLst/>
              <a:gdLst/>
              <a:ahLst/>
              <a:cxnLst/>
              <a:rect l="0" t="0" r="r" b="b"/>
              <a:pathLst>
                <a:path w="15443" h="13376">
                  <a:moveTo>
                    <a:pt x="0" y="2554"/>
                  </a:moveTo>
                  <a:lnTo>
                    <a:pt x="15443" y="0"/>
                  </a:lnTo>
                  <a:lnTo>
                    <a:pt x="11308" y="13376"/>
                  </a:lnTo>
                  <a:close/>
                </a:path>
              </a:pathLst>
            </a:custGeom>
            <a:solidFill>
              <a:srgbClr val="56A6E2"/>
            </a:solidFill>
            <a:ln w="5550" cap="rnd" cmpd="sng">
              <a:noFill/>
              <a:round/>
            </a:ln>
            <a:effectLst/>
          </p:spPr>
        </p:sp>
        <p:sp>
          <p:nvSpPr>
            <p:cNvPr id="55" name="next-observation-label" descr="Next observation"/>
            <p:cNvSpPr/>
            <p:nvPr/>
          </p:nvSpPr>
          <p:spPr>
            <a:xfrm>
              <a:off x="2938060" y="980743"/>
              <a:ext cx="805731" cy="77252"/>
            </a:xfrm>
            <a:custGeom>
              <a:avLst/>
              <a:gdLst/>
              <a:ahLst/>
              <a:cxnLst/>
              <a:rect l="0" t="0" r="r" b="b"/>
              <a:pathLst>
                <a:path w="145177" h="13919">
                  <a:moveTo>
                    <a:pt x="8587" y="1050"/>
                  </a:moveTo>
                  <a:lnTo>
                    <a:pt x="8587" y="1071"/>
                  </a:lnTo>
                  <a:cubicBezTo>
                    <a:pt x="8587" y="2512"/>
                    <a:pt x="8576" y="3887"/>
                    <a:pt x="8555" y="5196"/>
                  </a:cubicBezTo>
                  <a:cubicBezTo>
                    <a:pt x="8534" y="6505"/>
                    <a:pt x="8503" y="7866"/>
                    <a:pt x="8461" y="9280"/>
                  </a:cubicBezTo>
                  <a:cubicBezTo>
                    <a:pt x="7537" y="7880"/>
                    <a:pt x="6578" y="6561"/>
                    <a:pt x="5585" y="5322"/>
                  </a:cubicBezTo>
                  <a:cubicBezTo>
                    <a:pt x="4591" y="4083"/>
                    <a:pt x="3555" y="2820"/>
                    <a:pt x="2477" y="1533"/>
                  </a:cubicBezTo>
                  <a:lnTo>
                    <a:pt x="1827" y="777"/>
                  </a:lnTo>
                  <a:cubicBezTo>
                    <a:pt x="1505" y="567"/>
                    <a:pt x="1239" y="462"/>
                    <a:pt x="1029" y="462"/>
                  </a:cubicBezTo>
                  <a:cubicBezTo>
                    <a:pt x="777" y="462"/>
                    <a:pt x="560" y="535"/>
                    <a:pt x="378" y="682"/>
                  </a:cubicBezTo>
                  <a:cubicBezTo>
                    <a:pt x="196" y="829"/>
                    <a:pt x="70" y="1043"/>
                    <a:pt x="0" y="1323"/>
                  </a:cubicBezTo>
                  <a:lnTo>
                    <a:pt x="0" y="7012"/>
                  </a:lnTo>
                  <a:cubicBezTo>
                    <a:pt x="0" y="7978"/>
                    <a:pt x="3" y="8933"/>
                    <a:pt x="10" y="9878"/>
                  </a:cubicBezTo>
                  <a:cubicBezTo>
                    <a:pt x="17" y="10823"/>
                    <a:pt x="21" y="11757"/>
                    <a:pt x="21" y="12681"/>
                  </a:cubicBezTo>
                  <a:cubicBezTo>
                    <a:pt x="63" y="13003"/>
                    <a:pt x="185" y="13244"/>
                    <a:pt x="388" y="13405"/>
                  </a:cubicBezTo>
                  <a:cubicBezTo>
                    <a:pt x="591" y="13566"/>
                    <a:pt x="819" y="13646"/>
                    <a:pt x="1071" y="13646"/>
                  </a:cubicBezTo>
                  <a:cubicBezTo>
                    <a:pt x="1309" y="13646"/>
                    <a:pt x="1536" y="13562"/>
                    <a:pt x="1753" y="13394"/>
                  </a:cubicBezTo>
                  <a:cubicBezTo>
                    <a:pt x="1970" y="13227"/>
                    <a:pt x="2085" y="12961"/>
                    <a:pt x="2099" y="12597"/>
                  </a:cubicBezTo>
                  <a:cubicBezTo>
                    <a:pt x="2099" y="11673"/>
                    <a:pt x="2096" y="10819"/>
                    <a:pt x="2089" y="10035"/>
                  </a:cubicBezTo>
                  <a:cubicBezTo>
                    <a:pt x="2082" y="9252"/>
                    <a:pt x="2078" y="8496"/>
                    <a:pt x="2078" y="7768"/>
                  </a:cubicBezTo>
                  <a:lnTo>
                    <a:pt x="2078" y="4241"/>
                  </a:lnTo>
                  <a:cubicBezTo>
                    <a:pt x="2638" y="4941"/>
                    <a:pt x="3191" y="5637"/>
                    <a:pt x="3737" y="6330"/>
                  </a:cubicBezTo>
                  <a:cubicBezTo>
                    <a:pt x="4283" y="7023"/>
                    <a:pt x="4818" y="7719"/>
                    <a:pt x="5343" y="8419"/>
                  </a:cubicBezTo>
                  <a:cubicBezTo>
                    <a:pt x="5868" y="9119"/>
                    <a:pt x="6379" y="9839"/>
                    <a:pt x="6876" y="10581"/>
                  </a:cubicBezTo>
                  <a:cubicBezTo>
                    <a:pt x="7373" y="11323"/>
                    <a:pt x="7859" y="12093"/>
                    <a:pt x="8335" y="12891"/>
                  </a:cubicBezTo>
                  <a:lnTo>
                    <a:pt x="8482" y="13143"/>
                  </a:lnTo>
                  <a:cubicBezTo>
                    <a:pt x="8776" y="13436"/>
                    <a:pt x="9084" y="13583"/>
                    <a:pt x="9406" y="13583"/>
                  </a:cubicBezTo>
                  <a:cubicBezTo>
                    <a:pt x="9601" y="13583"/>
                    <a:pt x="9790" y="13517"/>
                    <a:pt x="9972" y="13384"/>
                  </a:cubicBezTo>
                  <a:cubicBezTo>
                    <a:pt x="10154" y="13251"/>
                    <a:pt x="10294" y="13052"/>
                    <a:pt x="10392" y="12786"/>
                  </a:cubicBezTo>
                  <a:lnTo>
                    <a:pt x="10392" y="12691"/>
                  </a:lnTo>
                  <a:cubicBezTo>
                    <a:pt x="10392" y="12656"/>
                    <a:pt x="10399" y="12604"/>
                    <a:pt x="10413" y="12534"/>
                  </a:cubicBezTo>
                  <a:cubicBezTo>
                    <a:pt x="10525" y="10546"/>
                    <a:pt x="10595" y="8618"/>
                    <a:pt x="10623" y="6750"/>
                  </a:cubicBezTo>
                  <a:cubicBezTo>
                    <a:pt x="10651" y="4881"/>
                    <a:pt x="10665" y="2960"/>
                    <a:pt x="10665" y="987"/>
                  </a:cubicBezTo>
                  <a:cubicBezTo>
                    <a:pt x="10595" y="707"/>
                    <a:pt x="10459" y="497"/>
                    <a:pt x="10256" y="357"/>
                  </a:cubicBezTo>
                  <a:cubicBezTo>
                    <a:pt x="10053" y="217"/>
                    <a:pt x="9839" y="147"/>
                    <a:pt x="9615" y="147"/>
                  </a:cubicBezTo>
                  <a:cubicBezTo>
                    <a:pt x="9378" y="147"/>
                    <a:pt x="9164" y="220"/>
                    <a:pt x="8975" y="367"/>
                  </a:cubicBezTo>
                  <a:cubicBezTo>
                    <a:pt x="8786" y="514"/>
                    <a:pt x="8657" y="742"/>
                    <a:pt x="8587" y="1050"/>
                  </a:cubicBezTo>
                  <a:close/>
                  <a:moveTo>
                    <a:pt x="19777" y="10707"/>
                  </a:moveTo>
                  <a:cubicBezTo>
                    <a:pt x="19371" y="10959"/>
                    <a:pt x="18927" y="11201"/>
                    <a:pt x="18444" y="11431"/>
                  </a:cubicBezTo>
                  <a:cubicBezTo>
                    <a:pt x="17961" y="11662"/>
                    <a:pt x="17495" y="11792"/>
                    <a:pt x="17048" y="11820"/>
                  </a:cubicBezTo>
                  <a:cubicBezTo>
                    <a:pt x="16516" y="11862"/>
                    <a:pt x="16068" y="11764"/>
                    <a:pt x="15704" y="11526"/>
                  </a:cubicBezTo>
                  <a:cubicBezTo>
                    <a:pt x="15340" y="11288"/>
                    <a:pt x="15060" y="10966"/>
                    <a:pt x="14864" y="10560"/>
                  </a:cubicBezTo>
                  <a:cubicBezTo>
                    <a:pt x="14892" y="10560"/>
                    <a:pt x="14966" y="10546"/>
                    <a:pt x="15085" y="10518"/>
                  </a:cubicBezTo>
                  <a:cubicBezTo>
                    <a:pt x="15203" y="10490"/>
                    <a:pt x="15480" y="10420"/>
                    <a:pt x="15914" y="10308"/>
                  </a:cubicBezTo>
                  <a:cubicBezTo>
                    <a:pt x="16320" y="10210"/>
                    <a:pt x="16754" y="10098"/>
                    <a:pt x="17215" y="9972"/>
                  </a:cubicBezTo>
                  <a:cubicBezTo>
                    <a:pt x="17677" y="9846"/>
                    <a:pt x="18125" y="9692"/>
                    <a:pt x="18559" y="9510"/>
                  </a:cubicBezTo>
                  <a:cubicBezTo>
                    <a:pt x="18993" y="9329"/>
                    <a:pt x="19392" y="9115"/>
                    <a:pt x="19756" y="8870"/>
                  </a:cubicBezTo>
                  <a:cubicBezTo>
                    <a:pt x="20120" y="8625"/>
                    <a:pt x="20407" y="8335"/>
                    <a:pt x="20617" y="7999"/>
                  </a:cubicBezTo>
                  <a:cubicBezTo>
                    <a:pt x="20729" y="7831"/>
                    <a:pt x="20806" y="7656"/>
                    <a:pt x="20848" y="7474"/>
                  </a:cubicBezTo>
                  <a:cubicBezTo>
                    <a:pt x="20890" y="7292"/>
                    <a:pt x="20910" y="7103"/>
                    <a:pt x="20910" y="6907"/>
                  </a:cubicBezTo>
                  <a:cubicBezTo>
                    <a:pt x="20910" y="6613"/>
                    <a:pt x="20855" y="6319"/>
                    <a:pt x="20743" y="6025"/>
                  </a:cubicBezTo>
                  <a:cubicBezTo>
                    <a:pt x="20631" y="5731"/>
                    <a:pt x="20477" y="5462"/>
                    <a:pt x="20281" y="5217"/>
                  </a:cubicBezTo>
                  <a:cubicBezTo>
                    <a:pt x="20085" y="4972"/>
                    <a:pt x="19854" y="4762"/>
                    <a:pt x="19588" y="4587"/>
                  </a:cubicBezTo>
                  <a:cubicBezTo>
                    <a:pt x="19322" y="4412"/>
                    <a:pt x="19035" y="4290"/>
                    <a:pt x="18727" y="4220"/>
                  </a:cubicBezTo>
                  <a:cubicBezTo>
                    <a:pt x="18405" y="4150"/>
                    <a:pt x="18076" y="4115"/>
                    <a:pt x="17740" y="4115"/>
                  </a:cubicBezTo>
                  <a:cubicBezTo>
                    <a:pt x="17110" y="4115"/>
                    <a:pt x="16502" y="4220"/>
                    <a:pt x="15914" y="4430"/>
                  </a:cubicBezTo>
                  <a:cubicBezTo>
                    <a:pt x="15326" y="4640"/>
                    <a:pt x="14780" y="4920"/>
                    <a:pt x="14276" y="5270"/>
                  </a:cubicBezTo>
                  <a:cubicBezTo>
                    <a:pt x="13646" y="5690"/>
                    <a:pt x="13188" y="6235"/>
                    <a:pt x="12901" y="6907"/>
                  </a:cubicBezTo>
                  <a:cubicBezTo>
                    <a:pt x="12614" y="7579"/>
                    <a:pt x="12471" y="8279"/>
                    <a:pt x="12471" y="9007"/>
                  </a:cubicBezTo>
                  <a:cubicBezTo>
                    <a:pt x="12471" y="9748"/>
                    <a:pt x="12635" y="10473"/>
                    <a:pt x="12964" y="11180"/>
                  </a:cubicBezTo>
                  <a:cubicBezTo>
                    <a:pt x="13293" y="11886"/>
                    <a:pt x="13751" y="12457"/>
                    <a:pt x="14339" y="12891"/>
                  </a:cubicBezTo>
                  <a:cubicBezTo>
                    <a:pt x="14703" y="13143"/>
                    <a:pt x="15095" y="13328"/>
                    <a:pt x="15515" y="13447"/>
                  </a:cubicBezTo>
                  <a:cubicBezTo>
                    <a:pt x="15935" y="13566"/>
                    <a:pt x="16348" y="13625"/>
                    <a:pt x="16754" y="13625"/>
                  </a:cubicBezTo>
                  <a:cubicBezTo>
                    <a:pt x="17439" y="13625"/>
                    <a:pt x="18122" y="13503"/>
                    <a:pt x="18801" y="13258"/>
                  </a:cubicBezTo>
                  <a:cubicBezTo>
                    <a:pt x="19479" y="13013"/>
                    <a:pt x="20113" y="12716"/>
                    <a:pt x="20701" y="12366"/>
                  </a:cubicBezTo>
                  <a:cubicBezTo>
                    <a:pt x="20910" y="12240"/>
                    <a:pt x="21064" y="12103"/>
                    <a:pt x="21162" y="11956"/>
                  </a:cubicBezTo>
                  <a:cubicBezTo>
                    <a:pt x="21260" y="11809"/>
                    <a:pt x="21309" y="11659"/>
                    <a:pt x="21309" y="11505"/>
                  </a:cubicBezTo>
                  <a:cubicBezTo>
                    <a:pt x="21309" y="11351"/>
                    <a:pt x="21271" y="11208"/>
                    <a:pt x="21194" y="11075"/>
                  </a:cubicBezTo>
                  <a:cubicBezTo>
                    <a:pt x="21117" y="10942"/>
                    <a:pt x="21012" y="10833"/>
                    <a:pt x="20879" y="10749"/>
                  </a:cubicBezTo>
                  <a:cubicBezTo>
                    <a:pt x="20746" y="10665"/>
                    <a:pt x="20585" y="10616"/>
                    <a:pt x="20396" y="10602"/>
                  </a:cubicBezTo>
                  <a:cubicBezTo>
                    <a:pt x="20207" y="10588"/>
                    <a:pt x="20001" y="10623"/>
                    <a:pt x="19777" y="10707"/>
                  </a:cubicBezTo>
                  <a:close/>
                  <a:moveTo>
                    <a:pt x="15914" y="6487"/>
                  </a:moveTo>
                  <a:cubicBezTo>
                    <a:pt x="16152" y="6375"/>
                    <a:pt x="16453" y="6260"/>
                    <a:pt x="16817" y="6141"/>
                  </a:cubicBezTo>
                  <a:cubicBezTo>
                    <a:pt x="17180" y="6022"/>
                    <a:pt x="17523" y="5962"/>
                    <a:pt x="17845" y="5962"/>
                  </a:cubicBezTo>
                  <a:cubicBezTo>
                    <a:pt x="18139" y="5962"/>
                    <a:pt x="18391" y="6039"/>
                    <a:pt x="18601" y="6193"/>
                  </a:cubicBezTo>
                  <a:cubicBezTo>
                    <a:pt x="18811" y="6347"/>
                    <a:pt x="18902" y="6627"/>
                    <a:pt x="18874" y="7033"/>
                  </a:cubicBezTo>
                  <a:cubicBezTo>
                    <a:pt x="18790" y="7201"/>
                    <a:pt x="18626" y="7355"/>
                    <a:pt x="18381" y="7495"/>
                  </a:cubicBezTo>
                  <a:cubicBezTo>
                    <a:pt x="18136" y="7635"/>
                    <a:pt x="17870" y="7757"/>
                    <a:pt x="17583" y="7862"/>
                  </a:cubicBezTo>
                  <a:cubicBezTo>
                    <a:pt x="17296" y="7967"/>
                    <a:pt x="17013" y="8058"/>
                    <a:pt x="16733" y="8135"/>
                  </a:cubicBezTo>
                  <a:cubicBezTo>
                    <a:pt x="16453" y="8212"/>
                    <a:pt x="16243" y="8272"/>
                    <a:pt x="16103" y="8314"/>
                  </a:cubicBezTo>
                  <a:cubicBezTo>
                    <a:pt x="15711" y="8426"/>
                    <a:pt x="15410" y="8513"/>
                    <a:pt x="15200" y="8576"/>
                  </a:cubicBezTo>
                  <a:cubicBezTo>
                    <a:pt x="14990" y="8639"/>
                    <a:pt x="14833" y="8685"/>
                    <a:pt x="14728" y="8713"/>
                  </a:cubicBezTo>
                  <a:cubicBezTo>
                    <a:pt x="14623" y="8741"/>
                    <a:pt x="14560" y="8758"/>
                    <a:pt x="14539" y="8765"/>
                  </a:cubicBezTo>
                  <a:lnTo>
                    <a:pt x="14507" y="8776"/>
                  </a:lnTo>
                  <a:cubicBezTo>
                    <a:pt x="14535" y="8286"/>
                    <a:pt x="14661" y="7841"/>
                    <a:pt x="14885" y="7443"/>
                  </a:cubicBezTo>
                  <a:cubicBezTo>
                    <a:pt x="15109" y="7044"/>
                    <a:pt x="15452" y="6725"/>
                    <a:pt x="15914" y="6487"/>
                  </a:cubicBezTo>
                  <a:close/>
                  <a:moveTo>
                    <a:pt x="29686" y="4073"/>
                  </a:moveTo>
                  <a:cubicBezTo>
                    <a:pt x="29196" y="4535"/>
                    <a:pt x="28724" y="4993"/>
                    <a:pt x="28269" y="5448"/>
                  </a:cubicBezTo>
                  <a:cubicBezTo>
                    <a:pt x="27814" y="5903"/>
                    <a:pt x="27370" y="6375"/>
                    <a:pt x="26936" y="6865"/>
                  </a:cubicBezTo>
                  <a:lnTo>
                    <a:pt x="25340" y="5249"/>
                  </a:lnTo>
                  <a:lnTo>
                    <a:pt x="24354" y="4241"/>
                  </a:lnTo>
                  <a:cubicBezTo>
                    <a:pt x="24200" y="4129"/>
                    <a:pt x="24053" y="4048"/>
                    <a:pt x="23913" y="3999"/>
                  </a:cubicBezTo>
                  <a:cubicBezTo>
                    <a:pt x="23773" y="3950"/>
                    <a:pt x="23647" y="3926"/>
                    <a:pt x="23535" y="3926"/>
                  </a:cubicBezTo>
                  <a:cubicBezTo>
                    <a:pt x="23255" y="3926"/>
                    <a:pt x="23020" y="4006"/>
                    <a:pt x="22831" y="4167"/>
                  </a:cubicBezTo>
                  <a:cubicBezTo>
                    <a:pt x="22643" y="4328"/>
                    <a:pt x="22548" y="4528"/>
                    <a:pt x="22548" y="4766"/>
                  </a:cubicBezTo>
                  <a:cubicBezTo>
                    <a:pt x="22548" y="4878"/>
                    <a:pt x="22576" y="5004"/>
                    <a:pt x="22632" y="5144"/>
                  </a:cubicBezTo>
                  <a:cubicBezTo>
                    <a:pt x="22688" y="5284"/>
                    <a:pt x="22793" y="5424"/>
                    <a:pt x="22947" y="5564"/>
                  </a:cubicBezTo>
                  <a:lnTo>
                    <a:pt x="22926" y="5564"/>
                  </a:lnTo>
                  <a:lnTo>
                    <a:pt x="23829" y="6529"/>
                  </a:lnTo>
                  <a:cubicBezTo>
                    <a:pt x="24123" y="6837"/>
                    <a:pt x="24424" y="7145"/>
                    <a:pt x="24731" y="7453"/>
                  </a:cubicBezTo>
                  <a:cubicBezTo>
                    <a:pt x="25039" y="7761"/>
                    <a:pt x="25340" y="8069"/>
                    <a:pt x="25634" y="8377"/>
                  </a:cubicBezTo>
                  <a:cubicBezTo>
                    <a:pt x="25130" y="9007"/>
                    <a:pt x="24637" y="9640"/>
                    <a:pt x="24154" y="10277"/>
                  </a:cubicBezTo>
                  <a:cubicBezTo>
                    <a:pt x="23671" y="10914"/>
                    <a:pt x="23227" y="11561"/>
                    <a:pt x="22821" y="12219"/>
                  </a:cubicBezTo>
                  <a:cubicBezTo>
                    <a:pt x="22681" y="12443"/>
                    <a:pt x="22611" y="12646"/>
                    <a:pt x="22611" y="12828"/>
                  </a:cubicBezTo>
                  <a:cubicBezTo>
                    <a:pt x="22611" y="13080"/>
                    <a:pt x="22709" y="13293"/>
                    <a:pt x="22905" y="13468"/>
                  </a:cubicBezTo>
                  <a:cubicBezTo>
                    <a:pt x="23101" y="13643"/>
                    <a:pt x="23339" y="13730"/>
                    <a:pt x="23619" y="13730"/>
                  </a:cubicBezTo>
                  <a:cubicBezTo>
                    <a:pt x="23969" y="13730"/>
                    <a:pt x="24277" y="13576"/>
                    <a:pt x="24543" y="13269"/>
                  </a:cubicBezTo>
                  <a:cubicBezTo>
                    <a:pt x="24948" y="12653"/>
                    <a:pt x="25351" y="12065"/>
                    <a:pt x="25750" y="11505"/>
                  </a:cubicBezTo>
                  <a:cubicBezTo>
                    <a:pt x="26149" y="10945"/>
                    <a:pt x="26551" y="10413"/>
                    <a:pt x="26957" y="9909"/>
                  </a:cubicBezTo>
                  <a:cubicBezTo>
                    <a:pt x="27881" y="11001"/>
                    <a:pt x="28734" y="12170"/>
                    <a:pt x="29518" y="13415"/>
                  </a:cubicBezTo>
                  <a:cubicBezTo>
                    <a:pt x="29658" y="13569"/>
                    <a:pt x="29812" y="13681"/>
                    <a:pt x="29980" y="13751"/>
                  </a:cubicBezTo>
                  <a:cubicBezTo>
                    <a:pt x="30148" y="13821"/>
                    <a:pt x="30309" y="13856"/>
                    <a:pt x="30463" y="13856"/>
                  </a:cubicBezTo>
                  <a:cubicBezTo>
                    <a:pt x="30771" y="13856"/>
                    <a:pt x="31023" y="13737"/>
                    <a:pt x="31219" y="13499"/>
                  </a:cubicBezTo>
                  <a:cubicBezTo>
                    <a:pt x="31415" y="13262"/>
                    <a:pt x="31457" y="12954"/>
                    <a:pt x="31345" y="12576"/>
                  </a:cubicBezTo>
                  <a:cubicBezTo>
                    <a:pt x="30883" y="11820"/>
                    <a:pt x="30400" y="11099"/>
                    <a:pt x="29896" y="10413"/>
                  </a:cubicBezTo>
                  <a:cubicBezTo>
                    <a:pt x="29392" y="9727"/>
                    <a:pt x="28846" y="9049"/>
                    <a:pt x="28259" y="8377"/>
                  </a:cubicBezTo>
                  <a:cubicBezTo>
                    <a:pt x="28720" y="7845"/>
                    <a:pt x="29203" y="7320"/>
                    <a:pt x="29707" y="6802"/>
                  </a:cubicBezTo>
                  <a:cubicBezTo>
                    <a:pt x="30211" y="6284"/>
                    <a:pt x="30715" y="5780"/>
                    <a:pt x="31219" y="5291"/>
                  </a:cubicBezTo>
                  <a:cubicBezTo>
                    <a:pt x="31373" y="5123"/>
                    <a:pt x="31450" y="4906"/>
                    <a:pt x="31450" y="4640"/>
                  </a:cubicBezTo>
                  <a:cubicBezTo>
                    <a:pt x="31450" y="4402"/>
                    <a:pt x="31355" y="4199"/>
                    <a:pt x="31166" y="4031"/>
                  </a:cubicBezTo>
                  <a:cubicBezTo>
                    <a:pt x="30977" y="3863"/>
                    <a:pt x="30750" y="3779"/>
                    <a:pt x="30484" y="3779"/>
                  </a:cubicBezTo>
                  <a:cubicBezTo>
                    <a:pt x="30344" y="3779"/>
                    <a:pt x="30204" y="3800"/>
                    <a:pt x="30064" y="3842"/>
                  </a:cubicBezTo>
                  <a:cubicBezTo>
                    <a:pt x="29924" y="3884"/>
                    <a:pt x="29798" y="3961"/>
                    <a:pt x="29686" y="4073"/>
                  </a:cubicBezTo>
                  <a:close/>
                  <a:moveTo>
                    <a:pt x="34683" y="6025"/>
                  </a:moveTo>
                  <a:lnTo>
                    <a:pt x="35733" y="6025"/>
                  </a:lnTo>
                  <a:lnTo>
                    <a:pt x="35733" y="9238"/>
                  </a:lnTo>
                  <a:cubicBezTo>
                    <a:pt x="35733" y="9797"/>
                    <a:pt x="35736" y="10361"/>
                    <a:pt x="35743" y="10928"/>
                  </a:cubicBezTo>
                  <a:cubicBezTo>
                    <a:pt x="35750" y="11494"/>
                    <a:pt x="35754" y="12044"/>
                    <a:pt x="35754" y="12576"/>
                  </a:cubicBezTo>
                  <a:cubicBezTo>
                    <a:pt x="35796" y="12898"/>
                    <a:pt x="35918" y="13136"/>
                    <a:pt x="36121" y="13290"/>
                  </a:cubicBezTo>
                  <a:cubicBezTo>
                    <a:pt x="36324" y="13443"/>
                    <a:pt x="36544" y="13520"/>
                    <a:pt x="36782" y="13520"/>
                  </a:cubicBezTo>
                  <a:cubicBezTo>
                    <a:pt x="37020" y="13520"/>
                    <a:pt x="37251" y="13436"/>
                    <a:pt x="37475" y="13269"/>
                  </a:cubicBezTo>
                  <a:cubicBezTo>
                    <a:pt x="37699" y="13101"/>
                    <a:pt x="37811" y="12842"/>
                    <a:pt x="37811" y="12492"/>
                  </a:cubicBezTo>
                  <a:cubicBezTo>
                    <a:pt x="37811" y="12058"/>
                    <a:pt x="37808" y="11624"/>
                    <a:pt x="37801" y="11190"/>
                  </a:cubicBezTo>
                  <a:cubicBezTo>
                    <a:pt x="37794" y="10756"/>
                    <a:pt x="37790" y="10322"/>
                    <a:pt x="37790" y="9888"/>
                  </a:cubicBezTo>
                  <a:lnTo>
                    <a:pt x="37790" y="6025"/>
                  </a:lnTo>
                  <a:lnTo>
                    <a:pt x="39575" y="6025"/>
                  </a:lnTo>
                  <a:cubicBezTo>
                    <a:pt x="40218" y="5857"/>
                    <a:pt x="40540" y="5550"/>
                    <a:pt x="40540" y="5102"/>
                  </a:cubicBezTo>
                  <a:cubicBezTo>
                    <a:pt x="40540" y="4906"/>
                    <a:pt x="40467" y="4724"/>
                    <a:pt x="40320" y="4556"/>
                  </a:cubicBezTo>
                  <a:cubicBezTo>
                    <a:pt x="40173" y="4388"/>
                    <a:pt x="39945" y="4262"/>
                    <a:pt x="39638" y="4178"/>
                  </a:cubicBezTo>
                  <a:lnTo>
                    <a:pt x="37790" y="4178"/>
                  </a:lnTo>
                  <a:lnTo>
                    <a:pt x="37790" y="903"/>
                  </a:lnTo>
                  <a:cubicBezTo>
                    <a:pt x="37720" y="623"/>
                    <a:pt x="37587" y="416"/>
                    <a:pt x="37391" y="283"/>
                  </a:cubicBezTo>
                  <a:cubicBezTo>
                    <a:pt x="37195" y="150"/>
                    <a:pt x="36985" y="84"/>
                    <a:pt x="36761" y="84"/>
                  </a:cubicBezTo>
                  <a:cubicBezTo>
                    <a:pt x="36523" y="84"/>
                    <a:pt x="36310" y="157"/>
                    <a:pt x="36121" y="304"/>
                  </a:cubicBezTo>
                  <a:cubicBezTo>
                    <a:pt x="35932" y="451"/>
                    <a:pt x="35803" y="672"/>
                    <a:pt x="35733" y="966"/>
                  </a:cubicBezTo>
                  <a:lnTo>
                    <a:pt x="35733" y="4178"/>
                  </a:lnTo>
                  <a:lnTo>
                    <a:pt x="34767" y="4178"/>
                  </a:lnTo>
                  <a:cubicBezTo>
                    <a:pt x="34389" y="4178"/>
                    <a:pt x="34106" y="4276"/>
                    <a:pt x="33917" y="4472"/>
                  </a:cubicBezTo>
                  <a:cubicBezTo>
                    <a:pt x="33728" y="4668"/>
                    <a:pt x="33633" y="4878"/>
                    <a:pt x="33633" y="5102"/>
                  </a:cubicBezTo>
                  <a:cubicBezTo>
                    <a:pt x="33633" y="5326"/>
                    <a:pt x="33721" y="5522"/>
                    <a:pt x="33896" y="5690"/>
                  </a:cubicBezTo>
                  <a:cubicBezTo>
                    <a:pt x="34071" y="5857"/>
                    <a:pt x="34333" y="5969"/>
                    <a:pt x="34683" y="6025"/>
                  </a:cubicBezTo>
                  <a:close/>
                  <a:moveTo>
                    <a:pt x="53599" y="4136"/>
                  </a:moveTo>
                  <a:cubicBezTo>
                    <a:pt x="52927" y="4136"/>
                    <a:pt x="52294" y="4297"/>
                    <a:pt x="51699" y="4619"/>
                  </a:cubicBezTo>
                  <a:cubicBezTo>
                    <a:pt x="51104" y="4941"/>
                    <a:pt x="50586" y="5364"/>
                    <a:pt x="50145" y="5889"/>
                  </a:cubicBezTo>
                  <a:cubicBezTo>
                    <a:pt x="49704" y="6414"/>
                    <a:pt x="49355" y="7009"/>
                    <a:pt x="49096" y="7673"/>
                  </a:cubicBezTo>
                  <a:cubicBezTo>
                    <a:pt x="48837" y="8338"/>
                    <a:pt x="48707" y="9021"/>
                    <a:pt x="48707" y="9720"/>
                  </a:cubicBezTo>
                  <a:cubicBezTo>
                    <a:pt x="48707" y="10224"/>
                    <a:pt x="48795" y="10725"/>
                    <a:pt x="48970" y="11222"/>
                  </a:cubicBezTo>
                  <a:cubicBezTo>
                    <a:pt x="49145" y="11718"/>
                    <a:pt x="49393" y="12166"/>
                    <a:pt x="49715" y="12565"/>
                  </a:cubicBezTo>
                  <a:cubicBezTo>
                    <a:pt x="50037" y="12964"/>
                    <a:pt x="50432" y="13290"/>
                    <a:pt x="50901" y="13541"/>
                  </a:cubicBezTo>
                  <a:cubicBezTo>
                    <a:pt x="51370" y="13793"/>
                    <a:pt x="51891" y="13919"/>
                    <a:pt x="52465" y="13919"/>
                  </a:cubicBezTo>
                  <a:cubicBezTo>
                    <a:pt x="53011" y="13919"/>
                    <a:pt x="53532" y="13814"/>
                    <a:pt x="54029" y="13604"/>
                  </a:cubicBezTo>
                  <a:cubicBezTo>
                    <a:pt x="54526" y="13394"/>
                    <a:pt x="54978" y="13104"/>
                    <a:pt x="55383" y="12733"/>
                  </a:cubicBezTo>
                  <a:cubicBezTo>
                    <a:pt x="55789" y="12362"/>
                    <a:pt x="56143" y="11925"/>
                    <a:pt x="56444" y="11421"/>
                  </a:cubicBezTo>
                  <a:cubicBezTo>
                    <a:pt x="56745" y="10917"/>
                    <a:pt x="56972" y="10378"/>
                    <a:pt x="57126" y="9804"/>
                  </a:cubicBezTo>
                  <a:cubicBezTo>
                    <a:pt x="57168" y="9594"/>
                    <a:pt x="57203" y="9388"/>
                    <a:pt x="57231" y="9185"/>
                  </a:cubicBezTo>
                  <a:cubicBezTo>
                    <a:pt x="57259" y="8982"/>
                    <a:pt x="57273" y="8762"/>
                    <a:pt x="57273" y="8524"/>
                  </a:cubicBezTo>
                  <a:cubicBezTo>
                    <a:pt x="57273" y="7978"/>
                    <a:pt x="57192" y="7443"/>
                    <a:pt x="57031" y="6918"/>
                  </a:cubicBezTo>
                  <a:cubicBezTo>
                    <a:pt x="56871" y="6393"/>
                    <a:pt x="56633" y="5924"/>
                    <a:pt x="56318" y="5511"/>
                  </a:cubicBezTo>
                  <a:cubicBezTo>
                    <a:pt x="56003" y="5098"/>
                    <a:pt x="55618" y="4766"/>
                    <a:pt x="55163" y="4514"/>
                  </a:cubicBezTo>
                  <a:cubicBezTo>
                    <a:pt x="54708" y="4262"/>
                    <a:pt x="54187" y="4136"/>
                    <a:pt x="53599" y="4136"/>
                  </a:cubicBezTo>
                  <a:close/>
                  <a:moveTo>
                    <a:pt x="50891" y="8650"/>
                  </a:moveTo>
                  <a:cubicBezTo>
                    <a:pt x="50961" y="8370"/>
                    <a:pt x="51073" y="8072"/>
                    <a:pt x="51227" y="7757"/>
                  </a:cubicBezTo>
                  <a:cubicBezTo>
                    <a:pt x="51380" y="7443"/>
                    <a:pt x="51573" y="7156"/>
                    <a:pt x="51804" y="6897"/>
                  </a:cubicBezTo>
                  <a:cubicBezTo>
                    <a:pt x="52035" y="6638"/>
                    <a:pt x="52297" y="6421"/>
                    <a:pt x="52591" y="6246"/>
                  </a:cubicBezTo>
                  <a:cubicBezTo>
                    <a:pt x="52885" y="6071"/>
                    <a:pt x="53200" y="5983"/>
                    <a:pt x="53536" y="5983"/>
                  </a:cubicBezTo>
                  <a:cubicBezTo>
                    <a:pt x="53802" y="5983"/>
                    <a:pt x="54040" y="6057"/>
                    <a:pt x="54250" y="6204"/>
                  </a:cubicBezTo>
                  <a:cubicBezTo>
                    <a:pt x="54460" y="6351"/>
                    <a:pt x="54638" y="6543"/>
                    <a:pt x="54785" y="6781"/>
                  </a:cubicBezTo>
                  <a:cubicBezTo>
                    <a:pt x="54932" y="7019"/>
                    <a:pt x="55041" y="7289"/>
                    <a:pt x="55110" y="7590"/>
                  </a:cubicBezTo>
                  <a:cubicBezTo>
                    <a:pt x="55180" y="7890"/>
                    <a:pt x="55215" y="8195"/>
                    <a:pt x="55215" y="8503"/>
                  </a:cubicBezTo>
                  <a:cubicBezTo>
                    <a:pt x="55215" y="8839"/>
                    <a:pt x="55152" y="9213"/>
                    <a:pt x="55027" y="9626"/>
                  </a:cubicBezTo>
                  <a:cubicBezTo>
                    <a:pt x="54901" y="10039"/>
                    <a:pt x="54722" y="10424"/>
                    <a:pt x="54491" y="10781"/>
                  </a:cubicBezTo>
                  <a:cubicBezTo>
                    <a:pt x="54260" y="11138"/>
                    <a:pt x="53980" y="11438"/>
                    <a:pt x="53651" y="11683"/>
                  </a:cubicBezTo>
                  <a:cubicBezTo>
                    <a:pt x="53322" y="11928"/>
                    <a:pt x="52948" y="12051"/>
                    <a:pt x="52528" y="12051"/>
                  </a:cubicBezTo>
                  <a:cubicBezTo>
                    <a:pt x="52094" y="12051"/>
                    <a:pt x="51748" y="11932"/>
                    <a:pt x="51489" y="11694"/>
                  </a:cubicBezTo>
                  <a:cubicBezTo>
                    <a:pt x="51230" y="11456"/>
                    <a:pt x="51045" y="11166"/>
                    <a:pt x="50933" y="10823"/>
                  </a:cubicBezTo>
                  <a:cubicBezTo>
                    <a:pt x="50821" y="10480"/>
                    <a:pt x="50765" y="10112"/>
                    <a:pt x="50765" y="9720"/>
                  </a:cubicBezTo>
                  <a:cubicBezTo>
                    <a:pt x="50765" y="9329"/>
                    <a:pt x="50807" y="8972"/>
                    <a:pt x="50891" y="8650"/>
                  </a:cubicBezTo>
                  <a:close/>
                  <a:moveTo>
                    <a:pt x="61997" y="13415"/>
                  </a:moveTo>
                  <a:cubicBezTo>
                    <a:pt x="62389" y="13443"/>
                    <a:pt x="62808" y="13422"/>
                    <a:pt x="63256" y="13352"/>
                  </a:cubicBezTo>
                  <a:cubicBezTo>
                    <a:pt x="63704" y="13283"/>
                    <a:pt x="64138" y="13164"/>
                    <a:pt x="64558" y="12996"/>
                  </a:cubicBezTo>
                  <a:cubicBezTo>
                    <a:pt x="64978" y="12828"/>
                    <a:pt x="65363" y="12611"/>
                    <a:pt x="65713" y="12345"/>
                  </a:cubicBezTo>
                  <a:cubicBezTo>
                    <a:pt x="66063" y="12079"/>
                    <a:pt x="66343" y="11757"/>
                    <a:pt x="66552" y="11379"/>
                  </a:cubicBezTo>
                  <a:cubicBezTo>
                    <a:pt x="66790" y="10973"/>
                    <a:pt x="66955" y="10543"/>
                    <a:pt x="67046" y="10088"/>
                  </a:cubicBezTo>
                  <a:cubicBezTo>
                    <a:pt x="67137" y="9633"/>
                    <a:pt x="67182" y="9140"/>
                    <a:pt x="67182" y="8608"/>
                  </a:cubicBezTo>
                  <a:cubicBezTo>
                    <a:pt x="67182" y="8258"/>
                    <a:pt x="67158" y="7908"/>
                    <a:pt x="67109" y="7558"/>
                  </a:cubicBezTo>
                  <a:cubicBezTo>
                    <a:pt x="67060" y="7208"/>
                    <a:pt x="66976" y="6872"/>
                    <a:pt x="66857" y="6550"/>
                  </a:cubicBezTo>
                  <a:cubicBezTo>
                    <a:pt x="66738" y="6228"/>
                    <a:pt x="66580" y="5931"/>
                    <a:pt x="66385" y="5658"/>
                  </a:cubicBezTo>
                  <a:cubicBezTo>
                    <a:pt x="66189" y="5385"/>
                    <a:pt x="65944" y="5165"/>
                    <a:pt x="65650" y="4997"/>
                  </a:cubicBezTo>
                  <a:cubicBezTo>
                    <a:pt x="65356" y="4815"/>
                    <a:pt x="65037" y="4664"/>
                    <a:pt x="64694" y="4545"/>
                  </a:cubicBezTo>
                  <a:cubicBezTo>
                    <a:pt x="64352" y="4426"/>
                    <a:pt x="63984" y="4381"/>
                    <a:pt x="63592" y="4409"/>
                  </a:cubicBezTo>
                  <a:cubicBezTo>
                    <a:pt x="63228" y="4451"/>
                    <a:pt x="62892" y="4514"/>
                    <a:pt x="62585" y="4598"/>
                  </a:cubicBezTo>
                  <a:cubicBezTo>
                    <a:pt x="62277" y="4682"/>
                    <a:pt x="61976" y="4808"/>
                    <a:pt x="61682" y="4976"/>
                  </a:cubicBezTo>
                  <a:cubicBezTo>
                    <a:pt x="61458" y="5088"/>
                    <a:pt x="61220" y="5235"/>
                    <a:pt x="60968" y="5417"/>
                  </a:cubicBezTo>
                  <a:lnTo>
                    <a:pt x="60968" y="798"/>
                  </a:lnTo>
                  <a:cubicBezTo>
                    <a:pt x="60884" y="532"/>
                    <a:pt x="60748" y="332"/>
                    <a:pt x="60559" y="199"/>
                  </a:cubicBezTo>
                  <a:cubicBezTo>
                    <a:pt x="60370" y="66"/>
                    <a:pt x="60156" y="0"/>
                    <a:pt x="59918" y="0"/>
                  </a:cubicBezTo>
                  <a:cubicBezTo>
                    <a:pt x="59680" y="0"/>
                    <a:pt x="59470" y="73"/>
                    <a:pt x="59288" y="220"/>
                  </a:cubicBezTo>
                  <a:cubicBezTo>
                    <a:pt x="59106" y="367"/>
                    <a:pt x="58980" y="581"/>
                    <a:pt x="58910" y="861"/>
                  </a:cubicBezTo>
                  <a:lnTo>
                    <a:pt x="58890" y="11631"/>
                  </a:lnTo>
                  <a:cubicBezTo>
                    <a:pt x="58736" y="11897"/>
                    <a:pt x="58659" y="12114"/>
                    <a:pt x="58659" y="12282"/>
                  </a:cubicBezTo>
                  <a:cubicBezTo>
                    <a:pt x="58659" y="12520"/>
                    <a:pt x="58750" y="12723"/>
                    <a:pt x="58931" y="12891"/>
                  </a:cubicBezTo>
                  <a:cubicBezTo>
                    <a:pt x="59113" y="13059"/>
                    <a:pt x="59344" y="13143"/>
                    <a:pt x="59624" y="13143"/>
                  </a:cubicBezTo>
                  <a:cubicBezTo>
                    <a:pt x="59736" y="13143"/>
                    <a:pt x="59845" y="13132"/>
                    <a:pt x="59950" y="13111"/>
                  </a:cubicBezTo>
                  <a:cubicBezTo>
                    <a:pt x="60055" y="13090"/>
                    <a:pt x="60163" y="13045"/>
                    <a:pt x="60275" y="12975"/>
                  </a:cubicBezTo>
                  <a:cubicBezTo>
                    <a:pt x="60555" y="13129"/>
                    <a:pt x="60831" y="13234"/>
                    <a:pt x="61104" y="13290"/>
                  </a:cubicBezTo>
                  <a:cubicBezTo>
                    <a:pt x="61377" y="13345"/>
                    <a:pt x="61675" y="13387"/>
                    <a:pt x="61997" y="13415"/>
                  </a:cubicBezTo>
                  <a:close/>
                  <a:moveTo>
                    <a:pt x="60968" y="8293"/>
                  </a:moveTo>
                  <a:cubicBezTo>
                    <a:pt x="61178" y="8013"/>
                    <a:pt x="61388" y="7747"/>
                    <a:pt x="61598" y="7495"/>
                  </a:cubicBezTo>
                  <a:cubicBezTo>
                    <a:pt x="61808" y="7243"/>
                    <a:pt x="62021" y="7023"/>
                    <a:pt x="62238" y="6834"/>
                  </a:cubicBezTo>
                  <a:cubicBezTo>
                    <a:pt x="62455" y="6645"/>
                    <a:pt x="62690" y="6498"/>
                    <a:pt x="62941" y="6393"/>
                  </a:cubicBezTo>
                  <a:cubicBezTo>
                    <a:pt x="63193" y="6288"/>
                    <a:pt x="63480" y="6242"/>
                    <a:pt x="63802" y="6256"/>
                  </a:cubicBezTo>
                  <a:cubicBezTo>
                    <a:pt x="64068" y="6270"/>
                    <a:pt x="64289" y="6351"/>
                    <a:pt x="64464" y="6498"/>
                  </a:cubicBezTo>
                  <a:cubicBezTo>
                    <a:pt x="64638" y="6645"/>
                    <a:pt x="64778" y="6834"/>
                    <a:pt x="64883" y="7065"/>
                  </a:cubicBezTo>
                  <a:cubicBezTo>
                    <a:pt x="64988" y="7296"/>
                    <a:pt x="65062" y="7551"/>
                    <a:pt x="65104" y="7831"/>
                  </a:cubicBezTo>
                  <a:cubicBezTo>
                    <a:pt x="65146" y="8111"/>
                    <a:pt x="65167" y="8384"/>
                    <a:pt x="65167" y="8650"/>
                  </a:cubicBezTo>
                  <a:cubicBezTo>
                    <a:pt x="65167" y="8930"/>
                    <a:pt x="65146" y="9217"/>
                    <a:pt x="65104" y="9510"/>
                  </a:cubicBezTo>
                  <a:cubicBezTo>
                    <a:pt x="65062" y="9804"/>
                    <a:pt x="64957" y="10091"/>
                    <a:pt x="64789" y="10371"/>
                  </a:cubicBezTo>
                  <a:cubicBezTo>
                    <a:pt x="64523" y="10819"/>
                    <a:pt x="64173" y="11134"/>
                    <a:pt x="63739" y="11316"/>
                  </a:cubicBezTo>
                  <a:cubicBezTo>
                    <a:pt x="63305" y="11498"/>
                    <a:pt x="62871" y="11589"/>
                    <a:pt x="62438" y="11589"/>
                  </a:cubicBezTo>
                  <a:cubicBezTo>
                    <a:pt x="62242" y="11589"/>
                    <a:pt x="62018" y="11561"/>
                    <a:pt x="61766" y="11505"/>
                  </a:cubicBezTo>
                  <a:cubicBezTo>
                    <a:pt x="61514" y="11449"/>
                    <a:pt x="61248" y="11344"/>
                    <a:pt x="60968" y="11190"/>
                  </a:cubicBezTo>
                  <a:close/>
                  <a:moveTo>
                    <a:pt x="68589" y="11736"/>
                  </a:moveTo>
                  <a:lnTo>
                    <a:pt x="68610" y="11736"/>
                  </a:lnTo>
                  <a:cubicBezTo>
                    <a:pt x="69058" y="12352"/>
                    <a:pt x="69653" y="12835"/>
                    <a:pt x="70394" y="13185"/>
                  </a:cubicBezTo>
                  <a:cubicBezTo>
                    <a:pt x="71136" y="13534"/>
                    <a:pt x="71899" y="13709"/>
                    <a:pt x="72683" y="13709"/>
                  </a:cubicBezTo>
                  <a:cubicBezTo>
                    <a:pt x="73033" y="13709"/>
                    <a:pt x="73383" y="13625"/>
                    <a:pt x="73733" y="13457"/>
                  </a:cubicBezTo>
                  <a:cubicBezTo>
                    <a:pt x="74083" y="13290"/>
                    <a:pt x="74394" y="13066"/>
                    <a:pt x="74667" y="12786"/>
                  </a:cubicBezTo>
                  <a:cubicBezTo>
                    <a:pt x="74940" y="12506"/>
                    <a:pt x="75160" y="12187"/>
                    <a:pt x="75328" y="11830"/>
                  </a:cubicBezTo>
                  <a:cubicBezTo>
                    <a:pt x="75496" y="11473"/>
                    <a:pt x="75580" y="11106"/>
                    <a:pt x="75580" y="10728"/>
                  </a:cubicBezTo>
                  <a:cubicBezTo>
                    <a:pt x="75580" y="10252"/>
                    <a:pt x="75507" y="9846"/>
                    <a:pt x="75360" y="9510"/>
                  </a:cubicBezTo>
                  <a:cubicBezTo>
                    <a:pt x="75213" y="9175"/>
                    <a:pt x="75006" y="8888"/>
                    <a:pt x="74740" y="8650"/>
                  </a:cubicBezTo>
                  <a:cubicBezTo>
                    <a:pt x="74474" y="8412"/>
                    <a:pt x="74159" y="8212"/>
                    <a:pt x="73796" y="8051"/>
                  </a:cubicBezTo>
                  <a:cubicBezTo>
                    <a:pt x="73432" y="7890"/>
                    <a:pt x="73033" y="7747"/>
                    <a:pt x="72599" y="7621"/>
                  </a:cubicBezTo>
                  <a:cubicBezTo>
                    <a:pt x="72445" y="7579"/>
                    <a:pt x="72284" y="7534"/>
                    <a:pt x="72116" y="7485"/>
                  </a:cubicBezTo>
                  <a:cubicBezTo>
                    <a:pt x="71948" y="7436"/>
                    <a:pt x="71791" y="7376"/>
                    <a:pt x="71644" y="7306"/>
                  </a:cubicBezTo>
                  <a:cubicBezTo>
                    <a:pt x="71497" y="7236"/>
                    <a:pt x="71364" y="7149"/>
                    <a:pt x="71245" y="7044"/>
                  </a:cubicBezTo>
                  <a:cubicBezTo>
                    <a:pt x="71126" y="6939"/>
                    <a:pt x="71024" y="6809"/>
                    <a:pt x="70940" y="6655"/>
                  </a:cubicBezTo>
                  <a:cubicBezTo>
                    <a:pt x="70898" y="6263"/>
                    <a:pt x="70975" y="5983"/>
                    <a:pt x="71171" y="5815"/>
                  </a:cubicBezTo>
                  <a:cubicBezTo>
                    <a:pt x="71367" y="5648"/>
                    <a:pt x="71612" y="5553"/>
                    <a:pt x="71906" y="5532"/>
                  </a:cubicBezTo>
                  <a:cubicBezTo>
                    <a:pt x="72200" y="5511"/>
                    <a:pt x="72497" y="5539"/>
                    <a:pt x="72798" y="5616"/>
                  </a:cubicBezTo>
                  <a:cubicBezTo>
                    <a:pt x="73099" y="5693"/>
                    <a:pt x="73334" y="5773"/>
                    <a:pt x="73502" y="5857"/>
                  </a:cubicBezTo>
                  <a:cubicBezTo>
                    <a:pt x="73712" y="5969"/>
                    <a:pt x="73911" y="6025"/>
                    <a:pt x="74100" y="6025"/>
                  </a:cubicBezTo>
                  <a:cubicBezTo>
                    <a:pt x="74289" y="6025"/>
                    <a:pt x="74457" y="5983"/>
                    <a:pt x="74604" y="5899"/>
                  </a:cubicBezTo>
                  <a:cubicBezTo>
                    <a:pt x="74751" y="5815"/>
                    <a:pt x="74870" y="5707"/>
                    <a:pt x="74961" y="5574"/>
                  </a:cubicBezTo>
                  <a:cubicBezTo>
                    <a:pt x="75052" y="5441"/>
                    <a:pt x="75097" y="5291"/>
                    <a:pt x="75097" y="5123"/>
                  </a:cubicBezTo>
                  <a:cubicBezTo>
                    <a:pt x="75097" y="4983"/>
                    <a:pt x="75048" y="4836"/>
                    <a:pt x="74950" y="4682"/>
                  </a:cubicBezTo>
                  <a:cubicBezTo>
                    <a:pt x="74852" y="4528"/>
                    <a:pt x="74705" y="4381"/>
                    <a:pt x="74509" y="4241"/>
                  </a:cubicBezTo>
                  <a:cubicBezTo>
                    <a:pt x="74006" y="3961"/>
                    <a:pt x="73435" y="3765"/>
                    <a:pt x="72798" y="3653"/>
                  </a:cubicBezTo>
                  <a:cubicBezTo>
                    <a:pt x="72162" y="3541"/>
                    <a:pt x="71549" y="3562"/>
                    <a:pt x="70961" y="3716"/>
                  </a:cubicBezTo>
                  <a:cubicBezTo>
                    <a:pt x="70667" y="3786"/>
                    <a:pt x="70391" y="3915"/>
                    <a:pt x="70132" y="4104"/>
                  </a:cubicBezTo>
                  <a:cubicBezTo>
                    <a:pt x="69873" y="4293"/>
                    <a:pt x="69649" y="4517"/>
                    <a:pt x="69460" y="4776"/>
                  </a:cubicBezTo>
                  <a:cubicBezTo>
                    <a:pt x="69271" y="5035"/>
                    <a:pt x="69121" y="5319"/>
                    <a:pt x="69009" y="5627"/>
                  </a:cubicBezTo>
                  <a:cubicBezTo>
                    <a:pt x="68897" y="5934"/>
                    <a:pt x="68841" y="6235"/>
                    <a:pt x="68841" y="6529"/>
                  </a:cubicBezTo>
                  <a:cubicBezTo>
                    <a:pt x="68841" y="6739"/>
                    <a:pt x="68883" y="6967"/>
                    <a:pt x="68967" y="7212"/>
                  </a:cubicBezTo>
                  <a:cubicBezTo>
                    <a:pt x="69051" y="7457"/>
                    <a:pt x="69170" y="7684"/>
                    <a:pt x="69324" y="7894"/>
                  </a:cubicBezTo>
                  <a:cubicBezTo>
                    <a:pt x="69492" y="8118"/>
                    <a:pt x="69667" y="8303"/>
                    <a:pt x="69849" y="8450"/>
                  </a:cubicBezTo>
                  <a:cubicBezTo>
                    <a:pt x="70031" y="8597"/>
                    <a:pt x="70220" y="8720"/>
                    <a:pt x="70415" y="8818"/>
                  </a:cubicBezTo>
                  <a:cubicBezTo>
                    <a:pt x="70611" y="8916"/>
                    <a:pt x="70814" y="8996"/>
                    <a:pt x="71024" y="9059"/>
                  </a:cubicBezTo>
                  <a:cubicBezTo>
                    <a:pt x="71234" y="9122"/>
                    <a:pt x="71444" y="9182"/>
                    <a:pt x="71654" y="9238"/>
                  </a:cubicBezTo>
                  <a:cubicBezTo>
                    <a:pt x="71780" y="9280"/>
                    <a:pt x="71917" y="9315"/>
                    <a:pt x="72064" y="9343"/>
                  </a:cubicBezTo>
                  <a:cubicBezTo>
                    <a:pt x="72210" y="9371"/>
                    <a:pt x="72364" y="9413"/>
                    <a:pt x="72525" y="9469"/>
                  </a:cubicBezTo>
                  <a:cubicBezTo>
                    <a:pt x="72686" y="9524"/>
                    <a:pt x="72840" y="9608"/>
                    <a:pt x="72987" y="9720"/>
                  </a:cubicBezTo>
                  <a:cubicBezTo>
                    <a:pt x="73134" y="9832"/>
                    <a:pt x="73271" y="9986"/>
                    <a:pt x="73397" y="10182"/>
                  </a:cubicBezTo>
                  <a:cubicBezTo>
                    <a:pt x="73495" y="10336"/>
                    <a:pt x="73544" y="10504"/>
                    <a:pt x="73544" y="10686"/>
                  </a:cubicBezTo>
                  <a:cubicBezTo>
                    <a:pt x="73544" y="10868"/>
                    <a:pt x="73505" y="11036"/>
                    <a:pt x="73428" y="11190"/>
                  </a:cubicBezTo>
                  <a:cubicBezTo>
                    <a:pt x="73351" y="11344"/>
                    <a:pt x="73232" y="11480"/>
                    <a:pt x="73071" y="11599"/>
                  </a:cubicBezTo>
                  <a:cubicBezTo>
                    <a:pt x="72910" y="11718"/>
                    <a:pt x="72725" y="11799"/>
                    <a:pt x="72515" y="11841"/>
                  </a:cubicBezTo>
                  <a:cubicBezTo>
                    <a:pt x="72067" y="11925"/>
                    <a:pt x="71640" y="11834"/>
                    <a:pt x="71234" y="11568"/>
                  </a:cubicBezTo>
                  <a:cubicBezTo>
                    <a:pt x="70828" y="11302"/>
                    <a:pt x="70478" y="10973"/>
                    <a:pt x="70185" y="10581"/>
                  </a:cubicBezTo>
                  <a:cubicBezTo>
                    <a:pt x="69905" y="10399"/>
                    <a:pt x="69646" y="10308"/>
                    <a:pt x="69408" y="10308"/>
                  </a:cubicBezTo>
                  <a:cubicBezTo>
                    <a:pt x="69044" y="10308"/>
                    <a:pt x="68767" y="10445"/>
                    <a:pt x="68578" y="10718"/>
                  </a:cubicBezTo>
                  <a:cubicBezTo>
                    <a:pt x="68390" y="10991"/>
                    <a:pt x="68393" y="11330"/>
                    <a:pt x="68589" y="11736"/>
                  </a:cubicBezTo>
                  <a:close/>
                  <a:moveTo>
                    <a:pt x="84377" y="10707"/>
                  </a:moveTo>
                  <a:cubicBezTo>
                    <a:pt x="83971" y="10959"/>
                    <a:pt x="83527" y="11201"/>
                    <a:pt x="83044" y="11431"/>
                  </a:cubicBezTo>
                  <a:cubicBezTo>
                    <a:pt x="82561" y="11662"/>
                    <a:pt x="82095" y="11792"/>
                    <a:pt x="81648" y="11820"/>
                  </a:cubicBezTo>
                  <a:cubicBezTo>
                    <a:pt x="81116" y="11862"/>
                    <a:pt x="80668" y="11764"/>
                    <a:pt x="80304" y="11526"/>
                  </a:cubicBezTo>
                  <a:cubicBezTo>
                    <a:pt x="79940" y="11288"/>
                    <a:pt x="79660" y="10966"/>
                    <a:pt x="79464" y="10560"/>
                  </a:cubicBezTo>
                  <a:cubicBezTo>
                    <a:pt x="79492" y="10560"/>
                    <a:pt x="79566" y="10546"/>
                    <a:pt x="79685" y="10518"/>
                  </a:cubicBezTo>
                  <a:cubicBezTo>
                    <a:pt x="79803" y="10490"/>
                    <a:pt x="80080" y="10420"/>
                    <a:pt x="80514" y="10308"/>
                  </a:cubicBezTo>
                  <a:cubicBezTo>
                    <a:pt x="80920" y="10210"/>
                    <a:pt x="81354" y="10098"/>
                    <a:pt x="81815" y="9972"/>
                  </a:cubicBezTo>
                  <a:cubicBezTo>
                    <a:pt x="82277" y="9846"/>
                    <a:pt x="82725" y="9692"/>
                    <a:pt x="83159" y="9510"/>
                  </a:cubicBezTo>
                  <a:cubicBezTo>
                    <a:pt x="83593" y="9329"/>
                    <a:pt x="83992" y="9115"/>
                    <a:pt x="84356" y="8870"/>
                  </a:cubicBezTo>
                  <a:cubicBezTo>
                    <a:pt x="84720" y="8625"/>
                    <a:pt x="85007" y="8335"/>
                    <a:pt x="85217" y="7999"/>
                  </a:cubicBezTo>
                  <a:cubicBezTo>
                    <a:pt x="85329" y="7831"/>
                    <a:pt x="85406" y="7656"/>
                    <a:pt x="85448" y="7474"/>
                  </a:cubicBezTo>
                  <a:cubicBezTo>
                    <a:pt x="85490" y="7292"/>
                    <a:pt x="85510" y="7103"/>
                    <a:pt x="85510" y="6907"/>
                  </a:cubicBezTo>
                  <a:cubicBezTo>
                    <a:pt x="85510" y="6613"/>
                    <a:pt x="85455" y="6319"/>
                    <a:pt x="85343" y="6025"/>
                  </a:cubicBezTo>
                  <a:cubicBezTo>
                    <a:pt x="85231" y="5731"/>
                    <a:pt x="85077" y="5462"/>
                    <a:pt x="84881" y="5217"/>
                  </a:cubicBezTo>
                  <a:cubicBezTo>
                    <a:pt x="84685" y="4972"/>
                    <a:pt x="84454" y="4762"/>
                    <a:pt x="84188" y="4587"/>
                  </a:cubicBezTo>
                  <a:cubicBezTo>
                    <a:pt x="83922" y="4412"/>
                    <a:pt x="83635" y="4290"/>
                    <a:pt x="83327" y="4220"/>
                  </a:cubicBezTo>
                  <a:cubicBezTo>
                    <a:pt x="83005" y="4150"/>
                    <a:pt x="82676" y="4115"/>
                    <a:pt x="82340" y="4115"/>
                  </a:cubicBezTo>
                  <a:cubicBezTo>
                    <a:pt x="81710" y="4115"/>
                    <a:pt x="81102" y="4220"/>
                    <a:pt x="80514" y="4430"/>
                  </a:cubicBezTo>
                  <a:cubicBezTo>
                    <a:pt x="79926" y="4640"/>
                    <a:pt x="79380" y="4920"/>
                    <a:pt x="78876" y="5270"/>
                  </a:cubicBezTo>
                  <a:cubicBezTo>
                    <a:pt x="78246" y="5690"/>
                    <a:pt x="77788" y="6235"/>
                    <a:pt x="77501" y="6907"/>
                  </a:cubicBezTo>
                  <a:cubicBezTo>
                    <a:pt x="77214" y="7579"/>
                    <a:pt x="77071" y="8279"/>
                    <a:pt x="77071" y="9007"/>
                  </a:cubicBezTo>
                  <a:cubicBezTo>
                    <a:pt x="77071" y="9748"/>
                    <a:pt x="77235" y="10473"/>
                    <a:pt x="77564" y="11180"/>
                  </a:cubicBezTo>
                  <a:cubicBezTo>
                    <a:pt x="77893" y="11886"/>
                    <a:pt x="78351" y="12457"/>
                    <a:pt x="78939" y="12891"/>
                  </a:cubicBezTo>
                  <a:cubicBezTo>
                    <a:pt x="79303" y="13143"/>
                    <a:pt x="79695" y="13328"/>
                    <a:pt x="80115" y="13447"/>
                  </a:cubicBezTo>
                  <a:cubicBezTo>
                    <a:pt x="80535" y="13566"/>
                    <a:pt x="80948" y="13625"/>
                    <a:pt x="81354" y="13625"/>
                  </a:cubicBezTo>
                  <a:cubicBezTo>
                    <a:pt x="82039" y="13625"/>
                    <a:pt x="82722" y="13503"/>
                    <a:pt x="83401" y="13258"/>
                  </a:cubicBezTo>
                  <a:cubicBezTo>
                    <a:pt x="84079" y="13013"/>
                    <a:pt x="84713" y="12716"/>
                    <a:pt x="85301" y="12366"/>
                  </a:cubicBezTo>
                  <a:cubicBezTo>
                    <a:pt x="85510" y="12240"/>
                    <a:pt x="85664" y="12103"/>
                    <a:pt x="85762" y="11956"/>
                  </a:cubicBezTo>
                  <a:cubicBezTo>
                    <a:pt x="85860" y="11809"/>
                    <a:pt x="85909" y="11659"/>
                    <a:pt x="85909" y="11505"/>
                  </a:cubicBezTo>
                  <a:cubicBezTo>
                    <a:pt x="85909" y="11351"/>
                    <a:pt x="85871" y="11208"/>
                    <a:pt x="85794" y="11075"/>
                  </a:cubicBezTo>
                  <a:cubicBezTo>
                    <a:pt x="85717" y="10942"/>
                    <a:pt x="85612" y="10833"/>
                    <a:pt x="85479" y="10749"/>
                  </a:cubicBezTo>
                  <a:cubicBezTo>
                    <a:pt x="85346" y="10665"/>
                    <a:pt x="85185" y="10616"/>
                    <a:pt x="84996" y="10602"/>
                  </a:cubicBezTo>
                  <a:cubicBezTo>
                    <a:pt x="84807" y="10588"/>
                    <a:pt x="84601" y="10623"/>
                    <a:pt x="84377" y="10707"/>
                  </a:cubicBezTo>
                  <a:close/>
                  <a:moveTo>
                    <a:pt x="80514" y="6487"/>
                  </a:moveTo>
                  <a:cubicBezTo>
                    <a:pt x="80752" y="6375"/>
                    <a:pt x="81053" y="6260"/>
                    <a:pt x="81417" y="6141"/>
                  </a:cubicBezTo>
                  <a:cubicBezTo>
                    <a:pt x="81780" y="6022"/>
                    <a:pt x="82123" y="5962"/>
                    <a:pt x="82445" y="5962"/>
                  </a:cubicBezTo>
                  <a:cubicBezTo>
                    <a:pt x="82739" y="5962"/>
                    <a:pt x="82991" y="6039"/>
                    <a:pt x="83201" y="6193"/>
                  </a:cubicBezTo>
                  <a:cubicBezTo>
                    <a:pt x="83411" y="6347"/>
                    <a:pt x="83502" y="6627"/>
                    <a:pt x="83474" y="7033"/>
                  </a:cubicBezTo>
                  <a:cubicBezTo>
                    <a:pt x="83390" y="7201"/>
                    <a:pt x="83226" y="7355"/>
                    <a:pt x="82981" y="7495"/>
                  </a:cubicBezTo>
                  <a:cubicBezTo>
                    <a:pt x="82736" y="7635"/>
                    <a:pt x="82470" y="7757"/>
                    <a:pt x="82183" y="7862"/>
                  </a:cubicBezTo>
                  <a:cubicBezTo>
                    <a:pt x="81896" y="7967"/>
                    <a:pt x="81613" y="8058"/>
                    <a:pt x="81333" y="8135"/>
                  </a:cubicBezTo>
                  <a:cubicBezTo>
                    <a:pt x="81053" y="8212"/>
                    <a:pt x="80843" y="8272"/>
                    <a:pt x="80703" y="8314"/>
                  </a:cubicBezTo>
                  <a:cubicBezTo>
                    <a:pt x="80311" y="8426"/>
                    <a:pt x="80010" y="8513"/>
                    <a:pt x="79800" y="8576"/>
                  </a:cubicBezTo>
                  <a:cubicBezTo>
                    <a:pt x="79590" y="8639"/>
                    <a:pt x="79433" y="8685"/>
                    <a:pt x="79328" y="8713"/>
                  </a:cubicBezTo>
                  <a:cubicBezTo>
                    <a:pt x="79223" y="8741"/>
                    <a:pt x="79160" y="8758"/>
                    <a:pt x="79139" y="8765"/>
                  </a:cubicBezTo>
                  <a:lnTo>
                    <a:pt x="79107" y="8776"/>
                  </a:lnTo>
                  <a:cubicBezTo>
                    <a:pt x="79135" y="8286"/>
                    <a:pt x="79261" y="7841"/>
                    <a:pt x="79485" y="7443"/>
                  </a:cubicBezTo>
                  <a:cubicBezTo>
                    <a:pt x="79709" y="7044"/>
                    <a:pt x="80052" y="6725"/>
                    <a:pt x="80514" y="6487"/>
                  </a:cubicBezTo>
                  <a:close/>
                  <a:moveTo>
                    <a:pt x="87799" y="6109"/>
                  </a:moveTo>
                  <a:lnTo>
                    <a:pt x="87841" y="6130"/>
                  </a:lnTo>
                  <a:lnTo>
                    <a:pt x="87841" y="12702"/>
                  </a:lnTo>
                  <a:cubicBezTo>
                    <a:pt x="87883" y="13024"/>
                    <a:pt x="88002" y="13265"/>
                    <a:pt x="88198" y="13426"/>
                  </a:cubicBezTo>
                  <a:cubicBezTo>
                    <a:pt x="88394" y="13587"/>
                    <a:pt x="88618" y="13667"/>
                    <a:pt x="88870" y="13667"/>
                  </a:cubicBezTo>
                  <a:cubicBezTo>
                    <a:pt x="89108" y="13667"/>
                    <a:pt x="89335" y="13583"/>
                    <a:pt x="89552" y="13415"/>
                  </a:cubicBezTo>
                  <a:cubicBezTo>
                    <a:pt x="89769" y="13248"/>
                    <a:pt x="89884" y="12989"/>
                    <a:pt x="89898" y="12639"/>
                  </a:cubicBezTo>
                  <a:lnTo>
                    <a:pt x="89898" y="7138"/>
                  </a:lnTo>
                  <a:cubicBezTo>
                    <a:pt x="90038" y="6998"/>
                    <a:pt x="90210" y="6834"/>
                    <a:pt x="90413" y="6645"/>
                  </a:cubicBezTo>
                  <a:cubicBezTo>
                    <a:pt x="90616" y="6456"/>
                    <a:pt x="90822" y="6284"/>
                    <a:pt x="91032" y="6130"/>
                  </a:cubicBezTo>
                  <a:cubicBezTo>
                    <a:pt x="91242" y="5976"/>
                    <a:pt x="91452" y="5843"/>
                    <a:pt x="91662" y="5731"/>
                  </a:cubicBezTo>
                  <a:cubicBezTo>
                    <a:pt x="91872" y="5620"/>
                    <a:pt x="92054" y="5564"/>
                    <a:pt x="92208" y="5564"/>
                  </a:cubicBezTo>
                  <a:cubicBezTo>
                    <a:pt x="92320" y="5564"/>
                    <a:pt x="92442" y="5609"/>
                    <a:pt x="92575" y="5700"/>
                  </a:cubicBezTo>
                  <a:cubicBezTo>
                    <a:pt x="92708" y="5791"/>
                    <a:pt x="92824" y="5885"/>
                    <a:pt x="92922" y="5983"/>
                  </a:cubicBezTo>
                  <a:cubicBezTo>
                    <a:pt x="93048" y="6095"/>
                    <a:pt x="93173" y="6193"/>
                    <a:pt x="93299" y="6277"/>
                  </a:cubicBezTo>
                  <a:cubicBezTo>
                    <a:pt x="93425" y="6361"/>
                    <a:pt x="93586" y="6403"/>
                    <a:pt x="93782" y="6403"/>
                  </a:cubicBezTo>
                  <a:cubicBezTo>
                    <a:pt x="94048" y="6403"/>
                    <a:pt x="94276" y="6323"/>
                    <a:pt x="94465" y="6162"/>
                  </a:cubicBezTo>
                  <a:cubicBezTo>
                    <a:pt x="94654" y="6001"/>
                    <a:pt x="94748" y="5794"/>
                    <a:pt x="94748" y="5543"/>
                  </a:cubicBezTo>
                  <a:cubicBezTo>
                    <a:pt x="94748" y="5235"/>
                    <a:pt x="94643" y="4965"/>
                    <a:pt x="94433" y="4734"/>
                  </a:cubicBezTo>
                  <a:cubicBezTo>
                    <a:pt x="94223" y="4503"/>
                    <a:pt x="93982" y="4314"/>
                    <a:pt x="93709" y="4167"/>
                  </a:cubicBezTo>
                  <a:cubicBezTo>
                    <a:pt x="93436" y="4020"/>
                    <a:pt x="93156" y="3912"/>
                    <a:pt x="92869" y="3842"/>
                  </a:cubicBezTo>
                  <a:cubicBezTo>
                    <a:pt x="92582" y="3772"/>
                    <a:pt x="92369" y="3737"/>
                    <a:pt x="92229" y="3737"/>
                  </a:cubicBezTo>
                  <a:cubicBezTo>
                    <a:pt x="91739" y="3737"/>
                    <a:pt x="91273" y="3842"/>
                    <a:pt x="90833" y="4052"/>
                  </a:cubicBezTo>
                  <a:cubicBezTo>
                    <a:pt x="90392" y="4262"/>
                    <a:pt x="89954" y="4542"/>
                    <a:pt x="89520" y="4892"/>
                  </a:cubicBezTo>
                  <a:cubicBezTo>
                    <a:pt x="89338" y="4738"/>
                    <a:pt x="89111" y="4605"/>
                    <a:pt x="88838" y="4493"/>
                  </a:cubicBezTo>
                  <a:cubicBezTo>
                    <a:pt x="88565" y="4381"/>
                    <a:pt x="88324" y="4325"/>
                    <a:pt x="88114" y="4325"/>
                  </a:cubicBezTo>
                  <a:cubicBezTo>
                    <a:pt x="87806" y="4325"/>
                    <a:pt x="87557" y="4409"/>
                    <a:pt x="87369" y="4577"/>
                  </a:cubicBezTo>
                  <a:cubicBezTo>
                    <a:pt x="87180" y="4745"/>
                    <a:pt x="87085" y="4948"/>
                    <a:pt x="87085" y="5186"/>
                  </a:cubicBezTo>
                  <a:cubicBezTo>
                    <a:pt x="87085" y="5354"/>
                    <a:pt x="87138" y="5511"/>
                    <a:pt x="87243" y="5658"/>
                  </a:cubicBezTo>
                  <a:cubicBezTo>
                    <a:pt x="87348" y="5805"/>
                    <a:pt x="87533" y="5955"/>
                    <a:pt x="87799" y="6109"/>
                  </a:cubicBezTo>
                  <a:close/>
                  <a:moveTo>
                    <a:pt x="100941" y="4514"/>
                  </a:moveTo>
                  <a:cubicBezTo>
                    <a:pt x="100759" y="5144"/>
                    <a:pt x="100571" y="5752"/>
                    <a:pt x="100375" y="6340"/>
                  </a:cubicBezTo>
                  <a:cubicBezTo>
                    <a:pt x="100179" y="6928"/>
                    <a:pt x="99976" y="7516"/>
                    <a:pt x="99766" y="8104"/>
                  </a:cubicBezTo>
                  <a:cubicBezTo>
                    <a:pt x="99668" y="8384"/>
                    <a:pt x="99587" y="8622"/>
                    <a:pt x="99524" y="8818"/>
                  </a:cubicBezTo>
                  <a:cubicBezTo>
                    <a:pt x="99461" y="9014"/>
                    <a:pt x="99409" y="9182"/>
                    <a:pt x="99367" y="9322"/>
                  </a:cubicBezTo>
                  <a:cubicBezTo>
                    <a:pt x="99325" y="9462"/>
                    <a:pt x="99286" y="9584"/>
                    <a:pt x="99251" y="9689"/>
                  </a:cubicBezTo>
                  <a:cubicBezTo>
                    <a:pt x="99216" y="9794"/>
                    <a:pt x="99178" y="9895"/>
                    <a:pt x="99136" y="9993"/>
                  </a:cubicBezTo>
                  <a:cubicBezTo>
                    <a:pt x="98744" y="9000"/>
                    <a:pt x="98349" y="8051"/>
                    <a:pt x="97950" y="7149"/>
                  </a:cubicBezTo>
                  <a:cubicBezTo>
                    <a:pt x="97551" y="6246"/>
                    <a:pt x="97148" y="5375"/>
                    <a:pt x="96743" y="4535"/>
                  </a:cubicBezTo>
                  <a:cubicBezTo>
                    <a:pt x="96449" y="4157"/>
                    <a:pt x="96120" y="3968"/>
                    <a:pt x="95756" y="3968"/>
                  </a:cubicBezTo>
                  <a:cubicBezTo>
                    <a:pt x="95588" y="3968"/>
                    <a:pt x="95434" y="4006"/>
                    <a:pt x="95294" y="4083"/>
                  </a:cubicBezTo>
                  <a:cubicBezTo>
                    <a:pt x="95154" y="4160"/>
                    <a:pt x="95042" y="4265"/>
                    <a:pt x="94958" y="4398"/>
                  </a:cubicBezTo>
                  <a:cubicBezTo>
                    <a:pt x="94874" y="4531"/>
                    <a:pt x="94829" y="4685"/>
                    <a:pt x="94822" y="4860"/>
                  </a:cubicBezTo>
                  <a:cubicBezTo>
                    <a:pt x="94815" y="5035"/>
                    <a:pt x="94853" y="5221"/>
                    <a:pt x="94937" y="5417"/>
                  </a:cubicBezTo>
                  <a:cubicBezTo>
                    <a:pt x="95553" y="6648"/>
                    <a:pt x="96127" y="7911"/>
                    <a:pt x="96659" y="9206"/>
                  </a:cubicBezTo>
                  <a:cubicBezTo>
                    <a:pt x="97190" y="10501"/>
                    <a:pt x="97701" y="11806"/>
                    <a:pt x="98191" y="13122"/>
                  </a:cubicBezTo>
                  <a:cubicBezTo>
                    <a:pt x="98373" y="13499"/>
                    <a:pt x="98688" y="13688"/>
                    <a:pt x="99136" y="13688"/>
                  </a:cubicBezTo>
                  <a:cubicBezTo>
                    <a:pt x="99472" y="13688"/>
                    <a:pt x="99766" y="13541"/>
                    <a:pt x="100018" y="13248"/>
                  </a:cubicBezTo>
                  <a:cubicBezTo>
                    <a:pt x="100214" y="12814"/>
                    <a:pt x="100403" y="12345"/>
                    <a:pt x="100585" y="11841"/>
                  </a:cubicBezTo>
                  <a:cubicBezTo>
                    <a:pt x="100766" y="11337"/>
                    <a:pt x="100948" y="10826"/>
                    <a:pt x="101130" y="10308"/>
                  </a:cubicBezTo>
                  <a:lnTo>
                    <a:pt x="101487" y="9364"/>
                  </a:lnTo>
                  <a:lnTo>
                    <a:pt x="101823" y="8440"/>
                  </a:lnTo>
                  <a:lnTo>
                    <a:pt x="101802" y="8440"/>
                  </a:lnTo>
                  <a:cubicBezTo>
                    <a:pt x="101998" y="7880"/>
                    <a:pt x="102194" y="7324"/>
                    <a:pt x="102390" y="6771"/>
                  </a:cubicBezTo>
                  <a:cubicBezTo>
                    <a:pt x="102586" y="6218"/>
                    <a:pt x="102761" y="5648"/>
                    <a:pt x="102915" y="5060"/>
                  </a:cubicBezTo>
                  <a:cubicBezTo>
                    <a:pt x="102943" y="4696"/>
                    <a:pt x="102855" y="4419"/>
                    <a:pt x="102652" y="4230"/>
                  </a:cubicBezTo>
                  <a:cubicBezTo>
                    <a:pt x="102450" y="4041"/>
                    <a:pt x="102215" y="3947"/>
                    <a:pt x="101949" y="3947"/>
                  </a:cubicBezTo>
                  <a:cubicBezTo>
                    <a:pt x="101767" y="3947"/>
                    <a:pt x="101582" y="3992"/>
                    <a:pt x="101393" y="4083"/>
                  </a:cubicBezTo>
                  <a:cubicBezTo>
                    <a:pt x="101204" y="4174"/>
                    <a:pt x="101053" y="4318"/>
                    <a:pt x="100941" y="4514"/>
                  </a:cubicBezTo>
                  <a:close/>
                  <a:moveTo>
                    <a:pt x="112929" y="12303"/>
                  </a:moveTo>
                  <a:cubicBezTo>
                    <a:pt x="112957" y="12275"/>
                    <a:pt x="112940" y="12212"/>
                    <a:pt x="112877" y="12114"/>
                  </a:cubicBezTo>
                  <a:cubicBezTo>
                    <a:pt x="112814" y="12016"/>
                    <a:pt x="112733" y="11890"/>
                    <a:pt x="112635" y="11736"/>
                  </a:cubicBezTo>
                  <a:lnTo>
                    <a:pt x="112656" y="11736"/>
                  </a:lnTo>
                  <a:cubicBezTo>
                    <a:pt x="112544" y="11568"/>
                    <a:pt x="112436" y="11379"/>
                    <a:pt x="112331" y="11169"/>
                  </a:cubicBezTo>
                  <a:cubicBezTo>
                    <a:pt x="112226" y="10959"/>
                    <a:pt x="112159" y="10777"/>
                    <a:pt x="112131" y="10623"/>
                  </a:cubicBezTo>
                  <a:cubicBezTo>
                    <a:pt x="112062" y="10119"/>
                    <a:pt x="112013" y="9605"/>
                    <a:pt x="111985" y="9080"/>
                  </a:cubicBezTo>
                  <a:cubicBezTo>
                    <a:pt x="111957" y="8555"/>
                    <a:pt x="111943" y="8048"/>
                    <a:pt x="111943" y="7558"/>
                  </a:cubicBezTo>
                  <a:lnTo>
                    <a:pt x="111943" y="7201"/>
                  </a:lnTo>
                  <a:cubicBezTo>
                    <a:pt x="111943" y="7075"/>
                    <a:pt x="111946" y="6918"/>
                    <a:pt x="111953" y="6729"/>
                  </a:cubicBezTo>
                  <a:cubicBezTo>
                    <a:pt x="111960" y="6540"/>
                    <a:pt x="111964" y="6305"/>
                    <a:pt x="111964" y="6025"/>
                  </a:cubicBezTo>
                  <a:lnTo>
                    <a:pt x="111964" y="4976"/>
                  </a:lnTo>
                  <a:cubicBezTo>
                    <a:pt x="111810" y="4570"/>
                    <a:pt x="111561" y="4314"/>
                    <a:pt x="111218" y="4209"/>
                  </a:cubicBezTo>
                  <a:cubicBezTo>
                    <a:pt x="110875" y="4104"/>
                    <a:pt x="110487" y="4052"/>
                    <a:pt x="110053" y="4052"/>
                  </a:cubicBezTo>
                  <a:cubicBezTo>
                    <a:pt x="109829" y="4052"/>
                    <a:pt x="109598" y="4069"/>
                    <a:pt x="109360" y="4104"/>
                  </a:cubicBezTo>
                  <a:cubicBezTo>
                    <a:pt x="109122" y="4139"/>
                    <a:pt x="108891" y="4188"/>
                    <a:pt x="108667" y="4251"/>
                  </a:cubicBezTo>
                  <a:cubicBezTo>
                    <a:pt x="108443" y="4314"/>
                    <a:pt x="108244" y="4381"/>
                    <a:pt x="108069" y="4451"/>
                  </a:cubicBezTo>
                  <a:cubicBezTo>
                    <a:pt x="107894" y="4521"/>
                    <a:pt x="107758" y="4584"/>
                    <a:pt x="107660" y="4640"/>
                  </a:cubicBezTo>
                  <a:cubicBezTo>
                    <a:pt x="107198" y="4934"/>
                    <a:pt x="106767" y="5270"/>
                    <a:pt x="106369" y="5648"/>
                  </a:cubicBezTo>
                  <a:cubicBezTo>
                    <a:pt x="105970" y="6025"/>
                    <a:pt x="105616" y="6442"/>
                    <a:pt x="105308" y="6897"/>
                  </a:cubicBezTo>
                  <a:cubicBezTo>
                    <a:pt x="105000" y="7352"/>
                    <a:pt x="104759" y="7841"/>
                    <a:pt x="104584" y="8366"/>
                  </a:cubicBezTo>
                  <a:cubicBezTo>
                    <a:pt x="104409" y="8891"/>
                    <a:pt x="104322" y="9448"/>
                    <a:pt x="104322" y="10035"/>
                  </a:cubicBezTo>
                  <a:cubicBezTo>
                    <a:pt x="104322" y="10609"/>
                    <a:pt x="104434" y="11155"/>
                    <a:pt x="104657" y="11673"/>
                  </a:cubicBezTo>
                  <a:cubicBezTo>
                    <a:pt x="104881" y="12191"/>
                    <a:pt x="105259" y="12639"/>
                    <a:pt x="105791" y="13017"/>
                  </a:cubicBezTo>
                  <a:cubicBezTo>
                    <a:pt x="106155" y="13255"/>
                    <a:pt x="106515" y="13412"/>
                    <a:pt x="106872" y="13489"/>
                  </a:cubicBezTo>
                  <a:cubicBezTo>
                    <a:pt x="107229" y="13566"/>
                    <a:pt x="107597" y="13604"/>
                    <a:pt x="107975" y="13604"/>
                  </a:cubicBezTo>
                  <a:cubicBezTo>
                    <a:pt x="108492" y="13604"/>
                    <a:pt x="108972" y="13552"/>
                    <a:pt x="109413" y="13447"/>
                  </a:cubicBezTo>
                  <a:cubicBezTo>
                    <a:pt x="109854" y="13342"/>
                    <a:pt x="110326" y="13101"/>
                    <a:pt x="110830" y="12723"/>
                  </a:cubicBezTo>
                  <a:cubicBezTo>
                    <a:pt x="110900" y="12835"/>
                    <a:pt x="110987" y="12950"/>
                    <a:pt x="111092" y="13069"/>
                  </a:cubicBezTo>
                  <a:cubicBezTo>
                    <a:pt x="111197" y="13188"/>
                    <a:pt x="111306" y="13303"/>
                    <a:pt x="111418" y="13415"/>
                  </a:cubicBezTo>
                  <a:cubicBezTo>
                    <a:pt x="111670" y="13541"/>
                    <a:pt x="111908" y="13594"/>
                    <a:pt x="112131" y="13573"/>
                  </a:cubicBezTo>
                  <a:cubicBezTo>
                    <a:pt x="112355" y="13552"/>
                    <a:pt x="112541" y="13482"/>
                    <a:pt x="112688" y="13363"/>
                  </a:cubicBezTo>
                  <a:cubicBezTo>
                    <a:pt x="112835" y="13244"/>
                    <a:pt x="112933" y="13090"/>
                    <a:pt x="112982" y="12901"/>
                  </a:cubicBezTo>
                  <a:cubicBezTo>
                    <a:pt x="113031" y="12712"/>
                    <a:pt x="113013" y="12513"/>
                    <a:pt x="112929" y="12303"/>
                  </a:cubicBezTo>
                  <a:close/>
                  <a:moveTo>
                    <a:pt x="110095" y="10812"/>
                  </a:moveTo>
                  <a:cubicBezTo>
                    <a:pt x="109619" y="11204"/>
                    <a:pt x="109227" y="11491"/>
                    <a:pt x="108919" y="11673"/>
                  </a:cubicBezTo>
                  <a:cubicBezTo>
                    <a:pt x="108667" y="11757"/>
                    <a:pt x="108405" y="11799"/>
                    <a:pt x="108132" y="11799"/>
                  </a:cubicBezTo>
                  <a:cubicBezTo>
                    <a:pt x="107859" y="11799"/>
                    <a:pt x="107604" y="11746"/>
                    <a:pt x="107366" y="11641"/>
                  </a:cubicBezTo>
                  <a:cubicBezTo>
                    <a:pt x="107128" y="11536"/>
                    <a:pt x="106921" y="11383"/>
                    <a:pt x="106746" y="11180"/>
                  </a:cubicBezTo>
                  <a:cubicBezTo>
                    <a:pt x="106571" y="10977"/>
                    <a:pt x="106463" y="10721"/>
                    <a:pt x="106421" y="10413"/>
                  </a:cubicBezTo>
                  <a:cubicBezTo>
                    <a:pt x="106351" y="10021"/>
                    <a:pt x="106362" y="9619"/>
                    <a:pt x="106452" y="9206"/>
                  </a:cubicBezTo>
                  <a:cubicBezTo>
                    <a:pt x="106543" y="8793"/>
                    <a:pt x="106687" y="8398"/>
                    <a:pt x="106883" y="8020"/>
                  </a:cubicBezTo>
                  <a:cubicBezTo>
                    <a:pt x="107079" y="7642"/>
                    <a:pt x="107327" y="7299"/>
                    <a:pt x="107628" y="6991"/>
                  </a:cubicBezTo>
                  <a:cubicBezTo>
                    <a:pt x="107929" y="6683"/>
                    <a:pt x="108269" y="6445"/>
                    <a:pt x="108646" y="6277"/>
                  </a:cubicBezTo>
                  <a:cubicBezTo>
                    <a:pt x="108744" y="6235"/>
                    <a:pt x="108916" y="6165"/>
                    <a:pt x="109161" y="6067"/>
                  </a:cubicBezTo>
                  <a:cubicBezTo>
                    <a:pt x="109406" y="5969"/>
                    <a:pt x="109647" y="5906"/>
                    <a:pt x="109885" y="5878"/>
                  </a:cubicBezTo>
                  <a:cubicBezTo>
                    <a:pt x="109885" y="6158"/>
                    <a:pt x="109878" y="6445"/>
                    <a:pt x="109864" y="6739"/>
                  </a:cubicBezTo>
                  <a:cubicBezTo>
                    <a:pt x="109850" y="7033"/>
                    <a:pt x="109843" y="7362"/>
                    <a:pt x="109843" y="7726"/>
                  </a:cubicBezTo>
                  <a:cubicBezTo>
                    <a:pt x="109843" y="8244"/>
                    <a:pt x="109857" y="8765"/>
                    <a:pt x="109885" y="9290"/>
                  </a:cubicBezTo>
                  <a:cubicBezTo>
                    <a:pt x="109913" y="9815"/>
                    <a:pt x="109983" y="10322"/>
                    <a:pt x="110095" y="10812"/>
                  </a:cubicBezTo>
                  <a:close/>
                  <a:moveTo>
                    <a:pt x="116036" y="6025"/>
                  </a:moveTo>
                  <a:lnTo>
                    <a:pt x="117086" y="6025"/>
                  </a:lnTo>
                  <a:lnTo>
                    <a:pt x="117086" y="9238"/>
                  </a:lnTo>
                  <a:cubicBezTo>
                    <a:pt x="117086" y="9797"/>
                    <a:pt x="117090" y="10361"/>
                    <a:pt x="117097" y="10928"/>
                  </a:cubicBezTo>
                  <a:cubicBezTo>
                    <a:pt x="117104" y="11494"/>
                    <a:pt x="117107" y="12044"/>
                    <a:pt x="117107" y="12576"/>
                  </a:cubicBezTo>
                  <a:cubicBezTo>
                    <a:pt x="117149" y="12898"/>
                    <a:pt x="117272" y="13136"/>
                    <a:pt x="117475" y="13290"/>
                  </a:cubicBezTo>
                  <a:cubicBezTo>
                    <a:pt x="117678" y="13443"/>
                    <a:pt x="117898" y="13520"/>
                    <a:pt x="118136" y="13520"/>
                  </a:cubicBezTo>
                  <a:cubicBezTo>
                    <a:pt x="118374" y="13520"/>
                    <a:pt x="118605" y="13436"/>
                    <a:pt x="118829" y="13269"/>
                  </a:cubicBezTo>
                  <a:cubicBezTo>
                    <a:pt x="119053" y="13101"/>
                    <a:pt x="119165" y="12842"/>
                    <a:pt x="119165" y="12492"/>
                  </a:cubicBezTo>
                  <a:cubicBezTo>
                    <a:pt x="119165" y="12058"/>
                    <a:pt x="119161" y="11624"/>
                    <a:pt x="119154" y="11190"/>
                  </a:cubicBezTo>
                  <a:cubicBezTo>
                    <a:pt x="119147" y="10756"/>
                    <a:pt x="119144" y="10322"/>
                    <a:pt x="119144" y="9888"/>
                  </a:cubicBezTo>
                  <a:lnTo>
                    <a:pt x="119144" y="6025"/>
                  </a:lnTo>
                  <a:lnTo>
                    <a:pt x="120928" y="6025"/>
                  </a:lnTo>
                  <a:cubicBezTo>
                    <a:pt x="121572" y="5857"/>
                    <a:pt x="121894" y="5550"/>
                    <a:pt x="121894" y="5102"/>
                  </a:cubicBezTo>
                  <a:cubicBezTo>
                    <a:pt x="121894" y="4906"/>
                    <a:pt x="121820" y="4724"/>
                    <a:pt x="121673" y="4556"/>
                  </a:cubicBezTo>
                  <a:cubicBezTo>
                    <a:pt x="121527" y="4388"/>
                    <a:pt x="121299" y="4262"/>
                    <a:pt x="120991" y="4178"/>
                  </a:cubicBezTo>
                  <a:lnTo>
                    <a:pt x="119144" y="4178"/>
                  </a:lnTo>
                  <a:lnTo>
                    <a:pt x="119144" y="903"/>
                  </a:lnTo>
                  <a:cubicBezTo>
                    <a:pt x="119074" y="623"/>
                    <a:pt x="118941" y="416"/>
                    <a:pt x="118745" y="283"/>
                  </a:cubicBezTo>
                  <a:cubicBezTo>
                    <a:pt x="118549" y="150"/>
                    <a:pt x="118339" y="84"/>
                    <a:pt x="118115" y="84"/>
                  </a:cubicBezTo>
                  <a:cubicBezTo>
                    <a:pt x="117877" y="84"/>
                    <a:pt x="117664" y="157"/>
                    <a:pt x="117475" y="304"/>
                  </a:cubicBezTo>
                  <a:cubicBezTo>
                    <a:pt x="117286" y="451"/>
                    <a:pt x="117156" y="672"/>
                    <a:pt x="117086" y="966"/>
                  </a:cubicBezTo>
                  <a:lnTo>
                    <a:pt x="117086" y="4178"/>
                  </a:lnTo>
                  <a:lnTo>
                    <a:pt x="116120" y="4178"/>
                  </a:lnTo>
                  <a:cubicBezTo>
                    <a:pt x="115743" y="4178"/>
                    <a:pt x="115459" y="4276"/>
                    <a:pt x="115270" y="4472"/>
                  </a:cubicBezTo>
                  <a:cubicBezTo>
                    <a:pt x="115081" y="4668"/>
                    <a:pt x="114987" y="4878"/>
                    <a:pt x="114987" y="5102"/>
                  </a:cubicBezTo>
                  <a:cubicBezTo>
                    <a:pt x="114987" y="5326"/>
                    <a:pt x="115074" y="5522"/>
                    <a:pt x="115249" y="5690"/>
                  </a:cubicBezTo>
                  <a:cubicBezTo>
                    <a:pt x="115424" y="5857"/>
                    <a:pt x="115687" y="5969"/>
                    <a:pt x="116036" y="6025"/>
                  </a:cubicBezTo>
                  <a:close/>
                  <a:moveTo>
                    <a:pt x="125610" y="12555"/>
                  </a:moveTo>
                  <a:lnTo>
                    <a:pt x="125547" y="4598"/>
                  </a:lnTo>
                  <a:cubicBezTo>
                    <a:pt x="125477" y="4318"/>
                    <a:pt x="125344" y="4111"/>
                    <a:pt x="125148" y="3978"/>
                  </a:cubicBezTo>
                  <a:cubicBezTo>
                    <a:pt x="124952" y="3845"/>
                    <a:pt x="124742" y="3779"/>
                    <a:pt x="124518" y="3779"/>
                  </a:cubicBezTo>
                  <a:cubicBezTo>
                    <a:pt x="124266" y="3779"/>
                    <a:pt x="124049" y="3852"/>
                    <a:pt x="123867" y="3999"/>
                  </a:cubicBezTo>
                  <a:cubicBezTo>
                    <a:pt x="123685" y="4146"/>
                    <a:pt x="123559" y="4367"/>
                    <a:pt x="123490" y="4661"/>
                  </a:cubicBezTo>
                  <a:lnTo>
                    <a:pt x="123552" y="12639"/>
                  </a:lnTo>
                  <a:cubicBezTo>
                    <a:pt x="123594" y="12961"/>
                    <a:pt x="123713" y="13199"/>
                    <a:pt x="123909" y="13352"/>
                  </a:cubicBezTo>
                  <a:cubicBezTo>
                    <a:pt x="124105" y="13506"/>
                    <a:pt x="124329" y="13583"/>
                    <a:pt x="124581" y="13583"/>
                  </a:cubicBezTo>
                  <a:cubicBezTo>
                    <a:pt x="124833" y="13583"/>
                    <a:pt x="125064" y="13499"/>
                    <a:pt x="125274" y="13331"/>
                  </a:cubicBezTo>
                  <a:cubicBezTo>
                    <a:pt x="125484" y="13164"/>
                    <a:pt x="125596" y="12905"/>
                    <a:pt x="125610" y="12555"/>
                  </a:cubicBezTo>
                  <a:close/>
                  <a:moveTo>
                    <a:pt x="123343" y="1323"/>
                  </a:moveTo>
                  <a:cubicBezTo>
                    <a:pt x="123343" y="1645"/>
                    <a:pt x="123458" y="1917"/>
                    <a:pt x="123689" y="2141"/>
                  </a:cubicBezTo>
                  <a:cubicBezTo>
                    <a:pt x="123920" y="2365"/>
                    <a:pt x="124196" y="2477"/>
                    <a:pt x="124518" y="2477"/>
                  </a:cubicBezTo>
                  <a:cubicBezTo>
                    <a:pt x="124854" y="2477"/>
                    <a:pt x="125138" y="2365"/>
                    <a:pt x="125369" y="2141"/>
                  </a:cubicBezTo>
                  <a:cubicBezTo>
                    <a:pt x="125599" y="1917"/>
                    <a:pt x="125715" y="1645"/>
                    <a:pt x="125715" y="1323"/>
                  </a:cubicBezTo>
                  <a:cubicBezTo>
                    <a:pt x="125715" y="1001"/>
                    <a:pt x="125599" y="724"/>
                    <a:pt x="125369" y="493"/>
                  </a:cubicBezTo>
                  <a:cubicBezTo>
                    <a:pt x="125138" y="262"/>
                    <a:pt x="124854" y="147"/>
                    <a:pt x="124518" y="147"/>
                  </a:cubicBezTo>
                  <a:cubicBezTo>
                    <a:pt x="124196" y="147"/>
                    <a:pt x="123920" y="262"/>
                    <a:pt x="123689" y="493"/>
                  </a:cubicBezTo>
                  <a:cubicBezTo>
                    <a:pt x="123458" y="724"/>
                    <a:pt x="123343" y="1001"/>
                    <a:pt x="123343" y="1323"/>
                  </a:cubicBezTo>
                  <a:close/>
                  <a:moveTo>
                    <a:pt x="132433" y="4136"/>
                  </a:moveTo>
                  <a:cubicBezTo>
                    <a:pt x="131761" y="4136"/>
                    <a:pt x="131128" y="4297"/>
                    <a:pt x="130533" y="4619"/>
                  </a:cubicBezTo>
                  <a:cubicBezTo>
                    <a:pt x="129938" y="4941"/>
                    <a:pt x="129420" y="5364"/>
                    <a:pt x="128980" y="5889"/>
                  </a:cubicBezTo>
                  <a:cubicBezTo>
                    <a:pt x="128539" y="6414"/>
                    <a:pt x="128189" y="7009"/>
                    <a:pt x="127930" y="7673"/>
                  </a:cubicBezTo>
                  <a:cubicBezTo>
                    <a:pt x="127671" y="8338"/>
                    <a:pt x="127541" y="9021"/>
                    <a:pt x="127541" y="9720"/>
                  </a:cubicBezTo>
                  <a:cubicBezTo>
                    <a:pt x="127541" y="10224"/>
                    <a:pt x="127629" y="10725"/>
                    <a:pt x="127804" y="11222"/>
                  </a:cubicBezTo>
                  <a:cubicBezTo>
                    <a:pt x="127979" y="11718"/>
                    <a:pt x="128227" y="12166"/>
                    <a:pt x="128549" y="12565"/>
                  </a:cubicBezTo>
                  <a:cubicBezTo>
                    <a:pt x="128871" y="12964"/>
                    <a:pt x="129266" y="13290"/>
                    <a:pt x="129735" y="13541"/>
                  </a:cubicBezTo>
                  <a:cubicBezTo>
                    <a:pt x="130204" y="13793"/>
                    <a:pt x="130726" y="13919"/>
                    <a:pt x="131299" y="13919"/>
                  </a:cubicBezTo>
                  <a:cubicBezTo>
                    <a:pt x="131845" y="13919"/>
                    <a:pt x="132367" y="13814"/>
                    <a:pt x="132864" y="13604"/>
                  </a:cubicBezTo>
                  <a:cubicBezTo>
                    <a:pt x="133360" y="13394"/>
                    <a:pt x="133812" y="13104"/>
                    <a:pt x="134218" y="12733"/>
                  </a:cubicBezTo>
                  <a:cubicBezTo>
                    <a:pt x="134624" y="12362"/>
                    <a:pt x="134977" y="11925"/>
                    <a:pt x="135278" y="11421"/>
                  </a:cubicBezTo>
                  <a:cubicBezTo>
                    <a:pt x="135579" y="10917"/>
                    <a:pt x="135806" y="10378"/>
                    <a:pt x="135960" y="9804"/>
                  </a:cubicBezTo>
                  <a:cubicBezTo>
                    <a:pt x="136002" y="9594"/>
                    <a:pt x="136037" y="9388"/>
                    <a:pt x="136065" y="9185"/>
                  </a:cubicBezTo>
                  <a:cubicBezTo>
                    <a:pt x="136093" y="8982"/>
                    <a:pt x="136107" y="8762"/>
                    <a:pt x="136107" y="8524"/>
                  </a:cubicBezTo>
                  <a:cubicBezTo>
                    <a:pt x="136107" y="7978"/>
                    <a:pt x="136027" y="7443"/>
                    <a:pt x="135866" y="6918"/>
                  </a:cubicBezTo>
                  <a:cubicBezTo>
                    <a:pt x="135705" y="6393"/>
                    <a:pt x="135467" y="5924"/>
                    <a:pt x="135152" y="5511"/>
                  </a:cubicBezTo>
                  <a:cubicBezTo>
                    <a:pt x="134837" y="5098"/>
                    <a:pt x="134452" y="4766"/>
                    <a:pt x="133997" y="4514"/>
                  </a:cubicBezTo>
                  <a:cubicBezTo>
                    <a:pt x="133542" y="4262"/>
                    <a:pt x="133021" y="4136"/>
                    <a:pt x="132433" y="4136"/>
                  </a:cubicBezTo>
                  <a:close/>
                  <a:moveTo>
                    <a:pt x="129725" y="8650"/>
                  </a:moveTo>
                  <a:cubicBezTo>
                    <a:pt x="129795" y="8370"/>
                    <a:pt x="129907" y="8072"/>
                    <a:pt x="130061" y="7757"/>
                  </a:cubicBezTo>
                  <a:cubicBezTo>
                    <a:pt x="130215" y="7443"/>
                    <a:pt x="130407" y="7156"/>
                    <a:pt x="130638" y="6897"/>
                  </a:cubicBezTo>
                  <a:cubicBezTo>
                    <a:pt x="130869" y="6638"/>
                    <a:pt x="131131" y="6421"/>
                    <a:pt x="131425" y="6246"/>
                  </a:cubicBezTo>
                  <a:cubicBezTo>
                    <a:pt x="131719" y="6071"/>
                    <a:pt x="132034" y="5983"/>
                    <a:pt x="132370" y="5983"/>
                  </a:cubicBezTo>
                  <a:cubicBezTo>
                    <a:pt x="132636" y="5983"/>
                    <a:pt x="132874" y="6057"/>
                    <a:pt x="133084" y="6204"/>
                  </a:cubicBezTo>
                  <a:cubicBezTo>
                    <a:pt x="133294" y="6351"/>
                    <a:pt x="133472" y="6543"/>
                    <a:pt x="133619" y="6781"/>
                  </a:cubicBezTo>
                  <a:cubicBezTo>
                    <a:pt x="133766" y="7019"/>
                    <a:pt x="133875" y="7289"/>
                    <a:pt x="133945" y="7590"/>
                  </a:cubicBezTo>
                  <a:cubicBezTo>
                    <a:pt x="134015" y="7890"/>
                    <a:pt x="134050" y="8195"/>
                    <a:pt x="134050" y="8503"/>
                  </a:cubicBezTo>
                  <a:cubicBezTo>
                    <a:pt x="134050" y="8839"/>
                    <a:pt x="133987" y="9213"/>
                    <a:pt x="133861" y="9626"/>
                  </a:cubicBezTo>
                  <a:cubicBezTo>
                    <a:pt x="133735" y="10039"/>
                    <a:pt x="133556" y="10424"/>
                    <a:pt x="133325" y="10781"/>
                  </a:cubicBezTo>
                  <a:cubicBezTo>
                    <a:pt x="133094" y="11138"/>
                    <a:pt x="132815" y="11438"/>
                    <a:pt x="132486" y="11683"/>
                  </a:cubicBezTo>
                  <a:cubicBezTo>
                    <a:pt x="132157" y="11928"/>
                    <a:pt x="131782" y="12051"/>
                    <a:pt x="131362" y="12051"/>
                  </a:cubicBezTo>
                  <a:cubicBezTo>
                    <a:pt x="130929" y="12051"/>
                    <a:pt x="130582" y="11932"/>
                    <a:pt x="130323" y="11694"/>
                  </a:cubicBezTo>
                  <a:cubicBezTo>
                    <a:pt x="130064" y="11456"/>
                    <a:pt x="129879" y="11166"/>
                    <a:pt x="129767" y="10823"/>
                  </a:cubicBezTo>
                  <a:cubicBezTo>
                    <a:pt x="129655" y="10480"/>
                    <a:pt x="129599" y="10112"/>
                    <a:pt x="129599" y="9720"/>
                  </a:cubicBezTo>
                  <a:cubicBezTo>
                    <a:pt x="129599" y="9329"/>
                    <a:pt x="129641" y="8972"/>
                    <a:pt x="129725" y="8650"/>
                  </a:cubicBezTo>
                  <a:close/>
                  <a:moveTo>
                    <a:pt x="145093" y="12597"/>
                  </a:moveTo>
                  <a:lnTo>
                    <a:pt x="145093" y="8776"/>
                  </a:lnTo>
                  <a:cubicBezTo>
                    <a:pt x="145093" y="8524"/>
                    <a:pt x="145107" y="8254"/>
                    <a:pt x="145135" y="7967"/>
                  </a:cubicBezTo>
                  <a:cubicBezTo>
                    <a:pt x="145163" y="7680"/>
                    <a:pt x="145177" y="7390"/>
                    <a:pt x="145177" y="7096"/>
                  </a:cubicBezTo>
                  <a:cubicBezTo>
                    <a:pt x="145177" y="6802"/>
                    <a:pt x="145156" y="6515"/>
                    <a:pt x="145114" y="6235"/>
                  </a:cubicBezTo>
                  <a:cubicBezTo>
                    <a:pt x="145072" y="5955"/>
                    <a:pt x="144981" y="5690"/>
                    <a:pt x="144841" y="5438"/>
                  </a:cubicBezTo>
                  <a:cubicBezTo>
                    <a:pt x="144547" y="4920"/>
                    <a:pt x="144159" y="4535"/>
                    <a:pt x="143676" y="4283"/>
                  </a:cubicBezTo>
                  <a:cubicBezTo>
                    <a:pt x="143193" y="4031"/>
                    <a:pt x="142685" y="3905"/>
                    <a:pt x="142154" y="3905"/>
                  </a:cubicBezTo>
                  <a:cubicBezTo>
                    <a:pt x="141664" y="3905"/>
                    <a:pt x="141188" y="3985"/>
                    <a:pt x="140726" y="4146"/>
                  </a:cubicBezTo>
                  <a:cubicBezTo>
                    <a:pt x="140264" y="4307"/>
                    <a:pt x="139830" y="4528"/>
                    <a:pt x="139424" y="4808"/>
                  </a:cubicBezTo>
                  <a:cubicBezTo>
                    <a:pt x="139354" y="4570"/>
                    <a:pt x="139221" y="4391"/>
                    <a:pt x="139025" y="4272"/>
                  </a:cubicBezTo>
                  <a:cubicBezTo>
                    <a:pt x="138829" y="4153"/>
                    <a:pt x="138634" y="4094"/>
                    <a:pt x="138438" y="4094"/>
                  </a:cubicBezTo>
                  <a:cubicBezTo>
                    <a:pt x="138200" y="4094"/>
                    <a:pt x="137986" y="4164"/>
                    <a:pt x="137797" y="4304"/>
                  </a:cubicBezTo>
                  <a:cubicBezTo>
                    <a:pt x="137608" y="4444"/>
                    <a:pt x="137479" y="4668"/>
                    <a:pt x="137409" y="4976"/>
                  </a:cubicBezTo>
                  <a:cubicBezTo>
                    <a:pt x="137409" y="5648"/>
                    <a:pt x="137412" y="6295"/>
                    <a:pt x="137419" y="6918"/>
                  </a:cubicBezTo>
                  <a:cubicBezTo>
                    <a:pt x="137426" y="7541"/>
                    <a:pt x="137430" y="8160"/>
                    <a:pt x="137430" y="8776"/>
                  </a:cubicBezTo>
                  <a:lnTo>
                    <a:pt x="137430" y="12555"/>
                  </a:lnTo>
                  <a:cubicBezTo>
                    <a:pt x="137472" y="12877"/>
                    <a:pt x="137594" y="13115"/>
                    <a:pt x="137797" y="13269"/>
                  </a:cubicBezTo>
                  <a:cubicBezTo>
                    <a:pt x="138000" y="13422"/>
                    <a:pt x="138221" y="13499"/>
                    <a:pt x="138459" y="13499"/>
                  </a:cubicBezTo>
                  <a:cubicBezTo>
                    <a:pt x="138710" y="13499"/>
                    <a:pt x="138941" y="13415"/>
                    <a:pt x="139151" y="13248"/>
                  </a:cubicBezTo>
                  <a:cubicBezTo>
                    <a:pt x="139361" y="13080"/>
                    <a:pt x="139473" y="12821"/>
                    <a:pt x="139487" y="12471"/>
                  </a:cubicBezTo>
                  <a:cubicBezTo>
                    <a:pt x="139473" y="11757"/>
                    <a:pt x="139466" y="11054"/>
                    <a:pt x="139466" y="10361"/>
                  </a:cubicBezTo>
                  <a:lnTo>
                    <a:pt x="139466" y="8251"/>
                  </a:lnTo>
                  <a:cubicBezTo>
                    <a:pt x="139494" y="7971"/>
                    <a:pt x="139540" y="7757"/>
                    <a:pt x="139603" y="7610"/>
                  </a:cubicBezTo>
                  <a:cubicBezTo>
                    <a:pt x="139666" y="7464"/>
                    <a:pt x="139753" y="7306"/>
                    <a:pt x="139865" y="7138"/>
                  </a:cubicBezTo>
                  <a:cubicBezTo>
                    <a:pt x="140187" y="6676"/>
                    <a:pt x="140548" y="6326"/>
                    <a:pt x="140946" y="6088"/>
                  </a:cubicBezTo>
                  <a:cubicBezTo>
                    <a:pt x="141345" y="5850"/>
                    <a:pt x="141755" y="5731"/>
                    <a:pt x="142175" y="5731"/>
                  </a:cubicBezTo>
                  <a:cubicBezTo>
                    <a:pt x="142427" y="5731"/>
                    <a:pt x="142612" y="5829"/>
                    <a:pt x="142731" y="6025"/>
                  </a:cubicBezTo>
                  <a:cubicBezTo>
                    <a:pt x="142850" y="6221"/>
                    <a:pt x="142930" y="6456"/>
                    <a:pt x="142972" y="6729"/>
                  </a:cubicBezTo>
                  <a:cubicBezTo>
                    <a:pt x="143014" y="7002"/>
                    <a:pt x="143028" y="7278"/>
                    <a:pt x="143014" y="7558"/>
                  </a:cubicBezTo>
                  <a:cubicBezTo>
                    <a:pt x="143000" y="7838"/>
                    <a:pt x="142993" y="8069"/>
                    <a:pt x="142993" y="8251"/>
                  </a:cubicBezTo>
                  <a:lnTo>
                    <a:pt x="142993" y="10193"/>
                  </a:lnTo>
                  <a:cubicBezTo>
                    <a:pt x="142993" y="10690"/>
                    <a:pt x="142997" y="11096"/>
                    <a:pt x="143004" y="11410"/>
                  </a:cubicBezTo>
                  <a:cubicBezTo>
                    <a:pt x="143011" y="11725"/>
                    <a:pt x="143014" y="11977"/>
                    <a:pt x="143014" y="12166"/>
                  </a:cubicBezTo>
                  <a:lnTo>
                    <a:pt x="143014" y="12681"/>
                  </a:lnTo>
                  <a:cubicBezTo>
                    <a:pt x="143056" y="13003"/>
                    <a:pt x="143179" y="13241"/>
                    <a:pt x="143382" y="13394"/>
                  </a:cubicBezTo>
                  <a:cubicBezTo>
                    <a:pt x="143585" y="13548"/>
                    <a:pt x="143812" y="13625"/>
                    <a:pt x="144064" y="13625"/>
                  </a:cubicBezTo>
                  <a:cubicBezTo>
                    <a:pt x="144302" y="13625"/>
                    <a:pt x="144529" y="13541"/>
                    <a:pt x="144746" y="13373"/>
                  </a:cubicBezTo>
                  <a:cubicBezTo>
                    <a:pt x="144963" y="13206"/>
                    <a:pt x="145079" y="12947"/>
                    <a:pt x="145093" y="12597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56" name="ui-metadata-qualifier line 1" descr="UI metadata"/>
            <p:cNvSpPr/>
            <p:nvPr/>
          </p:nvSpPr>
          <p:spPr>
            <a:xfrm>
              <a:off x="3065219" y="1200523"/>
              <a:ext cx="567149" cy="72193"/>
            </a:xfrm>
            <a:custGeom>
              <a:avLst/>
              <a:gdLst/>
              <a:ahLst/>
              <a:cxnLst/>
              <a:rect l="0" t="0" r="r" b="b"/>
              <a:pathLst>
                <a:path w="102189" h="13008">
                  <a:moveTo>
                    <a:pt x="7618" y="1492"/>
                  </a:moveTo>
                  <a:cubicBezTo>
                    <a:pt x="7618" y="1677"/>
                    <a:pt x="7611" y="1873"/>
                    <a:pt x="7598" y="2078"/>
                  </a:cubicBezTo>
                  <a:cubicBezTo>
                    <a:pt x="7585" y="2284"/>
                    <a:pt x="7578" y="2480"/>
                    <a:pt x="7578" y="2665"/>
                  </a:cubicBezTo>
                  <a:cubicBezTo>
                    <a:pt x="7565" y="3288"/>
                    <a:pt x="7545" y="3985"/>
                    <a:pt x="7518" y="4754"/>
                  </a:cubicBezTo>
                  <a:cubicBezTo>
                    <a:pt x="7492" y="5523"/>
                    <a:pt x="7449" y="6269"/>
                    <a:pt x="7389" y="6991"/>
                  </a:cubicBezTo>
                  <a:cubicBezTo>
                    <a:pt x="7329" y="7714"/>
                    <a:pt x="7243" y="8360"/>
                    <a:pt x="7130" y="8930"/>
                  </a:cubicBezTo>
                  <a:cubicBezTo>
                    <a:pt x="7018" y="9501"/>
                    <a:pt x="6869" y="9905"/>
                    <a:pt x="6683" y="10144"/>
                  </a:cubicBezTo>
                  <a:cubicBezTo>
                    <a:pt x="6378" y="10502"/>
                    <a:pt x="6053" y="10764"/>
                    <a:pt x="5708" y="10929"/>
                  </a:cubicBezTo>
                  <a:cubicBezTo>
                    <a:pt x="5364" y="11095"/>
                    <a:pt x="5006" y="11178"/>
                    <a:pt x="4634" y="11178"/>
                  </a:cubicBezTo>
                  <a:cubicBezTo>
                    <a:pt x="4329" y="11178"/>
                    <a:pt x="4014" y="11128"/>
                    <a:pt x="3690" y="11029"/>
                  </a:cubicBezTo>
                  <a:cubicBezTo>
                    <a:pt x="3365" y="10929"/>
                    <a:pt x="3070" y="10740"/>
                    <a:pt x="2804" y="10462"/>
                  </a:cubicBezTo>
                  <a:cubicBezTo>
                    <a:pt x="2619" y="10290"/>
                    <a:pt x="2473" y="10028"/>
                    <a:pt x="2367" y="9676"/>
                  </a:cubicBezTo>
                  <a:cubicBezTo>
                    <a:pt x="2261" y="9325"/>
                    <a:pt x="2175" y="8920"/>
                    <a:pt x="2108" y="8463"/>
                  </a:cubicBezTo>
                  <a:cubicBezTo>
                    <a:pt x="2042" y="8006"/>
                    <a:pt x="1999" y="7508"/>
                    <a:pt x="1979" y="6971"/>
                  </a:cubicBezTo>
                  <a:cubicBezTo>
                    <a:pt x="1959" y="6434"/>
                    <a:pt x="1949" y="5894"/>
                    <a:pt x="1949" y="5350"/>
                  </a:cubicBezTo>
                  <a:cubicBezTo>
                    <a:pt x="1949" y="4992"/>
                    <a:pt x="1952" y="4611"/>
                    <a:pt x="1959" y="4207"/>
                  </a:cubicBezTo>
                  <a:cubicBezTo>
                    <a:pt x="1966" y="3802"/>
                    <a:pt x="1976" y="3434"/>
                    <a:pt x="1989" y="3103"/>
                  </a:cubicBezTo>
                  <a:cubicBezTo>
                    <a:pt x="2002" y="2811"/>
                    <a:pt x="2009" y="2529"/>
                    <a:pt x="2009" y="2257"/>
                  </a:cubicBezTo>
                  <a:lnTo>
                    <a:pt x="2009" y="1512"/>
                  </a:lnTo>
                  <a:cubicBezTo>
                    <a:pt x="1943" y="1246"/>
                    <a:pt x="1813" y="1051"/>
                    <a:pt x="1621" y="925"/>
                  </a:cubicBezTo>
                  <a:cubicBezTo>
                    <a:pt x="1429" y="799"/>
                    <a:pt x="1227" y="736"/>
                    <a:pt x="1014" y="736"/>
                  </a:cubicBezTo>
                  <a:cubicBezTo>
                    <a:pt x="789" y="736"/>
                    <a:pt x="587" y="806"/>
                    <a:pt x="408" y="945"/>
                  </a:cubicBezTo>
                  <a:cubicBezTo>
                    <a:pt x="229" y="1084"/>
                    <a:pt x="106" y="1293"/>
                    <a:pt x="40" y="1571"/>
                  </a:cubicBezTo>
                  <a:cubicBezTo>
                    <a:pt x="40" y="1836"/>
                    <a:pt x="36" y="2105"/>
                    <a:pt x="30" y="2377"/>
                  </a:cubicBezTo>
                  <a:cubicBezTo>
                    <a:pt x="23" y="2649"/>
                    <a:pt x="20" y="2924"/>
                    <a:pt x="20" y="3202"/>
                  </a:cubicBezTo>
                  <a:cubicBezTo>
                    <a:pt x="20" y="3507"/>
                    <a:pt x="17" y="3819"/>
                    <a:pt x="10" y="4137"/>
                  </a:cubicBezTo>
                  <a:cubicBezTo>
                    <a:pt x="3" y="4455"/>
                    <a:pt x="0" y="4773"/>
                    <a:pt x="0" y="5092"/>
                  </a:cubicBezTo>
                  <a:cubicBezTo>
                    <a:pt x="0" y="6073"/>
                    <a:pt x="40" y="7038"/>
                    <a:pt x="119" y="7986"/>
                  </a:cubicBezTo>
                  <a:cubicBezTo>
                    <a:pt x="199" y="8934"/>
                    <a:pt x="385" y="9806"/>
                    <a:pt x="676" y="10601"/>
                  </a:cubicBezTo>
                  <a:cubicBezTo>
                    <a:pt x="809" y="10986"/>
                    <a:pt x="1004" y="11324"/>
                    <a:pt x="1263" y="11615"/>
                  </a:cubicBezTo>
                  <a:cubicBezTo>
                    <a:pt x="1522" y="11907"/>
                    <a:pt x="1827" y="12149"/>
                    <a:pt x="2178" y="12341"/>
                  </a:cubicBezTo>
                  <a:cubicBezTo>
                    <a:pt x="2529" y="12534"/>
                    <a:pt x="2907" y="12680"/>
                    <a:pt x="3312" y="12779"/>
                  </a:cubicBezTo>
                  <a:cubicBezTo>
                    <a:pt x="3716" y="12878"/>
                    <a:pt x="4130" y="12928"/>
                    <a:pt x="4555" y="12928"/>
                  </a:cubicBezTo>
                  <a:cubicBezTo>
                    <a:pt x="4899" y="12928"/>
                    <a:pt x="5264" y="12888"/>
                    <a:pt x="5649" y="12809"/>
                  </a:cubicBezTo>
                  <a:cubicBezTo>
                    <a:pt x="6033" y="12729"/>
                    <a:pt x="6398" y="12610"/>
                    <a:pt x="6743" y="12451"/>
                  </a:cubicBezTo>
                  <a:cubicBezTo>
                    <a:pt x="7087" y="12292"/>
                    <a:pt x="7402" y="12096"/>
                    <a:pt x="7687" y="11864"/>
                  </a:cubicBezTo>
                  <a:cubicBezTo>
                    <a:pt x="7972" y="11632"/>
                    <a:pt x="8194" y="11364"/>
                    <a:pt x="8354" y="11059"/>
                  </a:cubicBezTo>
                  <a:cubicBezTo>
                    <a:pt x="8606" y="10528"/>
                    <a:pt x="8808" y="9878"/>
                    <a:pt x="8960" y="9109"/>
                  </a:cubicBezTo>
                  <a:cubicBezTo>
                    <a:pt x="9113" y="8340"/>
                    <a:pt x="9235" y="7525"/>
                    <a:pt x="9328" y="6663"/>
                  </a:cubicBezTo>
                  <a:cubicBezTo>
                    <a:pt x="9421" y="5801"/>
                    <a:pt x="9484" y="4916"/>
                    <a:pt x="9517" y="4008"/>
                  </a:cubicBezTo>
                  <a:cubicBezTo>
                    <a:pt x="9550" y="3099"/>
                    <a:pt x="9573" y="2241"/>
                    <a:pt x="9587" y="1432"/>
                  </a:cubicBezTo>
                  <a:cubicBezTo>
                    <a:pt x="9520" y="1167"/>
                    <a:pt x="9391" y="968"/>
                    <a:pt x="9199" y="835"/>
                  </a:cubicBezTo>
                  <a:cubicBezTo>
                    <a:pt x="9007" y="703"/>
                    <a:pt x="8804" y="636"/>
                    <a:pt x="8592" y="636"/>
                  </a:cubicBezTo>
                  <a:cubicBezTo>
                    <a:pt x="8367" y="636"/>
                    <a:pt x="8165" y="706"/>
                    <a:pt x="7986" y="845"/>
                  </a:cubicBezTo>
                  <a:cubicBezTo>
                    <a:pt x="7807" y="985"/>
                    <a:pt x="7684" y="1200"/>
                    <a:pt x="7618" y="1492"/>
                  </a:cubicBezTo>
                  <a:close/>
                  <a:moveTo>
                    <a:pt x="15474" y="10899"/>
                  </a:moveTo>
                  <a:lnTo>
                    <a:pt x="15474" y="2466"/>
                  </a:lnTo>
                  <a:lnTo>
                    <a:pt x="16528" y="2466"/>
                  </a:lnTo>
                  <a:cubicBezTo>
                    <a:pt x="16833" y="2400"/>
                    <a:pt x="17062" y="2284"/>
                    <a:pt x="17214" y="2118"/>
                  </a:cubicBezTo>
                  <a:cubicBezTo>
                    <a:pt x="17367" y="1952"/>
                    <a:pt x="17443" y="1777"/>
                    <a:pt x="17443" y="1591"/>
                  </a:cubicBezTo>
                  <a:cubicBezTo>
                    <a:pt x="17443" y="1419"/>
                    <a:pt x="17373" y="1250"/>
                    <a:pt x="17234" y="1084"/>
                  </a:cubicBezTo>
                  <a:cubicBezTo>
                    <a:pt x="17095" y="918"/>
                    <a:pt x="16886" y="789"/>
                    <a:pt x="16608" y="696"/>
                  </a:cubicBezTo>
                  <a:lnTo>
                    <a:pt x="12491" y="696"/>
                  </a:lnTo>
                  <a:cubicBezTo>
                    <a:pt x="12146" y="723"/>
                    <a:pt x="11887" y="819"/>
                    <a:pt x="11715" y="985"/>
                  </a:cubicBezTo>
                  <a:cubicBezTo>
                    <a:pt x="11543" y="1150"/>
                    <a:pt x="11456" y="1339"/>
                    <a:pt x="11456" y="1551"/>
                  </a:cubicBezTo>
                  <a:cubicBezTo>
                    <a:pt x="11456" y="1764"/>
                    <a:pt x="11536" y="1956"/>
                    <a:pt x="11695" y="2128"/>
                  </a:cubicBezTo>
                  <a:cubicBezTo>
                    <a:pt x="11854" y="2301"/>
                    <a:pt x="12099" y="2413"/>
                    <a:pt x="12431" y="2466"/>
                  </a:cubicBezTo>
                  <a:lnTo>
                    <a:pt x="13505" y="2466"/>
                  </a:lnTo>
                  <a:lnTo>
                    <a:pt x="13505" y="10860"/>
                  </a:lnTo>
                  <a:cubicBezTo>
                    <a:pt x="13319" y="10846"/>
                    <a:pt x="13157" y="10843"/>
                    <a:pt x="13018" y="10850"/>
                  </a:cubicBezTo>
                  <a:cubicBezTo>
                    <a:pt x="12878" y="10856"/>
                    <a:pt x="12709" y="10860"/>
                    <a:pt x="12510" y="10860"/>
                  </a:cubicBezTo>
                  <a:cubicBezTo>
                    <a:pt x="12166" y="10886"/>
                    <a:pt x="11907" y="10982"/>
                    <a:pt x="11735" y="11148"/>
                  </a:cubicBezTo>
                  <a:cubicBezTo>
                    <a:pt x="11562" y="11314"/>
                    <a:pt x="11476" y="11509"/>
                    <a:pt x="11476" y="11735"/>
                  </a:cubicBezTo>
                  <a:cubicBezTo>
                    <a:pt x="11476" y="11934"/>
                    <a:pt x="11556" y="12119"/>
                    <a:pt x="11715" y="12292"/>
                  </a:cubicBezTo>
                  <a:cubicBezTo>
                    <a:pt x="11874" y="12464"/>
                    <a:pt x="12119" y="12577"/>
                    <a:pt x="12451" y="12630"/>
                  </a:cubicBezTo>
                  <a:lnTo>
                    <a:pt x="15832" y="12630"/>
                  </a:lnTo>
                  <a:cubicBezTo>
                    <a:pt x="16084" y="12630"/>
                    <a:pt x="16329" y="12623"/>
                    <a:pt x="16568" y="12610"/>
                  </a:cubicBezTo>
                  <a:cubicBezTo>
                    <a:pt x="16886" y="12544"/>
                    <a:pt x="17122" y="12424"/>
                    <a:pt x="17274" y="12252"/>
                  </a:cubicBezTo>
                  <a:cubicBezTo>
                    <a:pt x="17427" y="12080"/>
                    <a:pt x="17503" y="11901"/>
                    <a:pt x="17503" y="11715"/>
                  </a:cubicBezTo>
                  <a:cubicBezTo>
                    <a:pt x="17503" y="11490"/>
                    <a:pt x="17400" y="11284"/>
                    <a:pt x="17194" y="11098"/>
                  </a:cubicBezTo>
                  <a:cubicBezTo>
                    <a:pt x="16989" y="10913"/>
                    <a:pt x="16694" y="10833"/>
                    <a:pt x="16309" y="10860"/>
                  </a:cubicBezTo>
                  <a:lnTo>
                    <a:pt x="16230" y="10860"/>
                  </a:lnTo>
                  <a:cubicBezTo>
                    <a:pt x="16084" y="10873"/>
                    <a:pt x="15958" y="10883"/>
                    <a:pt x="15852" y="10890"/>
                  </a:cubicBezTo>
                  <a:cubicBezTo>
                    <a:pt x="15746" y="10896"/>
                    <a:pt x="15620" y="10899"/>
                    <a:pt x="15474" y="10899"/>
                  </a:cubicBezTo>
                  <a:close/>
                  <a:moveTo>
                    <a:pt x="31067" y="12013"/>
                  </a:moveTo>
                  <a:cubicBezTo>
                    <a:pt x="31107" y="12318"/>
                    <a:pt x="31220" y="12544"/>
                    <a:pt x="31406" y="12690"/>
                  </a:cubicBezTo>
                  <a:cubicBezTo>
                    <a:pt x="31591" y="12835"/>
                    <a:pt x="31803" y="12908"/>
                    <a:pt x="32042" y="12908"/>
                  </a:cubicBezTo>
                  <a:cubicBezTo>
                    <a:pt x="32281" y="12908"/>
                    <a:pt x="32499" y="12829"/>
                    <a:pt x="32698" y="12670"/>
                  </a:cubicBezTo>
                  <a:cubicBezTo>
                    <a:pt x="32897" y="12510"/>
                    <a:pt x="33003" y="12265"/>
                    <a:pt x="33017" y="11934"/>
                  </a:cubicBezTo>
                  <a:lnTo>
                    <a:pt x="32997" y="6683"/>
                  </a:lnTo>
                  <a:cubicBezTo>
                    <a:pt x="33182" y="6245"/>
                    <a:pt x="33394" y="5947"/>
                    <a:pt x="33633" y="5788"/>
                  </a:cubicBezTo>
                  <a:cubicBezTo>
                    <a:pt x="33872" y="5629"/>
                    <a:pt x="34144" y="5549"/>
                    <a:pt x="34449" y="5549"/>
                  </a:cubicBezTo>
                  <a:cubicBezTo>
                    <a:pt x="34701" y="5549"/>
                    <a:pt x="34959" y="5632"/>
                    <a:pt x="35224" y="5798"/>
                  </a:cubicBezTo>
                  <a:cubicBezTo>
                    <a:pt x="35490" y="5964"/>
                    <a:pt x="35695" y="6252"/>
                    <a:pt x="35841" y="6663"/>
                  </a:cubicBezTo>
                  <a:lnTo>
                    <a:pt x="35841" y="12033"/>
                  </a:lnTo>
                  <a:cubicBezTo>
                    <a:pt x="35881" y="12338"/>
                    <a:pt x="35993" y="12564"/>
                    <a:pt x="36179" y="12709"/>
                  </a:cubicBezTo>
                  <a:cubicBezTo>
                    <a:pt x="36365" y="12855"/>
                    <a:pt x="36577" y="12928"/>
                    <a:pt x="36815" y="12928"/>
                  </a:cubicBezTo>
                  <a:cubicBezTo>
                    <a:pt x="37041" y="12928"/>
                    <a:pt x="37256" y="12849"/>
                    <a:pt x="37462" y="12690"/>
                  </a:cubicBezTo>
                  <a:cubicBezTo>
                    <a:pt x="37667" y="12530"/>
                    <a:pt x="37777" y="12285"/>
                    <a:pt x="37790" y="11954"/>
                  </a:cubicBezTo>
                  <a:lnTo>
                    <a:pt x="37790" y="6464"/>
                  </a:lnTo>
                  <a:cubicBezTo>
                    <a:pt x="37790" y="6093"/>
                    <a:pt x="37691" y="5745"/>
                    <a:pt x="37492" y="5420"/>
                  </a:cubicBezTo>
                  <a:cubicBezTo>
                    <a:pt x="37293" y="5095"/>
                    <a:pt x="37028" y="4810"/>
                    <a:pt x="36696" y="4565"/>
                  </a:cubicBezTo>
                  <a:cubicBezTo>
                    <a:pt x="36365" y="4319"/>
                    <a:pt x="35993" y="4124"/>
                    <a:pt x="35582" y="3978"/>
                  </a:cubicBezTo>
                  <a:cubicBezTo>
                    <a:pt x="35171" y="3832"/>
                    <a:pt x="34754" y="3759"/>
                    <a:pt x="34329" y="3759"/>
                  </a:cubicBezTo>
                  <a:cubicBezTo>
                    <a:pt x="34130" y="3759"/>
                    <a:pt x="33935" y="3796"/>
                    <a:pt x="33743" y="3869"/>
                  </a:cubicBezTo>
                  <a:cubicBezTo>
                    <a:pt x="33550" y="3941"/>
                    <a:pt x="33365" y="4034"/>
                    <a:pt x="33186" y="4147"/>
                  </a:cubicBezTo>
                  <a:cubicBezTo>
                    <a:pt x="33007" y="4260"/>
                    <a:pt x="32834" y="4386"/>
                    <a:pt x="32669" y="4525"/>
                  </a:cubicBezTo>
                  <a:cubicBezTo>
                    <a:pt x="32503" y="4664"/>
                    <a:pt x="32354" y="4800"/>
                    <a:pt x="32221" y="4933"/>
                  </a:cubicBezTo>
                  <a:cubicBezTo>
                    <a:pt x="31903" y="4588"/>
                    <a:pt x="31502" y="4309"/>
                    <a:pt x="31018" y="4097"/>
                  </a:cubicBezTo>
                  <a:cubicBezTo>
                    <a:pt x="30534" y="3885"/>
                    <a:pt x="30053" y="3779"/>
                    <a:pt x="29576" y="3779"/>
                  </a:cubicBezTo>
                  <a:cubicBezTo>
                    <a:pt x="29271" y="3779"/>
                    <a:pt x="28982" y="3825"/>
                    <a:pt x="28710" y="3918"/>
                  </a:cubicBezTo>
                  <a:cubicBezTo>
                    <a:pt x="28439" y="4011"/>
                    <a:pt x="28203" y="4117"/>
                    <a:pt x="28004" y="4236"/>
                  </a:cubicBezTo>
                  <a:cubicBezTo>
                    <a:pt x="27912" y="4038"/>
                    <a:pt x="27786" y="3895"/>
                    <a:pt x="27627" y="3809"/>
                  </a:cubicBezTo>
                  <a:cubicBezTo>
                    <a:pt x="27467" y="3723"/>
                    <a:pt x="27295" y="3680"/>
                    <a:pt x="27109" y="3680"/>
                  </a:cubicBezTo>
                  <a:cubicBezTo>
                    <a:pt x="26619" y="3680"/>
                    <a:pt x="26294" y="3951"/>
                    <a:pt x="26135" y="4495"/>
                  </a:cubicBezTo>
                  <a:lnTo>
                    <a:pt x="26135" y="12113"/>
                  </a:lnTo>
                  <a:cubicBezTo>
                    <a:pt x="26175" y="12418"/>
                    <a:pt x="26291" y="12643"/>
                    <a:pt x="26483" y="12789"/>
                  </a:cubicBezTo>
                  <a:cubicBezTo>
                    <a:pt x="26675" y="12935"/>
                    <a:pt x="26884" y="13008"/>
                    <a:pt x="27109" y="13008"/>
                  </a:cubicBezTo>
                  <a:cubicBezTo>
                    <a:pt x="27348" y="13008"/>
                    <a:pt x="27570" y="12928"/>
                    <a:pt x="27776" y="12769"/>
                  </a:cubicBezTo>
                  <a:cubicBezTo>
                    <a:pt x="27981" y="12610"/>
                    <a:pt x="28091" y="12365"/>
                    <a:pt x="28104" y="12033"/>
                  </a:cubicBezTo>
                  <a:lnTo>
                    <a:pt x="28104" y="6643"/>
                  </a:lnTo>
                  <a:cubicBezTo>
                    <a:pt x="28263" y="6444"/>
                    <a:pt x="28399" y="6278"/>
                    <a:pt x="28512" y="6146"/>
                  </a:cubicBezTo>
                  <a:cubicBezTo>
                    <a:pt x="28624" y="6013"/>
                    <a:pt x="28727" y="5907"/>
                    <a:pt x="28820" y="5828"/>
                  </a:cubicBezTo>
                  <a:cubicBezTo>
                    <a:pt x="28913" y="5748"/>
                    <a:pt x="29006" y="5688"/>
                    <a:pt x="29098" y="5649"/>
                  </a:cubicBezTo>
                  <a:cubicBezTo>
                    <a:pt x="29191" y="5609"/>
                    <a:pt x="29304" y="5582"/>
                    <a:pt x="29436" y="5569"/>
                  </a:cubicBezTo>
                  <a:cubicBezTo>
                    <a:pt x="29794" y="5529"/>
                    <a:pt x="30119" y="5612"/>
                    <a:pt x="30411" y="5818"/>
                  </a:cubicBezTo>
                  <a:cubicBezTo>
                    <a:pt x="30703" y="6023"/>
                    <a:pt x="30922" y="6305"/>
                    <a:pt x="31067" y="6663"/>
                  </a:cubicBezTo>
                  <a:close/>
                  <a:moveTo>
                    <a:pt x="46283" y="10243"/>
                  </a:moveTo>
                  <a:cubicBezTo>
                    <a:pt x="45898" y="10482"/>
                    <a:pt x="45477" y="10710"/>
                    <a:pt x="45020" y="10929"/>
                  </a:cubicBezTo>
                  <a:cubicBezTo>
                    <a:pt x="44562" y="11148"/>
                    <a:pt x="44122" y="11271"/>
                    <a:pt x="43697" y="11297"/>
                  </a:cubicBezTo>
                  <a:cubicBezTo>
                    <a:pt x="43193" y="11337"/>
                    <a:pt x="42769" y="11244"/>
                    <a:pt x="42424" y="11019"/>
                  </a:cubicBezTo>
                  <a:cubicBezTo>
                    <a:pt x="42080" y="10793"/>
                    <a:pt x="41814" y="10488"/>
                    <a:pt x="41629" y="10104"/>
                  </a:cubicBezTo>
                  <a:cubicBezTo>
                    <a:pt x="41655" y="10104"/>
                    <a:pt x="41725" y="10091"/>
                    <a:pt x="41838" y="10064"/>
                  </a:cubicBezTo>
                  <a:cubicBezTo>
                    <a:pt x="41950" y="10038"/>
                    <a:pt x="42212" y="9971"/>
                    <a:pt x="42623" y="9865"/>
                  </a:cubicBezTo>
                  <a:cubicBezTo>
                    <a:pt x="43008" y="9772"/>
                    <a:pt x="43419" y="9666"/>
                    <a:pt x="43856" y="9547"/>
                  </a:cubicBezTo>
                  <a:cubicBezTo>
                    <a:pt x="44294" y="9428"/>
                    <a:pt x="44718" y="9282"/>
                    <a:pt x="45129" y="9109"/>
                  </a:cubicBezTo>
                  <a:cubicBezTo>
                    <a:pt x="45540" y="8937"/>
                    <a:pt x="45918" y="8735"/>
                    <a:pt x="46263" y="8503"/>
                  </a:cubicBezTo>
                  <a:cubicBezTo>
                    <a:pt x="46608" y="8271"/>
                    <a:pt x="46880" y="7996"/>
                    <a:pt x="47078" y="7677"/>
                  </a:cubicBezTo>
                  <a:cubicBezTo>
                    <a:pt x="47185" y="7518"/>
                    <a:pt x="47257" y="7352"/>
                    <a:pt x="47297" y="7180"/>
                  </a:cubicBezTo>
                  <a:cubicBezTo>
                    <a:pt x="47337" y="7008"/>
                    <a:pt x="47357" y="6829"/>
                    <a:pt x="47357" y="6643"/>
                  </a:cubicBezTo>
                  <a:cubicBezTo>
                    <a:pt x="47357" y="6365"/>
                    <a:pt x="47304" y="6086"/>
                    <a:pt x="47198" y="5808"/>
                  </a:cubicBezTo>
                  <a:cubicBezTo>
                    <a:pt x="47092" y="5529"/>
                    <a:pt x="46946" y="5274"/>
                    <a:pt x="46760" y="5042"/>
                  </a:cubicBezTo>
                  <a:cubicBezTo>
                    <a:pt x="46575" y="4810"/>
                    <a:pt x="46356" y="4611"/>
                    <a:pt x="46104" y="4445"/>
                  </a:cubicBezTo>
                  <a:cubicBezTo>
                    <a:pt x="45852" y="4280"/>
                    <a:pt x="45580" y="4164"/>
                    <a:pt x="45288" y="4097"/>
                  </a:cubicBezTo>
                  <a:cubicBezTo>
                    <a:pt x="44983" y="4031"/>
                    <a:pt x="44672" y="3998"/>
                    <a:pt x="44354" y="3998"/>
                  </a:cubicBezTo>
                  <a:cubicBezTo>
                    <a:pt x="43757" y="3998"/>
                    <a:pt x="43180" y="4097"/>
                    <a:pt x="42623" y="4296"/>
                  </a:cubicBezTo>
                  <a:cubicBezTo>
                    <a:pt x="42066" y="4495"/>
                    <a:pt x="41549" y="4760"/>
                    <a:pt x="41072" y="5092"/>
                  </a:cubicBezTo>
                  <a:cubicBezTo>
                    <a:pt x="40475" y="5490"/>
                    <a:pt x="40041" y="6007"/>
                    <a:pt x="39769" y="6643"/>
                  </a:cubicBezTo>
                  <a:cubicBezTo>
                    <a:pt x="39497" y="7280"/>
                    <a:pt x="39361" y="7943"/>
                    <a:pt x="39361" y="8632"/>
                  </a:cubicBezTo>
                  <a:cubicBezTo>
                    <a:pt x="39361" y="9335"/>
                    <a:pt x="39517" y="10021"/>
                    <a:pt x="39829" y="10691"/>
                  </a:cubicBezTo>
                  <a:cubicBezTo>
                    <a:pt x="40140" y="11360"/>
                    <a:pt x="40575" y="11901"/>
                    <a:pt x="41131" y="12312"/>
                  </a:cubicBezTo>
                  <a:cubicBezTo>
                    <a:pt x="41476" y="12550"/>
                    <a:pt x="41848" y="12726"/>
                    <a:pt x="42245" y="12839"/>
                  </a:cubicBezTo>
                  <a:cubicBezTo>
                    <a:pt x="42643" y="12951"/>
                    <a:pt x="43034" y="13008"/>
                    <a:pt x="43419" y="13008"/>
                  </a:cubicBezTo>
                  <a:cubicBezTo>
                    <a:pt x="44069" y="13008"/>
                    <a:pt x="44715" y="12892"/>
                    <a:pt x="45358" y="12660"/>
                  </a:cubicBezTo>
                  <a:cubicBezTo>
                    <a:pt x="46001" y="12428"/>
                    <a:pt x="46601" y="12146"/>
                    <a:pt x="47158" y="11814"/>
                  </a:cubicBezTo>
                  <a:cubicBezTo>
                    <a:pt x="47357" y="11695"/>
                    <a:pt x="47503" y="11566"/>
                    <a:pt x="47596" y="11427"/>
                  </a:cubicBezTo>
                  <a:cubicBezTo>
                    <a:pt x="47688" y="11287"/>
                    <a:pt x="47735" y="11145"/>
                    <a:pt x="47735" y="10999"/>
                  </a:cubicBezTo>
                  <a:cubicBezTo>
                    <a:pt x="47735" y="10853"/>
                    <a:pt x="47698" y="10717"/>
                    <a:pt x="47625" y="10591"/>
                  </a:cubicBezTo>
                  <a:cubicBezTo>
                    <a:pt x="47552" y="10465"/>
                    <a:pt x="47453" y="10362"/>
                    <a:pt x="47327" y="10283"/>
                  </a:cubicBezTo>
                  <a:cubicBezTo>
                    <a:pt x="47201" y="10203"/>
                    <a:pt x="47049" y="10157"/>
                    <a:pt x="46870" y="10144"/>
                  </a:cubicBezTo>
                  <a:cubicBezTo>
                    <a:pt x="46691" y="10130"/>
                    <a:pt x="46495" y="10164"/>
                    <a:pt x="46283" y="10243"/>
                  </a:cubicBezTo>
                  <a:close/>
                  <a:moveTo>
                    <a:pt x="42623" y="6245"/>
                  </a:moveTo>
                  <a:cubicBezTo>
                    <a:pt x="42849" y="6139"/>
                    <a:pt x="43134" y="6030"/>
                    <a:pt x="43478" y="5917"/>
                  </a:cubicBezTo>
                  <a:cubicBezTo>
                    <a:pt x="43823" y="5804"/>
                    <a:pt x="44148" y="5748"/>
                    <a:pt x="44453" y="5748"/>
                  </a:cubicBezTo>
                  <a:cubicBezTo>
                    <a:pt x="44731" y="5748"/>
                    <a:pt x="44970" y="5821"/>
                    <a:pt x="45169" y="5967"/>
                  </a:cubicBezTo>
                  <a:cubicBezTo>
                    <a:pt x="45368" y="6113"/>
                    <a:pt x="45454" y="6378"/>
                    <a:pt x="45428" y="6762"/>
                  </a:cubicBezTo>
                  <a:cubicBezTo>
                    <a:pt x="45348" y="6922"/>
                    <a:pt x="45192" y="7067"/>
                    <a:pt x="44960" y="7200"/>
                  </a:cubicBezTo>
                  <a:cubicBezTo>
                    <a:pt x="44728" y="7333"/>
                    <a:pt x="44476" y="7449"/>
                    <a:pt x="44204" y="7548"/>
                  </a:cubicBezTo>
                  <a:cubicBezTo>
                    <a:pt x="43933" y="7648"/>
                    <a:pt x="43664" y="7734"/>
                    <a:pt x="43399" y="7807"/>
                  </a:cubicBezTo>
                  <a:cubicBezTo>
                    <a:pt x="43134" y="7880"/>
                    <a:pt x="42935" y="7936"/>
                    <a:pt x="42802" y="7976"/>
                  </a:cubicBezTo>
                  <a:cubicBezTo>
                    <a:pt x="42431" y="8082"/>
                    <a:pt x="42146" y="8165"/>
                    <a:pt x="41947" y="8224"/>
                  </a:cubicBezTo>
                  <a:cubicBezTo>
                    <a:pt x="41748" y="8284"/>
                    <a:pt x="41599" y="8327"/>
                    <a:pt x="41499" y="8354"/>
                  </a:cubicBezTo>
                  <a:cubicBezTo>
                    <a:pt x="41400" y="8380"/>
                    <a:pt x="41340" y="8397"/>
                    <a:pt x="41320" y="8403"/>
                  </a:cubicBezTo>
                  <a:lnTo>
                    <a:pt x="41291" y="8413"/>
                  </a:lnTo>
                  <a:cubicBezTo>
                    <a:pt x="41317" y="7949"/>
                    <a:pt x="41436" y="7528"/>
                    <a:pt x="41649" y="7150"/>
                  </a:cubicBezTo>
                  <a:cubicBezTo>
                    <a:pt x="41861" y="6772"/>
                    <a:pt x="42186" y="6471"/>
                    <a:pt x="42623" y="6245"/>
                  </a:cubicBezTo>
                  <a:close/>
                  <a:moveTo>
                    <a:pt x="50380" y="5808"/>
                  </a:moveTo>
                  <a:lnTo>
                    <a:pt x="51375" y="5808"/>
                  </a:lnTo>
                  <a:lnTo>
                    <a:pt x="51375" y="8851"/>
                  </a:lnTo>
                  <a:cubicBezTo>
                    <a:pt x="51375" y="9381"/>
                    <a:pt x="51378" y="9915"/>
                    <a:pt x="51385" y="10452"/>
                  </a:cubicBezTo>
                  <a:cubicBezTo>
                    <a:pt x="51391" y="10989"/>
                    <a:pt x="51394" y="11509"/>
                    <a:pt x="51394" y="12013"/>
                  </a:cubicBezTo>
                  <a:cubicBezTo>
                    <a:pt x="51434" y="12318"/>
                    <a:pt x="51550" y="12544"/>
                    <a:pt x="51743" y="12690"/>
                  </a:cubicBezTo>
                  <a:cubicBezTo>
                    <a:pt x="51935" y="12835"/>
                    <a:pt x="52144" y="12908"/>
                    <a:pt x="52369" y="12908"/>
                  </a:cubicBezTo>
                  <a:cubicBezTo>
                    <a:pt x="52594" y="12908"/>
                    <a:pt x="52813" y="12829"/>
                    <a:pt x="53025" y="12670"/>
                  </a:cubicBezTo>
                  <a:cubicBezTo>
                    <a:pt x="53238" y="12510"/>
                    <a:pt x="53344" y="12265"/>
                    <a:pt x="53344" y="11934"/>
                  </a:cubicBezTo>
                  <a:cubicBezTo>
                    <a:pt x="53344" y="11523"/>
                    <a:pt x="53340" y="11112"/>
                    <a:pt x="53334" y="10701"/>
                  </a:cubicBezTo>
                  <a:cubicBezTo>
                    <a:pt x="53327" y="10290"/>
                    <a:pt x="53324" y="9878"/>
                    <a:pt x="53324" y="9467"/>
                  </a:cubicBezTo>
                  <a:lnTo>
                    <a:pt x="53324" y="5808"/>
                  </a:lnTo>
                  <a:lnTo>
                    <a:pt x="55014" y="5808"/>
                  </a:lnTo>
                  <a:cubicBezTo>
                    <a:pt x="55624" y="5649"/>
                    <a:pt x="55929" y="5357"/>
                    <a:pt x="55929" y="4933"/>
                  </a:cubicBezTo>
                  <a:cubicBezTo>
                    <a:pt x="55929" y="4747"/>
                    <a:pt x="55860" y="4575"/>
                    <a:pt x="55720" y="4415"/>
                  </a:cubicBezTo>
                  <a:cubicBezTo>
                    <a:pt x="55581" y="4256"/>
                    <a:pt x="55366" y="4137"/>
                    <a:pt x="55074" y="4057"/>
                  </a:cubicBezTo>
                  <a:lnTo>
                    <a:pt x="53324" y="4057"/>
                  </a:lnTo>
                  <a:lnTo>
                    <a:pt x="53324" y="955"/>
                  </a:lnTo>
                  <a:cubicBezTo>
                    <a:pt x="53257" y="690"/>
                    <a:pt x="53131" y="494"/>
                    <a:pt x="52946" y="368"/>
                  </a:cubicBezTo>
                  <a:cubicBezTo>
                    <a:pt x="52760" y="242"/>
                    <a:pt x="52561" y="179"/>
                    <a:pt x="52349" y="179"/>
                  </a:cubicBezTo>
                  <a:cubicBezTo>
                    <a:pt x="52124" y="179"/>
                    <a:pt x="51922" y="249"/>
                    <a:pt x="51743" y="388"/>
                  </a:cubicBezTo>
                  <a:cubicBezTo>
                    <a:pt x="51564" y="527"/>
                    <a:pt x="51441" y="736"/>
                    <a:pt x="51375" y="1014"/>
                  </a:cubicBezTo>
                  <a:lnTo>
                    <a:pt x="51375" y="4057"/>
                  </a:lnTo>
                  <a:lnTo>
                    <a:pt x="50460" y="4057"/>
                  </a:lnTo>
                  <a:cubicBezTo>
                    <a:pt x="50102" y="4057"/>
                    <a:pt x="49833" y="4150"/>
                    <a:pt x="49654" y="4336"/>
                  </a:cubicBezTo>
                  <a:cubicBezTo>
                    <a:pt x="49475" y="4522"/>
                    <a:pt x="49386" y="4720"/>
                    <a:pt x="49386" y="4933"/>
                  </a:cubicBezTo>
                  <a:cubicBezTo>
                    <a:pt x="49386" y="5145"/>
                    <a:pt x="49469" y="5330"/>
                    <a:pt x="49634" y="5490"/>
                  </a:cubicBezTo>
                  <a:cubicBezTo>
                    <a:pt x="49800" y="5649"/>
                    <a:pt x="50049" y="5755"/>
                    <a:pt x="50380" y="5808"/>
                  </a:cubicBezTo>
                  <a:close/>
                  <a:moveTo>
                    <a:pt x="65317" y="11755"/>
                  </a:moveTo>
                  <a:cubicBezTo>
                    <a:pt x="65344" y="11728"/>
                    <a:pt x="65327" y="11669"/>
                    <a:pt x="65267" y="11576"/>
                  </a:cubicBezTo>
                  <a:cubicBezTo>
                    <a:pt x="65208" y="11483"/>
                    <a:pt x="65131" y="11364"/>
                    <a:pt x="65039" y="11218"/>
                  </a:cubicBezTo>
                  <a:lnTo>
                    <a:pt x="65059" y="11218"/>
                  </a:lnTo>
                  <a:cubicBezTo>
                    <a:pt x="64952" y="11059"/>
                    <a:pt x="64850" y="10880"/>
                    <a:pt x="64750" y="10681"/>
                  </a:cubicBezTo>
                  <a:cubicBezTo>
                    <a:pt x="64651" y="10482"/>
                    <a:pt x="64588" y="10309"/>
                    <a:pt x="64561" y="10164"/>
                  </a:cubicBezTo>
                  <a:cubicBezTo>
                    <a:pt x="64495" y="9686"/>
                    <a:pt x="64449" y="9199"/>
                    <a:pt x="64422" y="8702"/>
                  </a:cubicBezTo>
                  <a:cubicBezTo>
                    <a:pt x="64396" y="8204"/>
                    <a:pt x="64382" y="7724"/>
                    <a:pt x="64382" y="7260"/>
                  </a:cubicBezTo>
                  <a:lnTo>
                    <a:pt x="64382" y="6922"/>
                  </a:lnTo>
                  <a:cubicBezTo>
                    <a:pt x="64382" y="6802"/>
                    <a:pt x="64386" y="6653"/>
                    <a:pt x="64392" y="6474"/>
                  </a:cubicBezTo>
                  <a:cubicBezTo>
                    <a:pt x="64399" y="6295"/>
                    <a:pt x="64402" y="6073"/>
                    <a:pt x="64402" y="5808"/>
                  </a:cubicBezTo>
                  <a:lnTo>
                    <a:pt x="64402" y="4813"/>
                  </a:lnTo>
                  <a:cubicBezTo>
                    <a:pt x="64256" y="4429"/>
                    <a:pt x="64021" y="4187"/>
                    <a:pt x="63696" y="4087"/>
                  </a:cubicBezTo>
                  <a:cubicBezTo>
                    <a:pt x="63371" y="3988"/>
                    <a:pt x="63003" y="3938"/>
                    <a:pt x="62592" y="3938"/>
                  </a:cubicBezTo>
                  <a:cubicBezTo>
                    <a:pt x="62380" y="3938"/>
                    <a:pt x="62161" y="3955"/>
                    <a:pt x="61936" y="3988"/>
                  </a:cubicBezTo>
                  <a:cubicBezTo>
                    <a:pt x="61710" y="4021"/>
                    <a:pt x="61492" y="4067"/>
                    <a:pt x="61280" y="4127"/>
                  </a:cubicBezTo>
                  <a:cubicBezTo>
                    <a:pt x="61067" y="4187"/>
                    <a:pt x="60878" y="4250"/>
                    <a:pt x="60713" y="4316"/>
                  </a:cubicBezTo>
                  <a:cubicBezTo>
                    <a:pt x="60547" y="4382"/>
                    <a:pt x="60418" y="4442"/>
                    <a:pt x="60325" y="4495"/>
                  </a:cubicBezTo>
                  <a:cubicBezTo>
                    <a:pt x="59887" y="4773"/>
                    <a:pt x="59480" y="5092"/>
                    <a:pt x="59102" y="5450"/>
                  </a:cubicBezTo>
                  <a:cubicBezTo>
                    <a:pt x="58724" y="5808"/>
                    <a:pt x="58389" y="6202"/>
                    <a:pt x="58097" y="6633"/>
                  </a:cubicBezTo>
                  <a:cubicBezTo>
                    <a:pt x="57806" y="7064"/>
                    <a:pt x="57577" y="7528"/>
                    <a:pt x="57411" y="8025"/>
                  </a:cubicBezTo>
                  <a:cubicBezTo>
                    <a:pt x="57245" y="8523"/>
                    <a:pt x="57162" y="9050"/>
                    <a:pt x="57162" y="9607"/>
                  </a:cubicBezTo>
                  <a:cubicBezTo>
                    <a:pt x="57162" y="10150"/>
                    <a:pt x="57269" y="10667"/>
                    <a:pt x="57481" y="11158"/>
                  </a:cubicBezTo>
                  <a:cubicBezTo>
                    <a:pt x="57693" y="11649"/>
                    <a:pt x="58051" y="12073"/>
                    <a:pt x="58555" y="12431"/>
                  </a:cubicBezTo>
                  <a:cubicBezTo>
                    <a:pt x="58899" y="12656"/>
                    <a:pt x="59241" y="12806"/>
                    <a:pt x="59579" y="12878"/>
                  </a:cubicBezTo>
                  <a:cubicBezTo>
                    <a:pt x="59917" y="12951"/>
                    <a:pt x="60265" y="12988"/>
                    <a:pt x="60623" y="12988"/>
                  </a:cubicBezTo>
                  <a:cubicBezTo>
                    <a:pt x="61114" y="12988"/>
                    <a:pt x="61568" y="12938"/>
                    <a:pt x="61986" y="12839"/>
                  </a:cubicBezTo>
                  <a:cubicBezTo>
                    <a:pt x="62403" y="12739"/>
                    <a:pt x="62851" y="12510"/>
                    <a:pt x="63328" y="12152"/>
                  </a:cubicBezTo>
                  <a:cubicBezTo>
                    <a:pt x="63394" y="12259"/>
                    <a:pt x="63477" y="12368"/>
                    <a:pt x="63577" y="12481"/>
                  </a:cubicBezTo>
                  <a:cubicBezTo>
                    <a:pt x="63676" y="12593"/>
                    <a:pt x="63779" y="12703"/>
                    <a:pt x="63885" y="12809"/>
                  </a:cubicBezTo>
                  <a:cubicBezTo>
                    <a:pt x="64124" y="12928"/>
                    <a:pt x="64349" y="12978"/>
                    <a:pt x="64561" y="12958"/>
                  </a:cubicBezTo>
                  <a:cubicBezTo>
                    <a:pt x="64773" y="12938"/>
                    <a:pt x="64949" y="12872"/>
                    <a:pt x="65088" y="12759"/>
                  </a:cubicBezTo>
                  <a:cubicBezTo>
                    <a:pt x="65228" y="12646"/>
                    <a:pt x="65320" y="12501"/>
                    <a:pt x="65367" y="12322"/>
                  </a:cubicBezTo>
                  <a:cubicBezTo>
                    <a:pt x="65413" y="12143"/>
                    <a:pt x="65397" y="11954"/>
                    <a:pt x="65317" y="11755"/>
                  </a:cubicBezTo>
                  <a:close/>
                  <a:moveTo>
                    <a:pt x="62632" y="10343"/>
                  </a:moveTo>
                  <a:cubicBezTo>
                    <a:pt x="62181" y="10714"/>
                    <a:pt x="61810" y="10986"/>
                    <a:pt x="61518" y="11158"/>
                  </a:cubicBezTo>
                  <a:cubicBezTo>
                    <a:pt x="61280" y="11238"/>
                    <a:pt x="61031" y="11277"/>
                    <a:pt x="60772" y="11277"/>
                  </a:cubicBezTo>
                  <a:cubicBezTo>
                    <a:pt x="60514" y="11277"/>
                    <a:pt x="60272" y="11228"/>
                    <a:pt x="60046" y="11128"/>
                  </a:cubicBezTo>
                  <a:cubicBezTo>
                    <a:pt x="59821" y="11029"/>
                    <a:pt x="59625" y="10883"/>
                    <a:pt x="59460" y="10691"/>
                  </a:cubicBezTo>
                  <a:cubicBezTo>
                    <a:pt x="59294" y="10498"/>
                    <a:pt x="59191" y="10256"/>
                    <a:pt x="59151" y="9965"/>
                  </a:cubicBezTo>
                  <a:cubicBezTo>
                    <a:pt x="59085" y="9593"/>
                    <a:pt x="59095" y="9212"/>
                    <a:pt x="59181" y="8821"/>
                  </a:cubicBezTo>
                  <a:cubicBezTo>
                    <a:pt x="59267" y="8430"/>
                    <a:pt x="59403" y="8055"/>
                    <a:pt x="59589" y="7697"/>
                  </a:cubicBezTo>
                  <a:cubicBezTo>
                    <a:pt x="59775" y="7339"/>
                    <a:pt x="60010" y="7014"/>
                    <a:pt x="60295" y="6723"/>
                  </a:cubicBezTo>
                  <a:cubicBezTo>
                    <a:pt x="60580" y="6431"/>
                    <a:pt x="60902" y="6206"/>
                    <a:pt x="61260" y="6046"/>
                  </a:cubicBezTo>
                  <a:cubicBezTo>
                    <a:pt x="61352" y="6007"/>
                    <a:pt x="61515" y="5940"/>
                    <a:pt x="61747" y="5848"/>
                  </a:cubicBezTo>
                  <a:cubicBezTo>
                    <a:pt x="61979" y="5755"/>
                    <a:pt x="62208" y="5695"/>
                    <a:pt x="62433" y="5669"/>
                  </a:cubicBezTo>
                  <a:cubicBezTo>
                    <a:pt x="62433" y="5934"/>
                    <a:pt x="62427" y="6206"/>
                    <a:pt x="62413" y="6484"/>
                  </a:cubicBezTo>
                  <a:cubicBezTo>
                    <a:pt x="62400" y="6762"/>
                    <a:pt x="62393" y="7074"/>
                    <a:pt x="62393" y="7419"/>
                  </a:cubicBezTo>
                  <a:cubicBezTo>
                    <a:pt x="62393" y="7909"/>
                    <a:pt x="62407" y="8403"/>
                    <a:pt x="62433" y="8901"/>
                  </a:cubicBezTo>
                  <a:cubicBezTo>
                    <a:pt x="62460" y="9398"/>
                    <a:pt x="62526" y="9878"/>
                    <a:pt x="62632" y="10343"/>
                  </a:cubicBezTo>
                  <a:close/>
                  <a:moveTo>
                    <a:pt x="74148" y="11178"/>
                  </a:moveTo>
                  <a:lnTo>
                    <a:pt x="74128" y="11158"/>
                  </a:lnTo>
                  <a:lnTo>
                    <a:pt x="74009" y="10999"/>
                  </a:lnTo>
                  <a:lnTo>
                    <a:pt x="74009" y="776"/>
                  </a:lnTo>
                  <a:cubicBezTo>
                    <a:pt x="73916" y="510"/>
                    <a:pt x="73780" y="315"/>
                    <a:pt x="73601" y="189"/>
                  </a:cubicBezTo>
                  <a:cubicBezTo>
                    <a:pt x="73422" y="63"/>
                    <a:pt x="73227" y="0"/>
                    <a:pt x="73014" y="0"/>
                  </a:cubicBezTo>
                  <a:cubicBezTo>
                    <a:pt x="72789" y="0"/>
                    <a:pt x="72587" y="70"/>
                    <a:pt x="72408" y="209"/>
                  </a:cubicBezTo>
                  <a:cubicBezTo>
                    <a:pt x="72229" y="348"/>
                    <a:pt x="72106" y="557"/>
                    <a:pt x="72040" y="835"/>
                  </a:cubicBezTo>
                  <a:cubicBezTo>
                    <a:pt x="72040" y="968"/>
                    <a:pt x="72043" y="1177"/>
                    <a:pt x="72050" y="1462"/>
                  </a:cubicBezTo>
                  <a:cubicBezTo>
                    <a:pt x="72056" y="1747"/>
                    <a:pt x="72060" y="2095"/>
                    <a:pt x="72060" y="2506"/>
                  </a:cubicBezTo>
                  <a:cubicBezTo>
                    <a:pt x="72060" y="2785"/>
                    <a:pt x="72063" y="3073"/>
                    <a:pt x="72070" y="3371"/>
                  </a:cubicBezTo>
                  <a:cubicBezTo>
                    <a:pt x="72076" y="3670"/>
                    <a:pt x="72080" y="4004"/>
                    <a:pt x="72080" y="4376"/>
                  </a:cubicBezTo>
                  <a:cubicBezTo>
                    <a:pt x="71814" y="4309"/>
                    <a:pt x="71543" y="4273"/>
                    <a:pt x="71264" y="4266"/>
                  </a:cubicBezTo>
                  <a:cubicBezTo>
                    <a:pt x="70986" y="4260"/>
                    <a:pt x="70701" y="4256"/>
                    <a:pt x="70409" y="4256"/>
                  </a:cubicBezTo>
                  <a:cubicBezTo>
                    <a:pt x="70051" y="4270"/>
                    <a:pt x="69680" y="4336"/>
                    <a:pt x="69295" y="4455"/>
                  </a:cubicBezTo>
                  <a:cubicBezTo>
                    <a:pt x="68910" y="4575"/>
                    <a:pt x="68566" y="4714"/>
                    <a:pt x="68261" y="4873"/>
                  </a:cubicBezTo>
                  <a:cubicBezTo>
                    <a:pt x="67916" y="5059"/>
                    <a:pt x="67591" y="5291"/>
                    <a:pt x="67286" y="5569"/>
                  </a:cubicBezTo>
                  <a:cubicBezTo>
                    <a:pt x="66981" y="5848"/>
                    <a:pt x="66743" y="6152"/>
                    <a:pt x="66570" y="6484"/>
                  </a:cubicBezTo>
                  <a:cubicBezTo>
                    <a:pt x="66358" y="6895"/>
                    <a:pt x="66206" y="7329"/>
                    <a:pt x="66113" y="7787"/>
                  </a:cubicBezTo>
                  <a:cubicBezTo>
                    <a:pt x="66020" y="8244"/>
                    <a:pt x="65973" y="8705"/>
                    <a:pt x="65973" y="9169"/>
                  </a:cubicBezTo>
                  <a:cubicBezTo>
                    <a:pt x="65973" y="9593"/>
                    <a:pt x="66033" y="10018"/>
                    <a:pt x="66152" y="10442"/>
                  </a:cubicBezTo>
                  <a:cubicBezTo>
                    <a:pt x="66272" y="10866"/>
                    <a:pt x="66457" y="11264"/>
                    <a:pt x="66709" y="11635"/>
                  </a:cubicBezTo>
                  <a:cubicBezTo>
                    <a:pt x="67054" y="12099"/>
                    <a:pt x="67485" y="12444"/>
                    <a:pt x="68002" y="12670"/>
                  </a:cubicBezTo>
                  <a:cubicBezTo>
                    <a:pt x="68519" y="12895"/>
                    <a:pt x="69056" y="13008"/>
                    <a:pt x="69613" y="13008"/>
                  </a:cubicBezTo>
                  <a:cubicBezTo>
                    <a:pt x="70144" y="13008"/>
                    <a:pt x="70651" y="12931"/>
                    <a:pt x="71135" y="12779"/>
                  </a:cubicBezTo>
                  <a:cubicBezTo>
                    <a:pt x="71619" y="12627"/>
                    <a:pt x="72053" y="12391"/>
                    <a:pt x="72438" y="12073"/>
                  </a:cubicBezTo>
                  <a:lnTo>
                    <a:pt x="72676" y="12312"/>
                  </a:lnTo>
                  <a:cubicBezTo>
                    <a:pt x="72915" y="12550"/>
                    <a:pt x="73187" y="12670"/>
                    <a:pt x="73492" y="12670"/>
                  </a:cubicBezTo>
                  <a:cubicBezTo>
                    <a:pt x="73757" y="12670"/>
                    <a:pt x="73972" y="12587"/>
                    <a:pt x="74138" y="12421"/>
                  </a:cubicBezTo>
                  <a:cubicBezTo>
                    <a:pt x="74304" y="12255"/>
                    <a:pt x="74387" y="12060"/>
                    <a:pt x="74387" y="11834"/>
                  </a:cubicBezTo>
                  <a:cubicBezTo>
                    <a:pt x="74387" y="11741"/>
                    <a:pt x="74370" y="11642"/>
                    <a:pt x="74337" y="11536"/>
                  </a:cubicBezTo>
                  <a:cubicBezTo>
                    <a:pt x="74304" y="11430"/>
                    <a:pt x="74241" y="11310"/>
                    <a:pt x="74148" y="11178"/>
                  </a:cubicBezTo>
                  <a:close/>
                  <a:moveTo>
                    <a:pt x="72099" y="10024"/>
                  </a:moveTo>
                  <a:lnTo>
                    <a:pt x="71582" y="10422"/>
                  </a:lnTo>
                  <a:cubicBezTo>
                    <a:pt x="71065" y="10820"/>
                    <a:pt x="70551" y="11039"/>
                    <a:pt x="70041" y="11078"/>
                  </a:cubicBezTo>
                  <a:cubicBezTo>
                    <a:pt x="69530" y="11118"/>
                    <a:pt x="69090" y="11019"/>
                    <a:pt x="68718" y="10780"/>
                  </a:cubicBezTo>
                  <a:cubicBezTo>
                    <a:pt x="68347" y="10541"/>
                    <a:pt x="68088" y="10177"/>
                    <a:pt x="67943" y="9686"/>
                  </a:cubicBezTo>
                  <a:cubicBezTo>
                    <a:pt x="67797" y="9196"/>
                    <a:pt x="67830" y="8612"/>
                    <a:pt x="68042" y="7936"/>
                  </a:cubicBezTo>
                  <a:cubicBezTo>
                    <a:pt x="68135" y="7604"/>
                    <a:pt x="68274" y="7316"/>
                    <a:pt x="68460" y="7071"/>
                  </a:cubicBezTo>
                  <a:cubicBezTo>
                    <a:pt x="68645" y="6825"/>
                    <a:pt x="68864" y="6623"/>
                    <a:pt x="69116" y="6464"/>
                  </a:cubicBezTo>
                  <a:cubicBezTo>
                    <a:pt x="69368" y="6305"/>
                    <a:pt x="69640" y="6189"/>
                    <a:pt x="69931" y="6116"/>
                  </a:cubicBezTo>
                  <a:cubicBezTo>
                    <a:pt x="70223" y="6043"/>
                    <a:pt x="70522" y="6007"/>
                    <a:pt x="70827" y="6007"/>
                  </a:cubicBezTo>
                  <a:cubicBezTo>
                    <a:pt x="70986" y="6007"/>
                    <a:pt x="71151" y="6020"/>
                    <a:pt x="71324" y="6046"/>
                  </a:cubicBezTo>
                  <a:cubicBezTo>
                    <a:pt x="71496" y="6073"/>
                    <a:pt x="71669" y="6106"/>
                    <a:pt x="71841" y="6146"/>
                  </a:cubicBezTo>
                  <a:lnTo>
                    <a:pt x="72080" y="6345"/>
                  </a:lnTo>
                  <a:cubicBezTo>
                    <a:pt x="72080" y="6597"/>
                    <a:pt x="72083" y="6888"/>
                    <a:pt x="72090" y="7220"/>
                  </a:cubicBezTo>
                  <a:cubicBezTo>
                    <a:pt x="72096" y="7551"/>
                    <a:pt x="72099" y="7886"/>
                    <a:pt x="72099" y="8224"/>
                  </a:cubicBezTo>
                  <a:close/>
                  <a:moveTo>
                    <a:pt x="84212" y="11755"/>
                  </a:moveTo>
                  <a:cubicBezTo>
                    <a:pt x="84239" y="11728"/>
                    <a:pt x="84222" y="11669"/>
                    <a:pt x="84162" y="11576"/>
                  </a:cubicBezTo>
                  <a:cubicBezTo>
                    <a:pt x="84103" y="11483"/>
                    <a:pt x="84027" y="11364"/>
                    <a:pt x="83934" y="11218"/>
                  </a:cubicBezTo>
                  <a:lnTo>
                    <a:pt x="83954" y="11218"/>
                  </a:lnTo>
                  <a:cubicBezTo>
                    <a:pt x="83848" y="11059"/>
                    <a:pt x="83745" y="10880"/>
                    <a:pt x="83645" y="10681"/>
                  </a:cubicBezTo>
                  <a:cubicBezTo>
                    <a:pt x="83546" y="10482"/>
                    <a:pt x="83483" y="10309"/>
                    <a:pt x="83456" y="10164"/>
                  </a:cubicBezTo>
                  <a:cubicBezTo>
                    <a:pt x="83390" y="9686"/>
                    <a:pt x="83344" y="9199"/>
                    <a:pt x="83317" y="8702"/>
                  </a:cubicBezTo>
                  <a:cubicBezTo>
                    <a:pt x="83291" y="8204"/>
                    <a:pt x="83277" y="7724"/>
                    <a:pt x="83277" y="7260"/>
                  </a:cubicBezTo>
                  <a:lnTo>
                    <a:pt x="83277" y="6922"/>
                  </a:lnTo>
                  <a:cubicBezTo>
                    <a:pt x="83277" y="6802"/>
                    <a:pt x="83281" y="6653"/>
                    <a:pt x="83287" y="6474"/>
                  </a:cubicBezTo>
                  <a:cubicBezTo>
                    <a:pt x="83294" y="6295"/>
                    <a:pt x="83297" y="6073"/>
                    <a:pt x="83297" y="5808"/>
                  </a:cubicBezTo>
                  <a:lnTo>
                    <a:pt x="83297" y="4813"/>
                  </a:lnTo>
                  <a:cubicBezTo>
                    <a:pt x="83151" y="4429"/>
                    <a:pt x="82916" y="4187"/>
                    <a:pt x="82591" y="4087"/>
                  </a:cubicBezTo>
                  <a:cubicBezTo>
                    <a:pt x="82266" y="3988"/>
                    <a:pt x="81898" y="3938"/>
                    <a:pt x="81487" y="3938"/>
                  </a:cubicBezTo>
                  <a:cubicBezTo>
                    <a:pt x="81275" y="3938"/>
                    <a:pt x="81056" y="3955"/>
                    <a:pt x="80831" y="3988"/>
                  </a:cubicBezTo>
                  <a:cubicBezTo>
                    <a:pt x="80606" y="4021"/>
                    <a:pt x="80387" y="4067"/>
                    <a:pt x="80175" y="4127"/>
                  </a:cubicBezTo>
                  <a:cubicBezTo>
                    <a:pt x="79962" y="4187"/>
                    <a:pt x="79773" y="4250"/>
                    <a:pt x="79608" y="4316"/>
                  </a:cubicBezTo>
                  <a:cubicBezTo>
                    <a:pt x="79442" y="4382"/>
                    <a:pt x="79313" y="4442"/>
                    <a:pt x="79220" y="4495"/>
                  </a:cubicBezTo>
                  <a:cubicBezTo>
                    <a:pt x="78782" y="4773"/>
                    <a:pt x="78375" y="5092"/>
                    <a:pt x="77997" y="5450"/>
                  </a:cubicBezTo>
                  <a:cubicBezTo>
                    <a:pt x="77619" y="5808"/>
                    <a:pt x="77284" y="6202"/>
                    <a:pt x="76992" y="6633"/>
                  </a:cubicBezTo>
                  <a:cubicBezTo>
                    <a:pt x="76701" y="7064"/>
                    <a:pt x="76472" y="7528"/>
                    <a:pt x="76306" y="8025"/>
                  </a:cubicBezTo>
                  <a:cubicBezTo>
                    <a:pt x="76140" y="8523"/>
                    <a:pt x="76057" y="9050"/>
                    <a:pt x="76057" y="9607"/>
                  </a:cubicBezTo>
                  <a:cubicBezTo>
                    <a:pt x="76057" y="10150"/>
                    <a:pt x="76164" y="10667"/>
                    <a:pt x="76376" y="11158"/>
                  </a:cubicBezTo>
                  <a:cubicBezTo>
                    <a:pt x="76588" y="11649"/>
                    <a:pt x="76946" y="12073"/>
                    <a:pt x="77450" y="12431"/>
                  </a:cubicBezTo>
                  <a:cubicBezTo>
                    <a:pt x="77794" y="12656"/>
                    <a:pt x="78136" y="12806"/>
                    <a:pt x="78474" y="12878"/>
                  </a:cubicBezTo>
                  <a:cubicBezTo>
                    <a:pt x="78812" y="12951"/>
                    <a:pt x="79160" y="12988"/>
                    <a:pt x="79518" y="12988"/>
                  </a:cubicBezTo>
                  <a:cubicBezTo>
                    <a:pt x="80009" y="12988"/>
                    <a:pt x="80463" y="12938"/>
                    <a:pt x="80881" y="12839"/>
                  </a:cubicBezTo>
                  <a:cubicBezTo>
                    <a:pt x="81298" y="12739"/>
                    <a:pt x="81746" y="12510"/>
                    <a:pt x="82223" y="12152"/>
                  </a:cubicBezTo>
                  <a:cubicBezTo>
                    <a:pt x="82290" y="12259"/>
                    <a:pt x="82372" y="12368"/>
                    <a:pt x="82472" y="12481"/>
                  </a:cubicBezTo>
                  <a:cubicBezTo>
                    <a:pt x="82571" y="12593"/>
                    <a:pt x="82674" y="12703"/>
                    <a:pt x="82780" y="12809"/>
                  </a:cubicBezTo>
                  <a:cubicBezTo>
                    <a:pt x="83019" y="12928"/>
                    <a:pt x="83244" y="12978"/>
                    <a:pt x="83456" y="12958"/>
                  </a:cubicBezTo>
                  <a:cubicBezTo>
                    <a:pt x="83669" y="12938"/>
                    <a:pt x="83844" y="12872"/>
                    <a:pt x="83983" y="12759"/>
                  </a:cubicBezTo>
                  <a:cubicBezTo>
                    <a:pt x="84123" y="12646"/>
                    <a:pt x="84215" y="12501"/>
                    <a:pt x="84262" y="12322"/>
                  </a:cubicBezTo>
                  <a:cubicBezTo>
                    <a:pt x="84308" y="12143"/>
                    <a:pt x="84292" y="11954"/>
                    <a:pt x="84212" y="11755"/>
                  </a:cubicBezTo>
                  <a:close/>
                  <a:moveTo>
                    <a:pt x="81527" y="10343"/>
                  </a:moveTo>
                  <a:cubicBezTo>
                    <a:pt x="81076" y="10714"/>
                    <a:pt x="80705" y="10986"/>
                    <a:pt x="80413" y="11158"/>
                  </a:cubicBezTo>
                  <a:cubicBezTo>
                    <a:pt x="80175" y="11238"/>
                    <a:pt x="79926" y="11277"/>
                    <a:pt x="79667" y="11277"/>
                  </a:cubicBezTo>
                  <a:cubicBezTo>
                    <a:pt x="79409" y="11277"/>
                    <a:pt x="79167" y="11228"/>
                    <a:pt x="78941" y="11128"/>
                  </a:cubicBezTo>
                  <a:cubicBezTo>
                    <a:pt x="78716" y="11029"/>
                    <a:pt x="78520" y="10883"/>
                    <a:pt x="78355" y="10691"/>
                  </a:cubicBezTo>
                  <a:cubicBezTo>
                    <a:pt x="78189" y="10498"/>
                    <a:pt x="78086" y="10256"/>
                    <a:pt x="78046" y="9965"/>
                  </a:cubicBezTo>
                  <a:cubicBezTo>
                    <a:pt x="77980" y="9593"/>
                    <a:pt x="77990" y="9212"/>
                    <a:pt x="78076" y="8821"/>
                  </a:cubicBezTo>
                  <a:cubicBezTo>
                    <a:pt x="78162" y="8430"/>
                    <a:pt x="78298" y="8055"/>
                    <a:pt x="78484" y="7697"/>
                  </a:cubicBezTo>
                  <a:cubicBezTo>
                    <a:pt x="78670" y="7339"/>
                    <a:pt x="78905" y="7014"/>
                    <a:pt x="79190" y="6723"/>
                  </a:cubicBezTo>
                  <a:cubicBezTo>
                    <a:pt x="79475" y="6431"/>
                    <a:pt x="79797" y="6206"/>
                    <a:pt x="80155" y="6046"/>
                  </a:cubicBezTo>
                  <a:cubicBezTo>
                    <a:pt x="80248" y="6007"/>
                    <a:pt x="80410" y="5940"/>
                    <a:pt x="80642" y="5848"/>
                  </a:cubicBezTo>
                  <a:cubicBezTo>
                    <a:pt x="80874" y="5755"/>
                    <a:pt x="81103" y="5695"/>
                    <a:pt x="81328" y="5669"/>
                  </a:cubicBezTo>
                  <a:cubicBezTo>
                    <a:pt x="81328" y="5934"/>
                    <a:pt x="81322" y="6206"/>
                    <a:pt x="81308" y="6484"/>
                  </a:cubicBezTo>
                  <a:cubicBezTo>
                    <a:pt x="81295" y="6762"/>
                    <a:pt x="81288" y="7074"/>
                    <a:pt x="81288" y="7419"/>
                  </a:cubicBezTo>
                  <a:cubicBezTo>
                    <a:pt x="81288" y="7909"/>
                    <a:pt x="81302" y="8403"/>
                    <a:pt x="81328" y="8901"/>
                  </a:cubicBezTo>
                  <a:cubicBezTo>
                    <a:pt x="81355" y="9398"/>
                    <a:pt x="81421" y="9878"/>
                    <a:pt x="81527" y="10343"/>
                  </a:cubicBezTo>
                  <a:close/>
                  <a:moveTo>
                    <a:pt x="87156" y="5808"/>
                  </a:moveTo>
                  <a:lnTo>
                    <a:pt x="88150" y="5808"/>
                  </a:lnTo>
                  <a:lnTo>
                    <a:pt x="88150" y="8851"/>
                  </a:lnTo>
                  <a:cubicBezTo>
                    <a:pt x="88150" y="9381"/>
                    <a:pt x="88154" y="9915"/>
                    <a:pt x="88160" y="10452"/>
                  </a:cubicBezTo>
                  <a:cubicBezTo>
                    <a:pt x="88167" y="10989"/>
                    <a:pt x="88170" y="11509"/>
                    <a:pt x="88170" y="12013"/>
                  </a:cubicBezTo>
                  <a:cubicBezTo>
                    <a:pt x="88210" y="12318"/>
                    <a:pt x="88326" y="12544"/>
                    <a:pt x="88518" y="12690"/>
                  </a:cubicBezTo>
                  <a:cubicBezTo>
                    <a:pt x="88710" y="12835"/>
                    <a:pt x="88919" y="12908"/>
                    <a:pt x="89145" y="12908"/>
                  </a:cubicBezTo>
                  <a:cubicBezTo>
                    <a:pt x="89370" y="12908"/>
                    <a:pt x="89589" y="12829"/>
                    <a:pt x="89801" y="12670"/>
                  </a:cubicBezTo>
                  <a:cubicBezTo>
                    <a:pt x="90013" y="12510"/>
                    <a:pt x="90119" y="12265"/>
                    <a:pt x="90119" y="11934"/>
                  </a:cubicBezTo>
                  <a:cubicBezTo>
                    <a:pt x="90119" y="11523"/>
                    <a:pt x="90116" y="11112"/>
                    <a:pt x="90109" y="10701"/>
                  </a:cubicBezTo>
                  <a:cubicBezTo>
                    <a:pt x="90103" y="10290"/>
                    <a:pt x="90099" y="9878"/>
                    <a:pt x="90099" y="9467"/>
                  </a:cubicBezTo>
                  <a:lnTo>
                    <a:pt x="90099" y="5808"/>
                  </a:lnTo>
                  <a:lnTo>
                    <a:pt x="91790" y="5808"/>
                  </a:lnTo>
                  <a:cubicBezTo>
                    <a:pt x="92400" y="5649"/>
                    <a:pt x="92705" y="5357"/>
                    <a:pt x="92705" y="4933"/>
                  </a:cubicBezTo>
                  <a:cubicBezTo>
                    <a:pt x="92705" y="4747"/>
                    <a:pt x="92635" y="4575"/>
                    <a:pt x="92496" y="4415"/>
                  </a:cubicBezTo>
                  <a:cubicBezTo>
                    <a:pt x="92357" y="4256"/>
                    <a:pt x="92141" y="4137"/>
                    <a:pt x="91850" y="4057"/>
                  </a:cubicBezTo>
                  <a:lnTo>
                    <a:pt x="90099" y="4057"/>
                  </a:lnTo>
                  <a:lnTo>
                    <a:pt x="90099" y="955"/>
                  </a:lnTo>
                  <a:cubicBezTo>
                    <a:pt x="90033" y="690"/>
                    <a:pt x="89907" y="494"/>
                    <a:pt x="89722" y="368"/>
                  </a:cubicBezTo>
                  <a:cubicBezTo>
                    <a:pt x="89536" y="242"/>
                    <a:pt x="89337" y="179"/>
                    <a:pt x="89125" y="179"/>
                  </a:cubicBezTo>
                  <a:cubicBezTo>
                    <a:pt x="88899" y="179"/>
                    <a:pt x="88697" y="249"/>
                    <a:pt x="88518" y="388"/>
                  </a:cubicBezTo>
                  <a:cubicBezTo>
                    <a:pt x="88339" y="527"/>
                    <a:pt x="88217" y="736"/>
                    <a:pt x="88150" y="1014"/>
                  </a:cubicBezTo>
                  <a:lnTo>
                    <a:pt x="88150" y="4057"/>
                  </a:lnTo>
                  <a:lnTo>
                    <a:pt x="87235" y="4057"/>
                  </a:lnTo>
                  <a:cubicBezTo>
                    <a:pt x="86877" y="4057"/>
                    <a:pt x="86609" y="4150"/>
                    <a:pt x="86430" y="4336"/>
                  </a:cubicBezTo>
                  <a:cubicBezTo>
                    <a:pt x="86251" y="4522"/>
                    <a:pt x="86161" y="4720"/>
                    <a:pt x="86161" y="4933"/>
                  </a:cubicBezTo>
                  <a:cubicBezTo>
                    <a:pt x="86161" y="5145"/>
                    <a:pt x="86244" y="5330"/>
                    <a:pt x="86410" y="5490"/>
                  </a:cubicBezTo>
                  <a:cubicBezTo>
                    <a:pt x="86576" y="5649"/>
                    <a:pt x="86824" y="5755"/>
                    <a:pt x="87156" y="5808"/>
                  </a:cubicBezTo>
                  <a:close/>
                  <a:moveTo>
                    <a:pt x="102093" y="11755"/>
                  </a:moveTo>
                  <a:cubicBezTo>
                    <a:pt x="102119" y="11728"/>
                    <a:pt x="102103" y="11669"/>
                    <a:pt x="102043" y="11576"/>
                  </a:cubicBezTo>
                  <a:cubicBezTo>
                    <a:pt x="101983" y="11483"/>
                    <a:pt x="101907" y="11364"/>
                    <a:pt x="101814" y="11218"/>
                  </a:cubicBezTo>
                  <a:lnTo>
                    <a:pt x="101834" y="11218"/>
                  </a:lnTo>
                  <a:cubicBezTo>
                    <a:pt x="101728" y="11059"/>
                    <a:pt x="101625" y="10880"/>
                    <a:pt x="101526" y="10681"/>
                  </a:cubicBezTo>
                  <a:cubicBezTo>
                    <a:pt x="101427" y="10482"/>
                    <a:pt x="101364" y="10309"/>
                    <a:pt x="101337" y="10164"/>
                  </a:cubicBezTo>
                  <a:cubicBezTo>
                    <a:pt x="101271" y="9686"/>
                    <a:pt x="101224" y="9199"/>
                    <a:pt x="101198" y="8702"/>
                  </a:cubicBezTo>
                  <a:cubicBezTo>
                    <a:pt x="101171" y="8204"/>
                    <a:pt x="101158" y="7724"/>
                    <a:pt x="101158" y="7260"/>
                  </a:cubicBezTo>
                  <a:lnTo>
                    <a:pt x="101158" y="6922"/>
                  </a:lnTo>
                  <a:cubicBezTo>
                    <a:pt x="101158" y="6802"/>
                    <a:pt x="101161" y="6653"/>
                    <a:pt x="101168" y="6474"/>
                  </a:cubicBezTo>
                  <a:cubicBezTo>
                    <a:pt x="101175" y="6295"/>
                    <a:pt x="101178" y="6073"/>
                    <a:pt x="101178" y="5808"/>
                  </a:cubicBezTo>
                  <a:lnTo>
                    <a:pt x="101178" y="4813"/>
                  </a:lnTo>
                  <a:cubicBezTo>
                    <a:pt x="101032" y="4429"/>
                    <a:pt x="100797" y="4187"/>
                    <a:pt x="100472" y="4087"/>
                  </a:cubicBezTo>
                  <a:cubicBezTo>
                    <a:pt x="100147" y="3988"/>
                    <a:pt x="99779" y="3938"/>
                    <a:pt x="99368" y="3938"/>
                  </a:cubicBezTo>
                  <a:cubicBezTo>
                    <a:pt x="99156" y="3938"/>
                    <a:pt x="98937" y="3955"/>
                    <a:pt x="98712" y="3988"/>
                  </a:cubicBezTo>
                  <a:cubicBezTo>
                    <a:pt x="98486" y="4021"/>
                    <a:pt x="98267" y="4067"/>
                    <a:pt x="98055" y="4127"/>
                  </a:cubicBezTo>
                  <a:cubicBezTo>
                    <a:pt x="97843" y="4187"/>
                    <a:pt x="97654" y="4250"/>
                    <a:pt x="97488" y="4316"/>
                  </a:cubicBezTo>
                  <a:cubicBezTo>
                    <a:pt x="97323" y="4382"/>
                    <a:pt x="97193" y="4442"/>
                    <a:pt x="97101" y="4495"/>
                  </a:cubicBezTo>
                  <a:cubicBezTo>
                    <a:pt x="96663" y="4773"/>
                    <a:pt x="96255" y="5092"/>
                    <a:pt x="95877" y="5450"/>
                  </a:cubicBezTo>
                  <a:cubicBezTo>
                    <a:pt x="95499" y="5808"/>
                    <a:pt x="95165" y="6202"/>
                    <a:pt x="94873" y="6633"/>
                  </a:cubicBezTo>
                  <a:cubicBezTo>
                    <a:pt x="94581" y="7064"/>
                    <a:pt x="94352" y="7528"/>
                    <a:pt x="94187" y="8025"/>
                  </a:cubicBezTo>
                  <a:cubicBezTo>
                    <a:pt x="94021" y="8523"/>
                    <a:pt x="93938" y="9050"/>
                    <a:pt x="93938" y="9607"/>
                  </a:cubicBezTo>
                  <a:cubicBezTo>
                    <a:pt x="93938" y="10150"/>
                    <a:pt x="94044" y="10667"/>
                    <a:pt x="94256" y="11158"/>
                  </a:cubicBezTo>
                  <a:cubicBezTo>
                    <a:pt x="94469" y="11649"/>
                    <a:pt x="94827" y="12073"/>
                    <a:pt x="95330" y="12431"/>
                  </a:cubicBezTo>
                  <a:cubicBezTo>
                    <a:pt x="95675" y="12656"/>
                    <a:pt x="96017" y="12806"/>
                    <a:pt x="96355" y="12878"/>
                  </a:cubicBezTo>
                  <a:cubicBezTo>
                    <a:pt x="96693" y="12951"/>
                    <a:pt x="97041" y="12988"/>
                    <a:pt x="97399" y="12988"/>
                  </a:cubicBezTo>
                  <a:cubicBezTo>
                    <a:pt x="97890" y="12988"/>
                    <a:pt x="98344" y="12938"/>
                    <a:pt x="98761" y="12839"/>
                  </a:cubicBezTo>
                  <a:cubicBezTo>
                    <a:pt x="99179" y="12739"/>
                    <a:pt x="99627" y="12510"/>
                    <a:pt x="100104" y="12152"/>
                  </a:cubicBezTo>
                  <a:cubicBezTo>
                    <a:pt x="100170" y="12259"/>
                    <a:pt x="100253" y="12368"/>
                    <a:pt x="100352" y="12481"/>
                  </a:cubicBezTo>
                  <a:cubicBezTo>
                    <a:pt x="100452" y="12593"/>
                    <a:pt x="100555" y="12703"/>
                    <a:pt x="100661" y="12809"/>
                  </a:cubicBezTo>
                  <a:cubicBezTo>
                    <a:pt x="100899" y="12928"/>
                    <a:pt x="101125" y="12978"/>
                    <a:pt x="101337" y="12958"/>
                  </a:cubicBezTo>
                  <a:cubicBezTo>
                    <a:pt x="101549" y="12938"/>
                    <a:pt x="101725" y="12872"/>
                    <a:pt x="101864" y="12759"/>
                  </a:cubicBezTo>
                  <a:cubicBezTo>
                    <a:pt x="102003" y="12646"/>
                    <a:pt x="102096" y="12501"/>
                    <a:pt x="102143" y="12322"/>
                  </a:cubicBezTo>
                  <a:cubicBezTo>
                    <a:pt x="102189" y="12143"/>
                    <a:pt x="102172" y="11954"/>
                    <a:pt x="102093" y="11755"/>
                  </a:cubicBezTo>
                  <a:close/>
                  <a:moveTo>
                    <a:pt x="99408" y="10343"/>
                  </a:moveTo>
                  <a:cubicBezTo>
                    <a:pt x="98957" y="10714"/>
                    <a:pt x="98586" y="10986"/>
                    <a:pt x="98294" y="11158"/>
                  </a:cubicBezTo>
                  <a:cubicBezTo>
                    <a:pt x="98055" y="11238"/>
                    <a:pt x="97807" y="11277"/>
                    <a:pt x="97548" y="11277"/>
                  </a:cubicBezTo>
                  <a:cubicBezTo>
                    <a:pt x="97290" y="11277"/>
                    <a:pt x="97048" y="11228"/>
                    <a:pt x="96822" y="11128"/>
                  </a:cubicBezTo>
                  <a:cubicBezTo>
                    <a:pt x="96597" y="11029"/>
                    <a:pt x="96401" y="10883"/>
                    <a:pt x="96235" y="10691"/>
                  </a:cubicBezTo>
                  <a:cubicBezTo>
                    <a:pt x="96070" y="10498"/>
                    <a:pt x="95967" y="10256"/>
                    <a:pt x="95927" y="9965"/>
                  </a:cubicBezTo>
                  <a:cubicBezTo>
                    <a:pt x="95861" y="9593"/>
                    <a:pt x="95871" y="9212"/>
                    <a:pt x="95957" y="8821"/>
                  </a:cubicBezTo>
                  <a:cubicBezTo>
                    <a:pt x="96043" y="8430"/>
                    <a:pt x="96179" y="8055"/>
                    <a:pt x="96365" y="7697"/>
                  </a:cubicBezTo>
                  <a:cubicBezTo>
                    <a:pt x="96550" y="7339"/>
                    <a:pt x="96786" y="7014"/>
                    <a:pt x="97071" y="6723"/>
                  </a:cubicBezTo>
                  <a:cubicBezTo>
                    <a:pt x="97356" y="6431"/>
                    <a:pt x="97677" y="6206"/>
                    <a:pt x="98035" y="6046"/>
                  </a:cubicBezTo>
                  <a:cubicBezTo>
                    <a:pt x="98128" y="6007"/>
                    <a:pt x="98291" y="5940"/>
                    <a:pt x="98523" y="5848"/>
                  </a:cubicBezTo>
                  <a:cubicBezTo>
                    <a:pt x="98755" y="5755"/>
                    <a:pt x="98983" y="5695"/>
                    <a:pt x="99209" y="5669"/>
                  </a:cubicBezTo>
                  <a:cubicBezTo>
                    <a:pt x="99209" y="5934"/>
                    <a:pt x="99202" y="6206"/>
                    <a:pt x="99189" y="6484"/>
                  </a:cubicBezTo>
                  <a:cubicBezTo>
                    <a:pt x="99176" y="6762"/>
                    <a:pt x="99169" y="7074"/>
                    <a:pt x="99169" y="7419"/>
                  </a:cubicBezTo>
                  <a:cubicBezTo>
                    <a:pt x="99169" y="7909"/>
                    <a:pt x="99182" y="8403"/>
                    <a:pt x="99209" y="8901"/>
                  </a:cubicBezTo>
                  <a:cubicBezTo>
                    <a:pt x="99235" y="9398"/>
                    <a:pt x="99302" y="9878"/>
                    <a:pt x="99408" y="10343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57" name="ui-metadata-qualifier line 2" descr="when available"/>
            <p:cNvSpPr/>
            <p:nvPr/>
          </p:nvSpPr>
          <p:spPr>
            <a:xfrm>
              <a:off x="3015637" y="1317625"/>
              <a:ext cx="663277" cy="73278"/>
            </a:xfrm>
            <a:custGeom>
              <a:avLst/>
              <a:gdLst/>
              <a:ahLst/>
              <a:cxnLst/>
              <a:rect l="0" t="0" r="r" b="b"/>
              <a:pathLst>
                <a:path w="119509" h="13203">
                  <a:moveTo>
                    <a:pt x="10336" y="4276"/>
                  </a:moveTo>
                  <a:lnTo>
                    <a:pt x="10316" y="4296"/>
                  </a:lnTo>
                  <a:lnTo>
                    <a:pt x="10038" y="5251"/>
                  </a:lnTo>
                  <a:cubicBezTo>
                    <a:pt x="9812" y="5993"/>
                    <a:pt x="9587" y="6733"/>
                    <a:pt x="9361" y="7469"/>
                  </a:cubicBezTo>
                  <a:cubicBezTo>
                    <a:pt x="9136" y="8204"/>
                    <a:pt x="8910" y="8884"/>
                    <a:pt x="8685" y="9507"/>
                  </a:cubicBezTo>
                  <a:cubicBezTo>
                    <a:pt x="8380" y="8751"/>
                    <a:pt x="8065" y="7999"/>
                    <a:pt x="7740" y="7250"/>
                  </a:cubicBezTo>
                  <a:cubicBezTo>
                    <a:pt x="7415" y="6501"/>
                    <a:pt x="7134" y="5708"/>
                    <a:pt x="6895" y="4873"/>
                  </a:cubicBezTo>
                  <a:cubicBezTo>
                    <a:pt x="6829" y="4621"/>
                    <a:pt x="6706" y="4432"/>
                    <a:pt x="6527" y="4306"/>
                  </a:cubicBezTo>
                  <a:cubicBezTo>
                    <a:pt x="6348" y="4180"/>
                    <a:pt x="6146" y="4117"/>
                    <a:pt x="5920" y="4117"/>
                  </a:cubicBezTo>
                  <a:cubicBezTo>
                    <a:pt x="5748" y="4117"/>
                    <a:pt x="5586" y="4157"/>
                    <a:pt x="5433" y="4236"/>
                  </a:cubicBezTo>
                  <a:cubicBezTo>
                    <a:pt x="5281" y="4316"/>
                    <a:pt x="5151" y="4442"/>
                    <a:pt x="5045" y="4614"/>
                  </a:cubicBezTo>
                  <a:lnTo>
                    <a:pt x="3812" y="7697"/>
                  </a:lnTo>
                  <a:cubicBezTo>
                    <a:pt x="3706" y="7962"/>
                    <a:pt x="3603" y="8224"/>
                    <a:pt x="3504" y="8483"/>
                  </a:cubicBezTo>
                  <a:cubicBezTo>
                    <a:pt x="3404" y="8741"/>
                    <a:pt x="3302" y="9003"/>
                    <a:pt x="3196" y="9269"/>
                  </a:cubicBezTo>
                  <a:cubicBezTo>
                    <a:pt x="2930" y="8499"/>
                    <a:pt x="2698" y="7714"/>
                    <a:pt x="2499" y="6912"/>
                  </a:cubicBezTo>
                  <a:cubicBezTo>
                    <a:pt x="2301" y="6109"/>
                    <a:pt x="2128" y="5291"/>
                    <a:pt x="1982" y="4455"/>
                  </a:cubicBezTo>
                  <a:cubicBezTo>
                    <a:pt x="1903" y="4190"/>
                    <a:pt x="1770" y="3998"/>
                    <a:pt x="1585" y="3878"/>
                  </a:cubicBezTo>
                  <a:cubicBezTo>
                    <a:pt x="1399" y="3759"/>
                    <a:pt x="1207" y="3699"/>
                    <a:pt x="1008" y="3699"/>
                  </a:cubicBezTo>
                  <a:cubicBezTo>
                    <a:pt x="743" y="3699"/>
                    <a:pt x="504" y="3799"/>
                    <a:pt x="292" y="3998"/>
                  </a:cubicBezTo>
                  <a:cubicBezTo>
                    <a:pt x="80" y="4197"/>
                    <a:pt x="0" y="4475"/>
                    <a:pt x="53" y="4833"/>
                  </a:cubicBezTo>
                  <a:cubicBezTo>
                    <a:pt x="133" y="5310"/>
                    <a:pt x="245" y="5821"/>
                    <a:pt x="391" y="6365"/>
                  </a:cubicBezTo>
                  <a:cubicBezTo>
                    <a:pt x="537" y="6908"/>
                    <a:pt x="723" y="7558"/>
                    <a:pt x="948" y="8314"/>
                  </a:cubicBezTo>
                  <a:cubicBezTo>
                    <a:pt x="1134" y="8950"/>
                    <a:pt x="1329" y="9580"/>
                    <a:pt x="1535" y="10203"/>
                  </a:cubicBezTo>
                  <a:cubicBezTo>
                    <a:pt x="1740" y="10827"/>
                    <a:pt x="1982" y="11476"/>
                    <a:pt x="2261" y="12152"/>
                  </a:cubicBezTo>
                  <a:cubicBezTo>
                    <a:pt x="2473" y="12550"/>
                    <a:pt x="2785" y="12749"/>
                    <a:pt x="3196" y="12749"/>
                  </a:cubicBezTo>
                  <a:cubicBezTo>
                    <a:pt x="3514" y="12749"/>
                    <a:pt x="3786" y="12617"/>
                    <a:pt x="4011" y="12351"/>
                  </a:cubicBezTo>
                  <a:cubicBezTo>
                    <a:pt x="4170" y="11967"/>
                    <a:pt x="4323" y="11582"/>
                    <a:pt x="4469" y="11198"/>
                  </a:cubicBezTo>
                  <a:cubicBezTo>
                    <a:pt x="4614" y="10813"/>
                    <a:pt x="4754" y="10449"/>
                    <a:pt x="4886" y="10104"/>
                  </a:cubicBezTo>
                  <a:cubicBezTo>
                    <a:pt x="5045" y="9680"/>
                    <a:pt x="5204" y="9272"/>
                    <a:pt x="5364" y="8881"/>
                  </a:cubicBezTo>
                  <a:cubicBezTo>
                    <a:pt x="5523" y="8490"/>
                    <a:pt x="5682" y="8082"/>
                    <a:pt x="5841" y="7657"/>
                  </a:cubicBezTo>
                  <a:cubicBezTo>
                    <a:pt x="5854" y="7657"/>
                    <a:pt x="5867" y="7671"/>
                    <a:pt x="5881" y="7697"/>
                  </a:cubicBezTo>
                  <a:lnTo>
                    <a:pt x="5920" y="7777"/>
                  </a:lnTo>
                  <a:lnTo>
                    <a:pt x="5980" y="7896"/>
                  </a:lnTo>
                  <a:cubicBezTo>
                    <a:pt x="6285" y="8652"/>
                    <a:pt x="6590" y="9398"/>
                    <a:pt x="6895" y="10134"/>
                  </a:cubicBezTo>
                  <a:cubicBezTo>
                    <a:pt x="7200" y="10870"/>
                    <a:pt x="7531" y="11602"/>
                    <a:pt x="7890" y="12331"/>
                  </a:cubicBezTo>
                  <a:cubicBezTo>
                    <a:pt x="8155" y="12597"/>
                    <a:pt x="8433" y="12729"/>
                    <a:pt x="8725" y="12729"/>
                  </a:cubicBezTo>
                  <a:cubicBezTo>
                    <a:pt x="9043" y="12729"/>
                    <a:pt x="9322" y="12590"/>
                    <a:pt x="9560" y="12312"/>
                  </a:cubicBezTo>
                  <a:cubicBezTo>
                    <a:pt x="10077" y="11224"/>
                    <a:pt x="10515" y="10140"/>
                    <a:pt x="10873" y="9060"/>
                  </a:cubicBezTo>
                  <a:cubicBezTo>
                    <a:pt x="11231" y="7979"/>
                    <a:pt x="11576" y="6888"/>
                    <a:pt x="11907" y="5788"/>
                  </a:cubicBezTo>
                  <a:lnTo>
                    <a:pt x="12206" y="4793"/>
                  </a:lnTo>
                  <a:cubicBezTo>
                    <a:pt x="12232" y="4449"/>
                    <a:pt x="12149" y="4187"/>
                    <a:pt x="11957" y="4008"/>
                  </a:cubicBezTo>
                  <a:cubicBezTo>
                    <a:pt x="11765" y="3829"/>
                    <a:pt x="11536" y="3739"/>
                    <a:pt x="11271" y="3739"/>
                  </a:cubicBezTo>
                  <a:cubicBezTo>
                    <a:pt x="11112" y="3739"/>
                    <a:pt x="10943" y="3782"/>
                    <a:pt x="10764" y="3869"/>
                  </a:cubicBezTo>
                  <a:cubicBezTo>
                    <a:pt x="10585" y="3955"/>
                    <a:pt x="10442" y="4091"/>
                    <a:pt x="10336" y="4276"/>
                  </a:cubicBezTo>
                  <a:close/>
                  <a:moveTo>
                    <a:pt x="15467" y="11914"/>
                  </a:moveTo>
                  <a:lnTo>
                    <a:pt x="15467" y="8115"/>
                  </a:lnTo>
                  <a:cubicBezTo>
                    <a:pt x="15706" y="7823"/>
                    <a:pt x="15938" y="7545"/>
                    <a:pt x="16164" y="7280"/>
                  </a:cubicBezTo>
                  <a:cubicBezTo>
                    <a:pt x="16389" y="7014"/>
                    <a:pt x="16614" y="6792"/>
                    <a:pt x="16840" y="6613"/>
                  </a:cubicBezTo>
                  <a:cubicBezTo>
                    <a:pt x="17065" y="6434"/>
                    <a:pt x="17294" y="6305"/>
                    <a:pt x="17526" y="6225"/>
                  </a:cubicBezTo>
                  <a:cubicBezTo>
                    <a:pt x="17758" y="6146"/>
                    <a:pt x="18007" y="6133"/>
                    <a:pt x="18272" y="6186"/>
                  </a:cubicBezTo>
                  <a:cubicBezTo>
                    <a:pt x="18617" y="6411"/>
                    <a:pt x="18865" y="6723"/>
                    <a:pt x="19018" y="7120"/>
                  </a:cubicBezTo>
                  <a:cubicBezTo>
                    <a:pt x="19170" y="7518"/>
                    <a:pt x="19260" y="7929"/>
                    <a:pt x="19286" y="8354"/>
                  </a:cubicBezTo>
                  <a:cubicBezTo>
                    <a:pt x="19299" y="8990"/>
                    <a:pt x="19306" y="9610"/>
                    <a:pt x="19306" y="10213"/>
                  </a:cubicBezTo>
                  <a:lnTo>
                    <a:pt x="19306" y="12053"/>
                  </a:lnTo>
                  <a:cubicBezTo>
                    <a:pt x="19346" y="12358"/>
                    <a:pt x="19465" y="12583"/>
                    <a:pt x="19664" y="12729"/>
                  </a:cubicBezTo>
                  <a:cubicBezTo>
                    <a:pt x="19863" y="12875"/>
                    <a:pt x="20075" y="12948"/>
                    <a:pt x="20301" y="12948"/>
                  </a:cubicBezTo>
                  <a:cubicBezTo>
                    <a:pt x="20552" y="12948"/>
                    <a:pt x="20768" y="12869"/>
                    <a:pt x="20947" y="12709"/>
                  </a:cubicBezTo>
                  <a:cubicBezTo>
                    <a:pt x="21126" y="12550"/>
                    <a:pt x="21229" y="12312"/>
                    <a:pt x="21255" y="11993"/>
                  </a:cubicBezTo>
                  <a:cubicBezTo>
                    <a:pt x="21255" y="11834"/>
                    <a:pt x="21252" y="11669"/>
                    <a:pt x="21245" y="11496"/>
                  </a:cubicBezTo>
                  <a:cubicBezTo>
                    <a:pt x="21239" y="11324"/>
                    <a:pt x="21235" y="11102"/>
                    <a:pt x="21235" y="10830"/>
                  </a:cubicBezTo>
                  <a:lnTo>
                    <a:pt x="21235" y="8294"/>
                  </a:lnTo>
                  <a:cubicBezTo>
                    <a:pt x="21222" y="7923"/>
                    <a:pt x="21166" y="7538"/>
                    <a:pt x="21066" y="7140"/>
                  </a:cubicBezTo>
                  <a:cubicBezTo>
                    <a:pt x="20967" y="6743"/>
                    <a:pt x="20821" y="6368"/>
                    <a:pt x="20629" y="6017"/>
                  </a:cubicBezTo>
                  <a:cubicBezTo>
                    <a:pt x="20436" y="5665"/>
                    <a:pt x="20194" y="5354"/>
                    <a:pt x="19903" y="5082"/>
                  </a:cubicBezTo>
                  <a:cubicBezTo>
                    <a:pt x="19611" y="4810"/>
                    <a:pt x="19260" y="4614"/>
                    <a:pt x="18849" y="4495"/>
                  </a:cubicBezTo>
                  <a:cubicBezTo>
                    <a:pt x="18292" y="4309"/>
                    <a:pt x="17751" y="4283"/>
                    <a:pt x="17228" y="4415"/>
                  </a:cubicBezTo>
                  <a:cubicBezTo>
                    <a:pt x="16704" y="4548"/>
                    <a:pt x="16117" y="4840"/>
                    <a:pt x="15467" y="5291"/>
                  </a:cubicBezTo>
                  <a:lnTo>
                    <a:pt x="15467" y="1014"/>
                  </a:lnTo>
                  <a:cubicBezTo>
                    <a:pt x="15375" y="762"/>
                    <a:pt x="15239" y="573"/>
                    <a:pt x="15060" y="448"/>
                  </a:cubicBezTo>
                  <a:cubicBezTo>
                    <a:pt x="14881" y="322"/>
                    <a:pt x="14678" y="259"/>
                    <a:pt x="14453" y="259"/>
                  </a:cubicBezTo>
                  <a:cubicBezTo>
                    <a:pt x="14228" y="259"/>
                    <a:pt x="14029" y="328"/>
                    <a:pt x="13856" y="467"/>
                  </a:cubicBezTo>
                  <a:cubicBezTo>
                    <a:pt x="13684" y="607"/>
                    <a:pt x="13565" y="809"/>
                    <a:pt x="13498" y="1074"/>
                  </a:cubicBezTo>
                  <a:lnTo>
                    <a:pt x="13498" y="11993"/>
                  </a:lnTo>
                  <a:cubicBezTo>
                    <a:pt x="13538" y="12285"/>
                    <a:pt x="13657" y="12504"/>
                    <a:pt x="13856" y="12650"/>
                  </a:cubicBezTo>
                  <a:cubicBezTo>
                    <a:pt x="14055" y="12796"/>
                    <a:pt x="14267" y="12869"/>
                    <a:pt x="14493" y="12869"/>
                  </a:cubicBezTo>
                  <a:cubicBezTo>
                    <a:pt x="14745" y="12869"/>
                    <a:pt x="14964" y="12789"/>
                    <a:pt x="15149" y="12630"/>
                  </a:cubicBezTo>
                  <a:cubicBezTo>
                    <a:pt x="15335" y="12471"/>
                    <a:pt x="15441" y="12232"/>
                    <a:pt x="15467" y="11914"/>
                  </a:cubicBezTo>
                  <a:close/>
                  <a:moveTo>
                    <a:pt x="29828" y="10144"/>
                  </a:moveTo>
                  <a:cubicBezTo>
                    <a:pt x="29443" y="10382"/>
                    <a:pt x="29022" y="10611"/>
                    <a:pt x="28565" y="10830"/>
                  </a:cubicBezTo>
                  <a:cubicBezTo>
                    <a:pt x="28107" y="11049"/>
                    <a:pt x="27666" y="11171"/>
                    <a:pt x="27242" y="11198"/>
                  </a:cubicBezTo>
                  <a:cubicBezTo>
                    <a:pt x="26738" y="11238"/>
                    <a:pt x="26314" y="11145"/>
                    <a:pt x="25969" y="10919"/>
                  </a:cubicBezTo>
                  <a:cubicBezTo>
                    <a:pt x="25624" y="10694"/>
                    <a:pt x="25359" y="10389"/>
                    <a:pt x="25173" y="10004"/>
                  </a:cubicBezTo>
                  <a:cubicBezTo>
                    <a:pt x="25200" y="10004"/>
                    <a:pt x="25270" y="9991"/>
                    <a:pt x="25382" y="9965"/>
                  </a:cubicBezTo>
                  <a:cubicBezTo>
                    <a:pt x="25495" y="9938"/>
                    <a:pt x="25757" y="9872"/>
                    <a:pt x="26168" y="9766"/>
                  </a:cubicBezTo>
                  <a:cubicBezTo>
                    <a:pt x="26552" y="9673"/>
                    <a:pt x="26964" y="9567"/>
                    <a:pt x="27401" y="9448"/>
                  </a:cubicBezTo>
                  <a:cubicBezTo>
                    <a:pt x="27839" y="9328"/>
                    <a:pt x="28263" y="9182"/>
                    <a:pt x="28674" y="9010"/>
                  </a:cubicBezTo>
                  <a:cubicBezTo>
                    <a:pt x="29085" y="8838"/>
                    <a:pt x="29463" y="8635"/>
                    <a:pt x="29808" y="8403"/>
                  </a:cubicBezTo>
                  <a:cubicBezTo>
                    <a:pt x="30152" y="8171"/>
                    <a:pt x="30424" y="7896"/>
                    <a:pt x="30623" y="7578"/>
                  </a:cubicBezTo>
                  <a:cubicBezTo>
                    <a:pt x="30729" y="7419"/>
                    <a:pt x="30802" y="7253"/>
                    <a:pt x="30842" y="7081"/>
                  </a:cubicBezTo>
                  <a:cubicBezTo>
                    <a:pt x="30882" y="6908"/>
                    <a:pt x="30902" y="6729"/>
                    <a:pt x="30902" y="6544"/>
                  </a:cubicBezTo>
                  <a:cubicBezTo>
                    <a:pt x="30902" y="6265"/>
                    <a:pt x="30849" y="5987"/>
                    <a:pt x="30743" y="5708"/>
                  </a:cubicBezTo>
                  <a:cubicBezTo>
                    <a:pt x="30636" y="5430"/>
                    <a:pt x="30491" y="5175"/>
                    <a:pt x="30305" y="4943"/>
                  </a:cubicBezTo>
                  <a:cubicBezTo>
                    <a:pt x="30119" y="4710"/>
                    <a:pt x="29901" y="4512"/>
                    <a:pt x="29649" y="4346"/>
                  </a:cubicBezTo>
                  <a:cubicBezTo>
                    <a:pt x="29397" y="4180"/>
                    <a:pt x="29125" y="4064"/>
                    <a:pt x="28833" y="3998"/>
                  </a:cubicBezTo>
                  <a:cubicBezTo>
                    <a:pt x="28528" y="3931"/>
                    <a:pt x="28217" y="3898"/>
                    <a:pt x="27898" y="3898"/>
                  </a:cubicBezTo>
                  <a:cubicBezTo>
                    <a:pt x="27302" y="3898"/>
                    <a:pt x="26725" y="3998"/>
                    <a:pt x="26168" y="4197"/>
                  </a:cubicBezTo>
                  <a:cubicBezTo>
                    <a:pt x="25611" y="4396"/>
                    <a:pt x="25094" y="4661"/>
                    <a:pt x="24617" y="4992"/>
                  </a:cubicBezTo>
                  <a:cubicBezTo>
                    <a:pt x="24020" y="5390"/>
                    <a:pt x="23586" y="5907"/>
                    <a:pt x="23314" y="6544"/>
                  </a:cubicBezTo>
                  <a:cubicBezTo>
                    <a:pt x="23042" y="7180"/>
                    <a:pt x="22906" y="7843"/>
                    <a:pt x="22906" y="8533"/>
                  </a:cubicBezTo>
                  <a:cubicBezTo>
                    <a:pt x="22906" y="9235"/>
                    <a:pt x="23062" y="9922"/>
                    <a:pt x="23373" y="10591"/>
                  </a:cubicBezTo>
                  <a:cubicBezTo>
                    <a:pt x="23685" y="11261"/>
                    <a:pt x="24119" y="11801"/>
                    <a:pt x="24676" y="12212"/>
                  </a:cubicBezTo>
                  <a:cubicBezTo>
                    <a:pt x="25021" y="12451"/>
                    <a:pt x="25392" y="12627"/>
                    <a:pt x="25790" y="12739"/>
                  </a:cubicBezTo>
                  <a:cubicBezTo>
                    <a:pt x="26188" y="12852"/>
                    <a:pt x="26579" y="12908"/>
                    <a:pt x="26964" y="12908"/>
                  </a:cubicBezTo>
                  <a:cubicBezTo>
                    <a:pt x="27613" y="12908"/>
                    <a:pt x="28260" y="12792"/>
                    <a:pt x="28903" y="12560"/>
                  </a:cubicBezTo>
                  <a:cubicBezTo>
                    <a:pt x="29546" y="12328"/>
                    <a:pt x="30146" y="12046"/>
                    <a:pt x="30703" y="11715"/>
                  </a:cubicBezTo>
                  <a:cubicBezTo>
                    <a:pt x="30902" y="11596"/>
                    <a:pt x="31048" y="11466"/>
                    <a:pt x="31140" y="11327"/>
                  </a:cubicBezTo>
                  <a:cubicBezTo>
                    <a:pt x="31233" y="11188"/>
                    <a:pt x="31280" y="11045"/>
                    <a:pt x="31280" y="10899"/>
                  </a:cubicBezTo>
                  <a:cubicBezTo>
                    <a:pt x="31280" y="10754"/>
                    <a:pt x="31243" y="10618"/>
                    <a:pt x="31170" y="10492"/>
                  </a:cubicBezTo>
                  <a:cubicBezTo>
                    <a:pt x="31097" y="10366"/>
                    <a:pt x="30998" y="10263"/>
                    <a:pt x="30872" y="10183"/>
                  </a:cubicBezTo>
                  <a:cubicBezTo>
                    <a:pt x="30746" y="10104"/>
                    <a:pt x="30593" y="10057"/>
                    <a:pt x="30414" y="10044"/>
                  </a:cubicBezTo>
                  <a:cubicBezTo>
                    <a:pt x="30235" y="10031"/>
                    <a:pt x="30040" y="10064"/>
                    <a:pt x="29828" y="10144"/>
                  </a:cubicBezTo>
                  <a:close/>
                  <a:moveTo>
                    <a:pt x="26168" y="6146"/>
                  </a:moveTo>
                  <a:cubicBezTo>
                    <a:pt x="26393" y="6040"/>
                    <a:pt x="26678" y="5930"/>
                    <a:pt x="27023" y="5818"/>
                  </a:cubicBezTo>
                  <a:cubicBezTo>
                    <a:pt x="27368" y="5705"/>
                    <a:pt x="27693" y="5649"/>
                    <a:pt x="27998" y="5649"/>
                  </a:cubicBezTo>
                  <a:cubicBezTo>
                    <a:pt x="28276" y="5649"/>
                    <a:pt x="28515" y="5722"/>
                    <a:pt x="28714" y="5867"/>
                  </a:cubicBezTo>
                  <a:cubicBezTo>
                    <a:pt x="28913" y="6013"/>
                    <a:pt x="28999" y="6278"/>
                    <a:pt x="28972" y="6663"/>
                  </a:cubicBezTo>
                  <a:cubicBezTo>
                    <a:pt x="28893" y="6822"/>
                    <a:pt x="28737" y="6968"/>
                    <a:pt x="28505" y="7101"/>
                  </a:cubicBezTo>
                  <a:cubicBezTo>
                    <a:pt x="28273" y="7233"/>
                    <a:pt x="28021" y="7349"/>
                    <a:pt x="27749" y="7449"/>
                  </a:cubicBezTo>
                  <a:cubicBezTo>
                    <a:pt x="27477" y="7548"/>
                    <a:pt x="27209" y="7634"/>
                    <a:pt x="26944" y="7707"/>
                  </a:cubicBezTo>
                  <a:cubicBezTo>
                    <a:pt x="26678" y="7780"/>
                    <a:pt x="26480" y="7836"/>
                    <a:pt x="26347" y="7876"/>
                  </a:cubicBezTo>
                  <a:cubicBezTo>
                    <a:pt x="25976" y="7982"/>
                    <a:pt x="25691" y="8065"/>
                    <a:pt x="25492" y="8125"/>
                  </a:cubicBezTo>
                  <a:cubicBezTo>
                    <a:pt x="25293" y="8185"/>
                    <a:pt x="25144" y="8228"/>
                    <a:pt x="25044" y="8254"/>
                  </a:cubicBezTo>
                  <a:cubicBezTo>
                    <a:pt x="24945" y="8281"/>
                    <a:pt x="24885" y="8297"/>
                    <a:pt x="24865" y="8304"/>
                  </a:cubicBezTo>
                  <a:lnTo>
                    <a:pt x="24835" y="8314"/>
                  </a:lnTo>
                  <a:cubicBezTo>
                    <a:pt x="24862" y="7850"/>
                    <a:pt x="24981" y="7429"/>
                    <a:pt x="25193" y="7051"/>
                  </a:cubicBezTo>
                  <a:cubicBezTo>
                    <a:pt x="25406" y="6673"/>
                    <a:pt x="25730" y="6371"/>
                    <a:pt x="26168" y="6146"/>
                  </a:cubicBezTo>
                  <a:close/>
                  <a:moveTo>
                    <a:pt x="39951" y="11934"/>
                  </a:moveTo>
                  <a:lnTo>
                    <a:pt x="39951" y="8314"/>
                  </a:lnTo>
                  <a:cubicBezTo>
                    <a:pt x="39951" y="8075"/>
                    <a:pt x="39965" y="7820"/>
                    <a:pt x="39991" y="7548"/>
                  </a:cubicBezTo>
                  <a:cubicBezTo>
                    <a:pt x="40018" y="7276"/>
                    <a:pt x="40031" y="7001"/>
                    <a:pt x="40031" y="6723"/>
                  </a:cubicBezTo>
                  <a:cubicBezTo>
                    <a:pt x="40031" y="6444"/>
                    <a:pt x="40011" y="6172"/>
                    <a:pt x="39971" y="5907"/>
                  </a:cubicBezTo>
                  <a:cubicBezTo>
                    <a:pt x="39931" y="5642"/>
                    <a:pt x="39845" y="5390"/>
                    <a:pt x="39713" y="5151"/>
                  </a:cubicBezTo>
                  <a:cubicBezTo>
                    <a:pt x="39434" y="4661"/>
                    <a:pt x="39066" y="4296"/>
                    <a:pt x="38609" y="4057"/>
                  </a:cubicBezTo>
                  <a:cubicBezTo>
                    <a:pt x="38151" y="3819"/>
                    <a:pt x="37671" y="3699"/>
                    <a:pt x="37167" y="3699"/>
                  </a:cubicBezTo>
                  <a:cubicBezTo>
                    <a:pt x="36703" y="3699"/>
                    <a:pt x="36252" y="3776"/>
                    <a:pt x="35814" y="3928"/>
                  </a:cubicBezTo>
                  <a:cubicBezTo>
                    <a:pt x="35377" y="4081"/>
                    <a:pt x="34966" y="4290"/>
                    <a:pt x="34581" y="4555"/>
                  </a:cubicBezTo>
                  <a:cubicBezTo>
                    <a:pt x="34515" y="4329"/>
                    <a:pt x="34389" y="4160"/>
                    <a:pt x="34203" y="4048"/>
                  </a:cubicBezTo>
                  <a:cubicBezTo>
                    <a:pt x="34018" y="3935"/>
                    <a:pt x="33832" y="3878"/>
                    <a:pt x="33646" y="3878"/>
                  </a:cubicBezTo>
                  <a:cubicBezTo>
                    <a:pt x="33421" y="3878"/>
                    <a:pt x="33219" y="3945"/>
                    <a:pt x="33040" y="4077"/>
                  </a:cubicBezTo>
                  <a:cubicBezTo>
                    <a:pt x="32861" y="4210"/>
                    <a:pt x="32738" y="4422"/>
                    <a:pt x="32672" y="4714"/>
                  </a:cubicBezTo>
                  <a:cubicBezTo>
                    <a:pt x="32672" y="5350"/>
                    <a:pt x="32675" y="5964"/>
                    <a:pt x="32682" y="6554"/>
                  </a:cubicBezTo>
                  <a:cubicBezTo>
                    <a:pt x="32688" y="7144"/>
                    <a:pt x="32692" y="7730"/>
                    <a:pt x="32692" y="8314"/>
                  </a:cubicBezTo>
                  <a:lnTo>
                    <a:pt x="32692" y="11894"/>
                  </a:lnTo>
                  <a:cubicBezTo>
                    <a:pt x="32731" y="12199"/>
                    <a:pt x="32848" y="12424"/>
                    <a:pt x="33040" y="12570"/>
                  </a:cubicBezTo>
                  <a:cubicBezTo>
                    <a:pt x="33232" y="12716"/>
                    <a:pt x="33441" y="12789"/>
                    <a:pt x="33666" y="12789"/>
                  </a:cubicBezTo>
                  <a:cubicBezTo>
                    <a:pt x="33905" y="12789"/>
                    <a:pt x="34124" y="12709"/>
                    <a:pt x="34323" y="12550"/>
                  </a:cubicBezTo>
                  <a:cubicBezTo>
                    <a:pt x="34522" y="12391"/>
                    <a:pt x="34628" y="12146"/>
                    <a:pt x="34641" y="11814"/>
                  </a:cubicBezTo>
                  <a:cubicBezTo>
                    <a:pt x="34628" y="11138"/>
                    <a:pt x="34621" y="10472"/>
                    <a:pt x="34621" y="9815"/>
                  </a:cubicBezTo>
                  <a:lnTo>
                    <a:pt x="34621" y="7817"/>
                  </a:lnTo>
                  <a:cubicBezTo>
                    <a:pt x="34648" y="7551"/>
                    <a:pt x="34691" y="7349"/>
                    <a:pt x="34750" y="7210"/>
                  </a:cubicBezTo>
                  <a:cubicBezTo>
                    <a:pt x="34810" y="7071"/>
                    <a:pt x="34893" y="6922"/>
                    <a:pt x="34999" y="6762"/>
                  </a:cubicBezTo>
                  <a:cubicBezTo>
                    <a:pt x="35304" y="6325"/>
                    <a:pt x="35645" y="5993"/>
                    <a:pt x="36023" y="5768"/>
                  </a:cubicBezTo>
                  <a:cubicBezTo>
                    <a:pt x="36401" y="5543"/>
                    <a:pt x="36789" y="5430"/>
                    <a:pt x="37187" y="5430"/>
                  </a:cubicBezTo>
                  <a:cubicBezTo>
                    <a:pt x="37425" y="5430"/>
                    <a:pt x="37601" y="5523"/>
                    <a:pt x="37714" y="5708"/>
                  </a:cubicBezTo>
                  <a:cubicBezTo>
                    <a:pt x="37827" y="5894"/>
                    <a:pt x="37903" y="6116"/>
                    <a:pt x="37943" y="6375"/>
                  </a:cubicBezTo>
                  <a:cubicBezTo>
                    <a:pt x="37982" y="6633"/>
                    <a:pt x="37996" y="6895"/>
                    <a:pt x="37982" y="7160"/>
                  </a:cubicBezTo>
                  <a:cubicBezTo>
                    <a:pt x="37969" y="7425"/>
                    <a:pt x="37962" y="7644"/>
                    <a:pt x="37962" y="7817"/>
                  </a:cubicBezTo>
                  <a:lnTo>
                    <a:pt x="37962" y="9656"/>
                  </a:lnTo>
                  <a:cubicBezTo>
                    <a:pt x="37962" y="10127"/>
                    <a:pt x="37966" y="10512"/>
                    <a:pt x="37972" y="10810"/>
                  </a:cubicBezTo>
                  <a:cubicBezTo>
                    <a:pt x="37979" y="11108"/>
                    <a:pt x="37982" y="11347"/>
                    <a:pt x="37982" y="11526"/>
                  </a:cubicBezTo>
                  <a:lnTo>
                    <a:pt x="37982" y="12013"/>
                  </a:lnTo>
                  <a:cubicBezTo>
                    <a:pt x="38022" y="12318"/>
                    <a:pt x="38138" y="12544"/>
                    <a:pt x="38330" y="12690"/>
                  </a:cubicBezTo>
                  <a:cubicBezTo>
                    <a:pt x="38523" y="12835"/>
                    <a:pt x="38738" y="12908"/>
                    <a:pt x="38977" y="12908"/>
                  </a:cubicBezTo>
                  <a:cubicBezTo>
                    <a:pt x="39202" y="12908"/>
                    <a:pt x="39418" y="12829"/>
                    <a:pt x="39623" y="12670"/>
                  </a:cubicBezTo>
                  <a:cubicBezTo>
                    <a:pt x="39829" y="12510"/>
                    <a:pt x="39938" y="12265"/>
                    <a:pt x="39951" y="11934"/>
                  </a:cubicBezTo>
                  <a:close/>
                  <a:moveTo>
                    <a:pt x="56698" y="11655"/>
                  </a:moveTo>
                  <a:cubicBezTo>
                    <a:pt x="56725" y="11629"/>
                    <a:pt x="56708" y="11569"/>
                    <a:pt x="56649" y="11476"/>
                  </a:cubicBezTo>
                  <a:cubicBezTo>
                    <a:pt x="56589" y="11383"/>
                    <a:pt x="56513" y="11264"/>
                    <a:pt x="56420" y="11118"/>
                  </a:cubicBezTo>
                  <a:lnTo>
                    <a:pt x="56440" y="11118"/>
                  </a:lnTo>
                  <a:cubicBezTo>
                    <a:pt x="56334" y="10959"/>
                    <a:pt x="56231" y="10780"/>
                    <a:pt x="56131" y="10581"/>
                  </a:cubicBezTo>
                  <a:cubicBezTo>
                    <a:pt x="56032" y="10382"/>
                    <a:pt x="55969" y="10210"/>
                    <a:pt x="55943" y="10064"/>
                  </a:cubicBezTo>
                  <a:cubicBezTo>
                    <a:pt x="55876" y="9587"/>
                    <a:pt x="55830" y="9099"/>
                    <a:pt x="55803" y="8602"/>
                  </a:cubicBezTo>
                  <a:cubicBezTo>
                    <a:pt x="55777" y="8105"/>
                    <a:pt x="55764" y="7624"/>
                    <a:pt x="55764" y="7160"/>
                  </a:cubicBezTo>
                  <a:lnTo>
                    <a:pt x="55764" y="6822"/>
                  </a:lnTo>
                  <a:cubicBezTo>
                    <a:pt x="55764" y="6703"/>
                    <a:pt x="55767" y="6554"/>
                    <a:pt x="55773" y="6375"/>
                  </a:cubicBezTo>
                  <a:cubicBezTo>
                    <a:pt x="55780" y="6196"/>
                    <a:pt x="55783" y="5973"/>
                    <a:pt x="55783" y="5708"/>
                  </a:cubicBezTo>
                  <a:lnTo>
                    <a:pt x="55783" y="4714"/>
                  </a:lnTo>
                  <a:cubicBezTo>
                    <a:pt x="55638" y="4329"/>
                    <a:pt x="55402" y="4087"/>
                    <a:pt x="55077" y="3988"/>
                  </a:cubicBezTo>
                  <a:cubicBezTo>
                    <a:pt x="54752" y="3888"/>
                    <a:pt x="54385" y="3839"/>
                    <a:pt x="53973" y="3839"/>
                  </a:cubicBezTo>
                  <a:cubicBezTo>
                    <a:pt x="53761" y="3839"/>
                    <a:pt x="53543" y="3855"/>
                    <a:pt x="53317" y="3888"/>
                  </a:cubicBezTo>
                  <a:cubicBezTo>
                    <a:pt x="53092" y="3922"/>
                    <a:pt x="52873" y="3968"/>
                    <a:pt x="52661" y="4028"/>
                  </a:cubicBezTo>
                  <a:cubicBezTo>
                    <a:pt x="52449" y="4087"/>
                    <a:pt x="52260" y="4150"/>
                    <a:pt x="52094" y="4217"/>
                  </a:cubicBezTo>
                  <a:cubicBezTo>
                    <a:pt x="51928" y="4283"/>
                    <a:pt x="51799" y="4343"/>
                    <a:pt x="51706" y="4396"/>
                  </a:cubicBezTo>
                  <a:cubicBezTo>
                    <a:pt x="51269" y="4674"/>
                    <a:pt x="50861" y="4992"/>
                    <a:pt x="50483" y="5350"/>
                  </a:cubicBezTo>
                  <a:cubicBezTo>
                    <a:pt x="50105" y="5708"/>
                    <a:pt x="49770" y="6103"/>
                    <a:pt x="49478" y="6534"/>
                  </a:cubicBezTo>
                  <a:cubicBezTo>
                    <a:pt x="49187" y="6965"/>
                    <a:pt x="48958" y="7429"/>
                    <a:pt x="48792" y="7926"/>
                  </a:cubicBezTo>
                  <a:cubicBezTo>
                    <a:pt x="48627" y="8423"/>
                    <a:pt x="48544" y="8950"/>
                    <a:pt x="48544" y="9507"/>
                  </a:cubicBezTo>
                  <a:cubicBezTo>
                    <a:pt x="48544" y="10051"/>
                    <a:pt x="48650" y="10568"/>
                    <a:pt x="48862" y="11059"/>
                  </a:cubicBezTo>
                  <a:cubicBezTo>
                    <a:pt x="49074" y="11549"/>
                    <a:pt x="49432" y="11973"/>
                    <a:pt x="49936" y="12331"/>
                  </a:cubicBezTo>
                  <a:cubicBezTo>
                    <a:pt x="50281" y="12557"/>
                    <a:pt x="50622" y="12706"/>
                    <a:pt x="50960" y="12779"/>
                  </a:cubicBezTo>
                  <a:cubicBezTo>
                    <a:pt x="51298" y="12852"/>
                    <a:pt x="51646" y="12888"/>
                    <a:pt x="52004" y="12888"/>
                  </a:cubicBezTo>
                  <a:cubicBezTo>
                    <a:pt x="52495" y="12888"/>
                    <a:pt x="52949" y="12839"/>
                    <a:pt x="53367" y="12739"/>
                  </a:cubicBezTo>
                  <a:cubicBezTo>
                    <a:pt x="53785" y="12640"/>
                    <a:pt x="54232" y="12411"/>
                    <a:pt x="54709" y="12053"/>
                  </a:cubicBezTo>
                  <a:cubicBezTo>
                    <a:pt x="54776" y="12159"/>
                    <a:pt x="54859" y="12269"/>
                    <a:pt x="54958" y="12381"/>
                  </a:cubicBezTo>
                  <a:cubicBezTo>
                    <a:pt x="55057" y="12494"/>
                    <a:pt x="55160" y="12603"/>
                    <a:pt x="55266" y="12709"/>
                  </a:cubicBezTo>
                  <a:cubicBezTo>
                    <a:pt x="55505" y="12829"/>
                    <a:pt x="55730" y="12878"/>
                    <a:pt x="55943" y="12859"/>
                  </a:cubicBezTo>
                  <a:cubicBezTo>
                    <a:pt x="56155" y="12839"/>
                    <a:pt x="56330" y="12772"/>
                    <a:pt x="56470" y="12660"/>
                  </a:cubicBezTo>
                  <a:cubicBezTo>
                    <a:pt x="56609" y="12547"/>
                    <a:pt x="56702" y="12401"/>
                    <a:pt x="56748" y="12222"/>
                  </a:cubicBezTo>
                  <a:cubicBezTo>
                    <a:pt x="56794" y="12043"/>
                    <a:pt x="56778" y="11854"/>
                    <a:pt x="56698" y="11655"/>
                  </a:cubicBezTo>
                  <a:close/>
                  <a:moveTo>
                    <a:pt x="54013" y="10243"/>
                  </a:moveTo>
                  <a:cubicBezTo>
                    <a:pt x="53562" y="10614"/>
                    <a:pt x="53191" y="10886"/>
                    <a:pt x="52899" y="11059"/>
                  </a:cubicBezTo>
                  <a:cubicBezTo>
                    <a:pt x="52661" y="11138"/>
                    <a:pt x="52412" y="11178"/>
                    <a:pt x="52154" y="11178"/>
                  </a:cubicBezTo>
                  <a:cubicBezTo>
                    <a:pt x="51895" y="11178"/>
                    <a:pt x="51653" y="11128"/>
                    <a:pt x="51428" y="11029"/>
                  </a:cubicBezTo>
                  <a:cubicBezTo>
                    <a:pt x="51202" y="10929"/>
                    <a:pt x="51007" y="10783"/>
                    <a:pt x="50841" y="10591"/>
                  </a:cubicBezTo>
                  <a:cubicBezTo>
                    <a:pt x="50675" y="10399"/>
                    <a:pt x="50572" y="10157"/>
                    <a:pt x="50533" y="9865"/>
                  </a:cubicBezTo>
                  <a:cubicBezTo>
                    <a:pt x="50466" y="9494"/>
                    <a:pt x="50476" y="9113"/>
                    <a:pt x="50562" y="8722"/>
                  </a:cubicBezTo>
                  <a:cubicBezTo>
                    <a:pt x="50649" y="8330"/>
                    <a:pt x="50785" y="7956"/>
                    <a:pt x="50970" y="7598"/>
                  </a:cubicBezTo>
                  <a:cubicBezTo>
                    <a:pt x="51156" y="7240"/>
                    <a:pt x="51391" y="6915"/>
                    <a:pt x="51676" y="6623"/>
                  </a:cubicBezTo>
                  <a:cubicBezTo>
                    <a:pt x="51961" y="6331"/>
                    <a:pt x="52283" y="6106"/>
                    <a:pt x="52641" y="5947"/>
                  </a:cubicBezTo>
                  <a:cubicBezTo>
                    <a:pt x="52734" y="5907"/>
                    <a:pt x="52896" y="5841"/>
                    <a:pt x="53128" y="5748"/>
                  </a:cubicBezTo>
                  <a:cubicBezTo>
                    <a:pt x="53360" y="5655"/>
                    <a:pt x="53589" y="5596"/>
                    <a:pt x="53814" y="5569"/>
                  </a:cubicBezTo>
                  <a:cubicBezTo>
                    <a:pt x="53814" y="5834"/>
                    <a:pt x="53808" y="6106"/>
                    <a:pt x="53794" y="6385"/>
                  </a:cubicBezTo>
                  <a:cubicBezTo>
                    <a:pt x="53781" y="6663"/>
                    <a:pt x="53775" y="6975"/>
                    <a:pt x="53775" y="7319"/>
                  </a:cubicBezTo>
                  <a:cubicBezTo>
                    <a:pt x="53775" y="7810"/>
                    <a:pt x="53788" y="8304"/>
                    <a:pt x="53814" y="8801"/>
                  </a:cubicBezTo>
                  <a:cubicBezTo>
                    <a:pt x="53841" y="9298"/>
                    <a:pt x="53907" y="9779"/>
                    <a:pt x="54013" y="10243"/>
                  </a:cubicBezTo>
                  <a:close/>
                  <a:moveTo>
                    <a:pt x="63361" y="4276"/>
                  </a:moveTo>
                  <a:cubicBezTo>
                    <a:pt x="63189" y="4873"/>
                    <a:pt x="63010" y="5450"/>
                    <a:pt x="62824" y="6007"/>
                  </a:cubicBezTo>
                  <a:cubicBezTo>
                    <a:pt x="62639" y="6564"/>
                    <a:pt x="62446" y="7120"/>
                    <a:pt x="62248" y="7677"/>
                  </a:cubicBezTo>
                  <a:cubicBezTo>
                    <a:pt x="62155" y="7943"/>
                    <a:pt x="62078" y="8168"/>
                    <a:pt x="62019" y="8354"/>
                  </a:cubicBezTo>
                  <a:cubicBezTo>
                    <a:pt x="61959" y="8539"/>
                    <a:pt x="61909" y="8698"/>
                    <a:pt x="61870" y="8831"/>
                  </a:cubicBezTo>
                  <a:cubicBezTo>
                    <a:pt x="61830" y="8964"/>
                    <a:pt x="61793" y="9080"/>
                    <a:pt x="61760" y="9179"/>
                  </a:cubicBezTo>
                  <a:cubicBezTo>
                    <a:pt x="61727" y="9278"/>
                    <a:pt x="61691" y="9375"/>
                    <a:pt x="61651" y="9467"/>
                  </a:cubicBezTo>
                  <a:cubicBezTo>
                    <a:pt x="61280" y="8526"/>
                    <a:pt x="60905" y="7628"/>
                    <a:pt x="60527" y="6772"/>
                  </a:cubicBezTo>
                  <a:cubicBezTo>
                    <a:pt x="60149" y="5917"/>
                    <a:pt x="59768" y="5092"/>
                    <a:pt x="59383" y="4296"/>
                  </a:cubicBezTo>
                  <a:cubicBezTo>
                    <a:pt x="59105" y="3938"/>
                    <a:pt x="58793" y="3759"/>
                    <a:pt x="58449" y="3759"/>
                  </a:cubicBezTo>
                  <a:cubicBezTo>
                    <a:pt x="58290" y="3759"/>
                    <a:pt x="58144" y="3796"/>
                    <a:pt x="58011" y="3869"/>
                  </a:cubicBezTo>
                  <a:cubicBezTo>
                    <a:pt x="57878" y="3941"/>
                    <a:pt x="57772" y="4041"/>
                    <a:pt x="57693" y="4167"/>
                  </a:cubicBezTo>
                  <a:cubicBezTo>
                    <a:pt x="57613" y="4293"/>
                    <a:pt x="57570" y="4439"/>
                    <a:pt x="57564" y="4604"/>
                  </a:cubicBezTo>
                  <a:cubicBezTo>
                    <a:pt x="57557" y="4770"/>
                    <a:pt x="57593" y="4946"/>
                    <a:pt x="57673" y="5131"/>
                  </a:cubicBezTo>
                  <a:cubicBezTo>
                    <a:pt x="58256" y="6298"/>
                    <a:pt x="58800" y="7495"/>
                    <a:pt x="59304" y="8722"/>
                  </a:cubicBezTo>
                  <a:cubicBezTo>
                    <a:pt x="59808" y="9948"/>
                    <a:pt x="60292" y="11185"/>
                    <a:pt x="60756" y="12431"/>
                  </a:cubicBezTo>
                  <a:cubicBezTo>
                    <a:pt x="60928" y="12789"/>
                    <a:pt x="61227" y="12968"/>
                    <a:pt x="61651" y="12968"/>
                  </a:cubicBezTo>
                  <a:cubicBezTo>
                    <a:pt x="61969" y="12968"/>
                    <a:pt x="62248" y="12829"/>
                    <a:pt x="62486" y="12550"/>
                  </a:cubicBezTo>
                  <a:cubicBezTo>
                    <a:pt x="62672" y="12139"/>
                    <a:pt x="62851" y="11695"/>
                    <a:pt x="63023" y="11218"/>
                  </a:cubicBezTo>
                  <a:cubicBezTo>
                    <a:pt x="63196" y="10740"/>
                    <a:pt x="63368" y="10256"/>
                    <a:pt x="63540" y="9766"/>
                  </a:cubicBezTo>
                  <a:lnTo>
                    <a:pt x="63878" y="8871"/>
                  </a:lnTo>
                  <a:lnTo>
                    <a:pt x="64197" y="7996"/>
                  </a:lnTo>
                  <a:lnTo>
                    <a:pt x="64177" y="7996"/>
                  </a:lnTo>
                  <a:cubicBezTo>
                    <a:pt x="64362" y="7465"/>
                    <a:pt x="64548" y="6938"/>
                    <a:pt x="64734" y="6414"/>
                  </a:cubicBezTo>
                  <a:cubicBezTo>
                    <a:pt x="64919" y="5891"/>
                    <a:pt x="65085" y="5350"/>
                    <a:pt x="65231" y="4793"/>
                  </a:cubicBezTo>
                  <a:cubicBezTo>
                    <a:pt x="65257" y="4449"/>
                    <a:pt x="65175" y="4187"/>
                    <a:pt x="64982" y="4008"/>
                  </a:cubicBezTo>
                  <a:cubicBezTo>
                    <a:pt x="64790" y="3829"/>
                    <a:pt x="64568" y="3739"/>
                    <a:pt x="64316" y="3739"/>
                  </a:cubicBezTo>
                  <a:cubicBezTo>
                    <a:pt x="64144" y="3739"/>
                    <a:pt x="63968" y="3782"/>
                    <a:pt x="63789" y="3869"/>
                  </a:cubicBezTo>
                  <a:cubicBezTo>
                    <a:pt x="63610" y="3955"/>
                    <a:pt x="63467" y="4091"/>
                    <a:pt x="63361" y="4276"/>
                  </a:cubicBezTo>
                  <a:close/>
                  <a:moveTo>
                    <a:pt x="74718" y="11655"/>
                  </a:moveTo>
                  <a:cubicBezTo>
                    <a:pt x="74745" y="11629"/>
                    <a:pt x="74728" y="11569"/>
                    <a:pt x="74669" y="11476"/>
                  </a:cubicBezTo>
                  <a:cubicBezTo>
                    <a:pt x="74609" y="11383"/>
                    <a:pt x="74533" y="11264"/>
                    <a:pt x="74440" y="11118"/>
                  </a:cubicBezTo>
                  <a:lnTo>
                    <a:pt x="74460" y="11118"/>
                  </a:lnTo>
                  <a:cubicBezTo>
                    <a:pt x="74354" y="10959"/>
                    <a:pt x="74251" y="10780"/>
                    <a:pt x="74151" y="10581"/>
                  </a:cubicBezTo>
                  <a:cubicBezTo>
                    <a:pt x="74052" y="10382"/>
                    <a:pt x="73989" y="10210"/>
                    <a:pt x="73962" y="10064"/>
                  </a:cubicBezTo>
                  <a:cubicBezTo>
                    <a:pt x="73896" y="9587"/>
                    <a:pt x="73850" y="9099"/>
                    <a:pt x="73823" y="8602"/>
                  </a:cubicBezTo>
                  <a:cubicBezTo>
                    <a:pt x="73797" y="8105"/>
                    <a:pt x="73783" y="7624"/>
                    <a:pt x="73783" y="7160"/>
                  </a:cubicBezTo>
                  <a:lnTo>
                    <a:pt x="73783" y="6822"/>
                  </a:lnTo>
                  <a:cubicBezTo>
                    <a:pt x="73783" y="6703"/>
                    <a:pt x="73787" y="6554"/>
                    <a:pt x="73793" y="6375"/>
                  </a:cubicBezTo>
                  <a:cubicBezTo>
                    <a:pt x="73800" y="6196"/>
                    <a:pt x="73803" y="5973"/>
                    <a:pt x="73803" y="5708"/>
                  </a:cubicBezTo>
                  <a:lnTo>
                    <a:pt x="73803" y="4714"/>
                  </a:lnTo>
                  <a:cubicBezTo>
                    <a:pt x="73657" y="4329"/>
                    <a:pt x="73422" y="4087"/>
                    <a:pt x="73097" y="3988"/>
                  </a:cubicBezTo>
                  <a:cubicBezTo>
                    <a:pt x="72772" y="3888"/>
                    <a:pt x="72404" y="3839"/>
                    <a:pt x="71993" y="3839"/>
                  </a:cubicBezTo>
                  <a:cubicBezTo>
                    <a:pt x="71781" y="3839"/>
                    <a:pt x="71562" y="3855"/>
                    <a:pt x="71337" y="3888"/>
                  </a:cubicBezTo>
                  <a:cubicBezTo>
                    <a:pt x="71112" y="3922"/>
                    <a:pt x="70893" y="3968"/>
                    <a:pt x="70681" y="4028"/>
                  </a:cubicBezTo>
                  <a:cubicBezTo>
                    <a:pt x="70469" y="4087"/>
                    <a:pt x="70280" y="4150"/>
                    <a:pt x="70114" y="4217"/>
                  </a:cubicBezTo>
                  <a:cubicBezTo>
                    <a:pt x="69948" y="4283"/>
                    <a:pt x="69819" y="4343"/>
                    <a:pt x="69726" y="4396"/>
                  </a:cubicBezTo>
                  <a:cubicBezTo>
                    <a:pt x="69288" y="4674"/>
                    <a:pt x="68881" y="4992"/>
                    <a:pt x="68503" y="5350"/>
                  </a:cubicBezTo>
                  <a:cubicBezTo>
                    <a:pt x="68125" y="5708"/>
                    <a:pt x="67790" y="6103"/>
                    <a:pt x="67498" y="6534"/>
                  </a:cubicBezTo>
                  <a:cubicBezTo>
                    <a:pt x="67207" y="6965"/>
                    <a:pt x="66978" y="7429"/>
                    <a:pt x="66812" y="7926"/>
                  </a:cubicBezTo>
                  <a:cubicBezTo>
                    <a:pt x="66646" y="8423"/>
                    <a:pt x="66564" y="8950"/>
                    <a:pt x="66564" y="9507"/>
                  </a:cubicBezTo>
                  <a:cubicBezTo>
                    <a:pt x="66564" y="10051"/>
                    <a:pt x="66670" y="10568"/>
                    <a:pt x="66882" y="11059"/>
                  </a:cubicBezTo>
                  <a:cubicBezTo>
                    <a:pt x="67094" y="11549"/>
                    <a:pt x="67452" y="11973"/>
                    <a:pt x="67956" y="12331"/>
                  </a:cubicBezTo>
                  <a:cubicBezTo>
                    <a:pt x="68301" y="12557"/>
                    <a:pt x="68642" y="12706"/>
                    <a:pt x="68980" y="12779"/>
                  </a:cubicBezTo>
                  <a:cubicBezTo>
                    <a:pt x="69318" y="12852"/>
                    <a:pt x="69666" y="12888"/>
                    <a:pt x="70024" y="12888"/>
                  </a:cubicBezTo>
                  <a:cubicBezTo>
                    <a:pt x="70515" y="12888"/>
                    <a:pt x="70969" y="12839"/>
                    <a:pt x="71387" y="12739"/>
                  </a:cubicBezTo>
                  <a:cubicBezTo>
                    <a:pt x="71804" y="12640"/>
                    <a:pt x="72252" y="12411"/>
                    <a:pt x="72729" y="12053"/>
                  </a:cubicBezTo>
                  <a:cubicBezTo>
                    <a:pt x="72796" y="12159"/>
                    <a:pt x="72878" y="12269"/>
                    <a:pt x="72978" y="12381"/>
                  </a:cubicBezTo>
                  <a:cubicBezTo>
                    <a:pt x="73077" y="12494"/>
                    <a:pt x="73180" y="12603"/>
                    <a:pt x="73286" y="12709"/>
                  </a:cubicBezTo>
                  <a:cubicBezTo>
                    <a:pt x="73525" y="12829"/>
                    <a:pt x="73750" y="12878"/>
                    <a:pt x="73962" y="12859"/>
                  </a:cubicBezTo>
                  <a:cubicBezTo>
                    <a:pt x="74175" y="12839"/>
                    <a:pt x="74350" y="12772"/>
                    <a:pt x="74490" y="12660"/>
                  </a:cubicBezTo>
                  <a:cubicBezTo>
                    <a:pt x="74629" y="12547"/>
                    <a:pt x="74722" y="12401"/>
                    <a:pt x="74768" y="12222"/>
                  </a:cubicBezTo>
                  <a:cubicBezTo>
                    <a:pt x="74814" y="12043"/>
                    <a:pt x="74798" y="11854"/>
                    <a:pt x="74718" y="11655"/>
                  </a:cubicBezTo>
                  <a:close/>
                  <a:moveTo>
                    <a:pt x="72033" y="10243"/>
                  </a:moveTo>
                  <a:cubicBezTo>
                    <a:pt x="71582" y="10614"/>
                    <a:pt x="71211" y="10886"/>
                    <a:pt x="70919" y="11059"/>
                  </a:cubicBezTo>
                  <a:cubicBezTo>
                    <a:pt x="70681" y="11138"/>
                    <a:pt x="70432" y="11178"/>
                    <a:pt x="70173" y="11178"/>
                  </a:cubicBezTo>
                  <a:cubicBezTo>
                    <a:pt x="69915" y="11178"/>
                    <a:pt x="69673" y="11128"/>
                    <a:pt x="69448" y="11029"/>
                  </a:cubicBezTo>
                  <a:cubicBezTo>
                    <a:pt x="69222" y="10929"/>
                    <a:pt x="69027" y="10783"/>
                    <a:pt x="68861" y="10591"/>
                  </a:cubicBezTo>
                  <a:cubicBezTo>
                    <a:pt x="68695" y="10399"/>
                    <a:pt x="68592" y="10157"/>
                    <a:pt x="68552" y="9865"/>
                  </a:cubicBezTo>
                  <a:cubicBezTo>
                    <a:pt x="68486" y="9494"/>
                    <a:pt x="68496" y="9113"/>
                    <a:pt x="68582" y="8722"/>
                  </a:cubicBezTo>
                  <a:cubicBezTo>
                    <a:pt x="68669" y="8330"/>
                    <a:pt x="68804" y="7956"/>
                    <a:pt x="68990" y="7598"/>
                  </a:cubicBezTo>
                  <a:cubicBezTo>
                    <a:pt x="69176" y="7240"/>
                    <a:pt x="69411" y="6915"/>
                    <a:pt x="69696" y="6623"/>
                  </a:cubicBezTo>
                  <a:cubicBezTo>
                    <a:pt x="69981" y="6331"/>
                    <a:pt x="70303" y="6106"/>
                    <a:pt x="70661" y="5947"/>
                  </a:cubicBezTo>
                  <a:cubicBezTo>
                    <a:pt x="70754" y="5907"/>
                    <a:pt x="70916" y="5841"/>
                    <a:pt x="71148" y="5748"/>
                  </a:cubicBezTo>
                  <a:cubicBezTo>
                    <a:pt x="71380" y="5655"/>
                    <a:pt x="71609" y="5596"/>
                    <a:pt x="71834" y="5569"/>
                  </a:cubicBezTo>
                  <a:cubicBezTo>
                    <a:pt x="71834" y="5834"/>
                    <a:pt x="71828" y="6106"/>
                    <a:pt x="71814" y="6385"/>
                  </a:cubicBezTo>
                  <a:cubicBezTo>
                    <a:pt x="71801" y="6663"/>
                    <a:pt x="71794" y="6975"/>
                    <a:pt x="71794" y="7319"/>
                  </a:cubicBezTo>
                  <a:cubicBezTo>
                    <a:pt x="71794" y="7810"/>
                    <a:pt x="71808" y="8304"/>
                    <a:pt x="71834" y="8801"/>
                  </a:cubicBezTo>
                  <a:cubicBezTo>
                    <a:pt x="71861" y="9298"/>
                    <a:pt x="71927" y="9779"/>
                    <a:pt x="72033" y="10243"/>
                  </a:cubicBezTo>
                  <a:close/>
                  <a:moveTo>
                    <a:pt x="78497" y="11894"/>
                  </a:moveTo>
                  <a:lnTo>
                    <a:pt x="78438" y="4356"/>
                  </a:lnTo>
                  <a:cubicBezTo>
                    <a:pt x="78371" y="4091"/>
                    <a:pt x="78245" y="3895"/>
                    <a:pt x="78060" y="3769"/>
                  </a:cubicBezTo>
                  <a:cubicBezTo>
                    <a:pt x="77874" y="3643"/>
                    <a:pt x="77675" y="3580"/>
                    <a:pt x="77463" y="3580"/>
                  </a:cubicBezTo>
                  <a:cubicBezTo>
                    <a:pt x="77224" y="3580"/>
                    <a:pt x="77019" y="3650"/>
                    <a:pt x="76846" y="3789"/>
                  </a:cubicBezTo>
                  <a:cubicBezTo>
                    <a:pt x="76674" y="3928"/>
                    <a:pt x="76555" y="4137"/>
                    <a:pt x="76488" y="4415"/>
                  </a:cubicBezTo>
                  <a:lnTo>
                    <a:pt x="76548" y="11973"/>
                  </a:lnTo>
                  <a:cubicBezTo>
                    <a:pt x="76588" y="12278"/>
                    <a:pt x="76701" y="12504"/>
                    <a:pt x="76886" y="12650"/>
                  </a:cubicBezTo>
                  <a:cubicBezTo>
                    <a:pt x="77072" y="12796"/>
                    <a:pt x="77284" y="12869"/>
                    <a:pt x="77523" y="12869"/>
                  </a:cubicBezTo>
                  <a:cubicBezTo>
                    <a:pt x="77761" y="12869"/>
                    <a:pt x="77980" y="12789"/>
                    <a:pt x="78179" y="12630"/>
                  </a:cubicBezTo>
                  <a:cubicBezTo>
                    <a:pt x="78378" y="12471"/>
                    <a:pt x="78484" y="12225"/>
                    <a:pt x="78497" y="11894"/>
                  </a:cubicBezTo>
                  <a:close/>
                  <a:moveTo>
                    <a:pt x="76349" y="1253"/>
                  </a:moveTo>
                  <a:cubicBezTo>
                    <a:pt x="76349" y="1558"/>
                    <a:pt x="76459" y="1817"/>
                    <a:pt x="76677" y="2029"/>
                  </a:cubicBezTo>
                  <a:cubicBezTo>
                    <a:pt x="76896" y="2241"/>
                    <a:pt x="77158" y="2347"/>
                    <a:pt x="77463" y="2347"/>
                  </a:cubicBezTo>
                  <a:cubicBezTo>
                    <a:pt x="77781" y="2347"/>
                    <a:pt x="78050" y="2241"/>
                    <a:pt x="78269" y="2029"/>
                  </a:cubicBezTo>
                  <a:cubicBezTo>
                    <a:pt x="78487" y="1817"/>
                    <a:pt x="78597" y="1558"/>
                    <a:pt x="78597" y="1253"/>
                  </a:cubicBezTo>
                  <a:cubicBezTo>
                    <a:pt x="78597" y="948"/>
                    <a:pt x="78487" y="686"/>
                    <a:pt x="78269" y="467"/>
                  </a:cubicBezTo>
                  <a:cubicBezTo>
                    <a:pt x="78050" y="249"/>
                    <a:pt x="77781" y="139"/>
                    <a:pt x="77463" y="139"/>
                  </a:cubicBezTo>
                  <a:cubicBezTo>
                    <a:pt x="77158" y="139"/>
                    <a:pt x="76896" y="249"/>
                    <a:pt x="76677" y="467"/>
                  </a:cubicBezTo>
                  <a:cubicBezTo>
                    <a:pt x="76459" y="686"/>
                    <a:pt x="76349" y="948"/>
                    <a:pt x="76349" y="1253"/>
                  </a:cubicBezTo>
                  <a:close/>
                  <a:moveTo>
                    <a:pt x="83291" y="11516"/>
                  </a:moveTo>
                  <a:lnTo>
                    <a:pt x="83191" y="11466"/>
                  </a:lnTo>
                  <a:cubicBezTo>
                    <a:pt x="83151" y="11446"/>
                    <a:pt x="83118" y="11423"/>
                    <a:pt x="83092" y="11397"/>
                  </a:cubicBezTo>
                  <a:lnTo>
                    <a:pt x="83092" y="855"/>
                  </a:lnTo>
                  <a:cubicBezTo>
                    <a:pt x="82999" y="603"/>
                    <a:pt x="82866" y="414"/>
                    <a:pt x="82694" y="288"/>
                  </a:cubicBezTo>
                  <a:cubicBezTo>
                    <a:pt x="82522" y="162"/>
                    <a:pt x="82323" y="99"/>
                    <a:pt x="82097" y="99"/>
                  </a:cubicBezTo>
                  <a:cubicBezTo>
                    <a:pt x="81872" y="99"/>
                    <a:pt x="81673" y="169"/>
                    <a:pt x="81501" y="308"/>
                  </a:cubicBezTo>
                  <a:cubicBezTo>
                    <a:pt x="81328" y="448"/>
                    <a:pt x="81209" y="650"/>
                    <a:pt x="81143" y="915"/>
                  </a:cubicBezTo>
                  <a:lnTo>
                    <a:pt x="81143" y="11814"/>
                  </a:lnTo>
                  <a:cubicBezTo>
                    <a:pt x="81169" y="11973"/>
                    <a:pt x="81202" y="12099"/>
                    <a:pt x="81242" y="12192"/>
                  </a:cubicBezTo>
                  <a:cubicBezTo>
                    <a:pt x="81282" y="12285"/>
                    <a:pt x="81361" y="12385"/>
                    <a:pt x="81481" y="12491"/>
                  </a:cubicBezTo>
                  <a:lnTo>
                    <a:pt x="82336" y="13048"/>
                  </a:lnTo>
                  <a:cubicBezTo>
                    <a:pt x="82535" y="13154"/>
                    <a:pt x="82724" y="13203"/>
                    <a:pt x="82903" y="13197"/>
                  </a:cubicBezTo>
                  <a:cubicBezTo>
                    <a:pt x="83082" y="13190"/>
                    <a:pt x="83238" y="13147"/>
                    <a:pt x="83370" y="13067"/>
                  </a:cubicBezTo>
                  <a:cubicBezTo>
                    <a:pt x="83503" y="12988"/>
                    <a:pt x="83609" y="12882"/>
                    <a:pt x="83688" y="12749"/>
                  </a:cubicBezTo>
                  <a:cubicBezTo>
                    <a:pt x="83768" y="12617"/>
                    <a:pt x="83808" y="12471"/>
                    <a:pt x="83808" y="12312"/>
                  </a:cubicBezTo>
                  <a:cubicBezTo>
                    <a:pt x="83808" y="12033"/>
                    <a:pt x="83635" y="11768"/>
                    <a:pt x="83291" y="11516"/>
                  </a:cubicBezTo>
                  <a:close/>
                  <a:moveTo>
                    <a:pt x="94270" y="11655"/>
                  </a:moveTo>
                  <a:cubicBezTo>
                    <a:pt x="94296" y="11629"/>
                    <a:pt x="94280" y="11569"/>
                    <a:pt x="94220" y="11476"/>
                  </a:cubicBezTo>
                  <a:cubicBezTo>
                    <a:pt x="94160" y="11383"/>
                    <a:pt x="94084" y="11264"/>
                    <a:pt x="93991" y="11118"/>
                  </a:cubicBezTo>
                  <a:lnTo>
                    <a:pt x="94011" y="11118"/>
                  </a:lnTo>
                  <a:cubicBezTo>
                    <a:pt x="93905" y="10959"/>
                    <a:pt x="93802" y="10780"/>
                    <a:pt x="93703" y="10581"/>
                  </a:cubicBezTo>
                  <a:cubicBezTo>
                    <a:pt x="93603" y="10382"/>
                    <a:pt x="93540" y="10210"/>
                    <a:pt x="93514" y="10064"/>
                  </a:cubicBezTo>
                  <a:cubicBezTo>
                    <a:pt x="93448" y="9587"/>
                    <a:pt x="93401" y="9099"/>
                    <a:pt x="93375" y="8602"/>
                  </a:cubicBezTo>
                  <a:cubicBezTo>
                    <a:pt x="93348" y="8105"/>
                    <a:pt x="93335" y="7624"/>
                    <a:pt x="93335" y="7160"/>
                  </a:cubicBezTo>
                  <a:lnTo>
                    <a:pt x="93335" y="6822"/>
                  </a:lnTo>
                  <a:cubicBezTo>
                    <a:pt x="93335" y="6703"/>
                    <a:pt x="93338" y="6554"/>
                    <a:pt x="93345" y="6375"/>
                  </a:cubicBezTo>
                  <a:cubicBezTo>
                    <a:pt x="93351" y="6196"/>
                    <a:pt x="93355" y="5973"/>
                    <a:pt x="93355" y="5708"/>
                  </a:cubicBezTo>
                  <a:lnTo>
                    <a:pt x="93355" y="4714"/>
                  </a:lnTo>
                  <a:cubicBezTo>
                    <a:pt x="93209" y="4329"/>
                    <a:pt x="92973" y="4087"/>
                    <a:pt x="92649" y="3988"/>
                  </a:cubicBezTo>
                  <a:cubicBezTo>
                    <a:pt x="92324" y="3888"/>
                    <a:pt x="91956" y="3839"/>
                    <a:pt x="91545" y="3839"/>
                  </a:cubicBezTo>
                  <a:cubicBezTo>
                    <a:pt x="91333" y="3839"/>
                    <a:pt x="91114" y="3855"/>
                    <a:pt x="90888" y="3888"/>
                  </a:cubicBezTo>
                  <a:cubicBezTo>
                    <a:pt x="90663" y="3922"/>
                    <a:pt x="90444" y="3968"/>
                    <a:pt x="90232" y="4028"/>
                  </a:cubicBezTo>
                  <a:cubicBezTo>
                    <a:pt x="90020" y="4087"/>
                    <a:pt x="89831" y="4150"/>
                    <a:pt x="89665" y="4217"/>
                  </a:cubicBezTo>
                  <a:cubicBezTo>
                    <a:pt x="89499" y="4283"/>
                    <a:pt x="89370" y="4343"/>
                    <a:pt x="89277" y="4396"/>
                  </a:cubicBezTo>
                  <a:cubicBezTo>
                    <a:pt x="88840" y="4674"/>
                    <a:pt x="88432" y="4992"/>
                    <a:pt x="88054" y="5350"/>
                  </a:cubicBezTo>
                  <a:cubicBezTo>
                    <a:pt x="87676" y="5708"/>
                    <a:pt x="87341" y="6103"/>
                    <a:pt x="87050" y="6534"/>
                  </a:cubicBezTo>
                  <a:cubicBezTo>
                    <a:pt x="86758" y="6965"/>
                    <a:pt x="86529" y="7429"/>
                    <a:pt x="86364" y="7926"/>
                  </a:cubicBezTo>
                  <a:cubicBezTo>
                    <a:pt x="86198" y="8423"/>
                    <a:pt x="86115" y="8950"/>
                    <a:pt x="86115" y="9507"/>
                  </a:cubicBezTo>
                  <a:cubicBezTo>
                    <a:pt x="86115" y="10051"/>
                    <a:pt x="86221" y="10568"/>
                    <a:pt x="86433" y="11059"/>
                  </a:cubicBezTo>
                  <a:cubicBezTo>
                    <a:pt x="86645" y="11549"/>
                    <a:pt x="87003" y="11973"/>
                    <a:pt x="87507" y="12331"/>
                  </a:cubicBezTo>
                  <a:cubicBezTo>
                    <a:pt x="87852" y="12557"/>
                    <a:pt x="88193" y="12706"/>
                    <a:pt x="88531" y="12779"/>
                  </a:cubicBezTo>
                  <a:cubicBezTo>
                    <a:pt x="88870" y="12852"/>
                    <a:pt x="89218" y="12888"/>
                    <a:pt x="89576" y="12888"/>
                  </a:cubicBezTo>
                  <a:cubicBezTo>
                    <a:pt x="90066" y="12888"/>
                    <a:pt x="90520" y="12839"/>
                    <a:pt x="90938" y="12739"/>
                  </a:cubicBezTo>
                  <a:cubicBezTo>
                    <a:pt x="91356" y="12640"/>
                    <a:pt x="91803" y="12411"/>
                    <a:pt x="92281" y="12053"/>
                  </a:cubicBezTo>
                  <a:cubicBezTo>
                    <a:pt x="92347" y="12159"/>
                    <a:pt x="92430" y="12269"/>
                    <a:pt x="92529" y="12381"/>
                  </a:cubicBezTo>
                  <a:cubicBezTo>
                    <a:pt x="92629" y="12494"/>
                    <a:pt x="92731" y="12603"/>
                    <a:pt x="92838" y="12709"/>
                  </a:cubicBezTo>
                  <a:cubicBezTo>
                    <a:pt x="93076" y="12829"/>
                    <a:pt x="93302" y="12878"/>
                    <a:pt x="93514" y="12859"/>
                  </a:cubicBezTo>
                  <a:cubicBezTo>
                    <a:pt x="93726" y="12839"/>
                    <a:pt x="93902" y="12772"/>
                    <a:pt x="94041" y="12660"/>
                  </a:cubicBezTo>
                  <a:cubicBezTo>
                    <a:pt x="94180" y="12547"/>
                    <a:pt x="94273" y="12401"/>
                    <a:pt x="94319" y="12222"/>
                  </a:cubicBezTo>
                  <a:cubicBezTo>
                    <a:pt x="94366" y="12043"/>
                    <a:pt x="94349" y="11854"/>
                    <a:pt x="94270" y="11655"/>
                  </a:cubicBezTo>
                  <a:close/>
                  <a:moveTo>
                    <a:pt x="91585" y="10243"/>
                  </a:moveTo>
                  <a:cubicBezTo>
                    <a:pt x="91134" y="10614"/>
                    <a:pt x="90762" y="10886"/>
                    <a:pt x="90471" y="11059"/>
                  </a:cubicBezTo>
                  <a:cubicBezTo>
                    <a:pt x="90232" y="11138"/>
                    <a:pt x="89983" y="11178"/>
                    <a:pt x="89725" y="11178"/>
                  </a:cubicBezTo>
                  <a:cubicBezTo>
                    <a:pt x="89466" y="11178"/>
                    <a:pt x="89224" y="11128"/>
                    <a:pt x="88999" y="11029"/>
                  </a:cubicBezTo>
                  <a:cubicBezTo>
                    <a:pt x="88773" y="10929"/>
                    <a:pt x="88578" y="10783"/>
                    <a:pt x="88412" y="10591"/>
                  </a:cubicBezTo>
                  <a:cubicBezTo>
                    <a:pt x="88246" y="10399"/>
                    <a:pt x="88144" y="10157"/>
                    <a:pt x="88104" y="9865"/>
                  </a:cubicBezTo>
                  <a:cubicBezTo>
                    <a:pt x="88038" y="9494"/>
                    <a:pt x="88048" y="9113"/>
                    <a:pt x="88134" y="8722"/>
                  </a:cubicBezTo>
                  <a:cubicBezTo>
                    <a:pt x="88220" y="8330"/>
                    <a:pt x="88356" y="7956"/>
                    <a:pt x="88541" y="7598"/>
                  </a:cubicBezTo>
                  <a:cubicBezTo>
                    <a:pt x="88727" y="7240"/>
                    <a:pt x="88962" y="6915"/>
                    <a:pt x="89248" y="6623"/>
                  </a:cubicBezTo>
                  <a:cubicBezTo>
                    <a:pt x="89533" y="6331"/>
                    <a:pt x="89854" y="6106"/>
                    <a:pt x="90212" y="5947"/>
                  </a:cubicBezTo>
                  <a:cubicBezTo>
                    <a:pt x="90305" y="5907"/>
                    <a:pt x="90467" y="5841"/>
                    <a:pt x="90699" y="5748"/>
                  </a:cubicBezTo>
                  <a:cubicBezTo>
                    <a:pt x="90931" y="5655"/>
                    <a:pt x="91160" y="5596"/>
                    <a:pt x="91386" y="5569"/>
                  </a:cubicBezTo>
                  <a:cubicBezTo>
                    <a:pt x="91386" y="5834"/>
                    <a:pt x="91379" y="6106"/>
                    <a:pt x="91366" y="6385"/>
                  </a:cubicBezTo>
                  <a:cubicBezTo>
                    <a:pt x="91352" y="6663"/>
                    <a:pt x="91346" y="6975"/>
                    <a:pt x="91346" y="7319"/>
                  </a:cubicBezTo>
                  <a:cubicBezTo>
                    <a:pt x="91346" y="7810"/>
                    <a:pt x="91359" y="8304"/>
                    <a:pt x="91386" y="8801"/>
                  </a:cubicBezTo>
                  <a:cubicBezTo>
                    <a:pt x="91412" y="9298"/>
                    <a:pt x="91478" y="9779"/>
                    <a:pt x="91585" y="10243"/>
                  </a:cubicBezTo>
                  <a:close/>
                  <a:moveTo>
                    <a:pt x="99202" y="12709"/>
                  </a:moveTo>
                  <a:cubicBezTo>
                    <a:pt x="99573" y="12736"/>
                    <a:pt x="99971" y="12716"/>
                    <a:pt x="100396" y="12650"/>
                  </a:cubicBezTo>
                  <a:cubicBezTo>
                    <a:pt x="100820" y="12583"/>
                    <a:pt x="101231" y="12471"/>
                    <a:pt x="101629" y="12312"/>
                  </a:cubicBezTo>
                  <a:cubicBezTo>
                    <a:pt x="102027" y="12152"/>
                    <a:pt x="102391" y="11947"/>
                    <a:pt x="102723" y="11695"/>
                  </a:cubicBezTo>
                  <a:cubicBezTo>
                    <a:pt x="103054" y="11443"/>
                    <a:pt x="103319" y="11138"/>
                    <a:pt x="103518" y="10780"/>
                  </a:cubicBezTo>
                  <a:cubicBezTo>
                    <a:pt x="103744" y="10396"/>
                    <a:pt x="103899" y="9988"/>
                    <a:pt x="103986" y="9557"/>
                  </a:cubicBezTo>
                  <a:cubicBezTo>
                    <a:pt x="104072" y="9126"/>
                    <a:pt x="104115" y="8659"/>
                    <a:pt x="104115" y="8155"/>
                  </a:cubicBezTo>
                  <a:cubicBezTo>
                    <a:pt x="104115" y="7823"/>
                    <a:pt x="104092" y="7492"/>
                    <a:pt x="104045" y="7160"/>
                  </a:cubicBezTo>
                  <a:cubicBezTo>
                    <a:pt x="103999" y="6829"/>
                    <a:pt x="103919" y="6510"/>
                    <a:pt x="103807" y="6206"/>
                  </a:cubicBezTo>
                  <a:cubicBezTo>
                    <a:pt x="103694" y="5901"/>
                    <a:pt x="103545" y="5619"/>
                    <a:pt x="103359" y="5360"/>
                  </a:cubicBezTo>
                  <a:cubicBezTo>
                    <a:pt x="103173" y="5102"/>
                    <a:pt x="102941" y="4893"/>
                    <a:pt x="102663" y="4734"/>
                  </a:cubicBezTo>
                  <a:cubicBezTo>
                    <a:pt x="102385" y="4561"/>
                    <a:pt x="102083" y="4419"/>
                    <a:pt x="101758" y="4306"/>
                  </a:cubicBezTo>
                  <a:cubicBezTo>
                    <a:pt x="101433" y="4193"/>
                    <a:pt x="101085" y="4150"/>
                    <a:pt x="100714" y="4177"/>
                  </a:cubicBezTo>
                  <a:cubicBezTo>
                    <a:pt x="100369" y="4217"/>
                    <a:pt x="100051" y="4276"/>
                    <a:pt x="99759" y="4356"/>
                  </a:cubicBezTo>
                  <a:cubicBezTo>
                    <a:pt x="99467" y="4435"/>
                    <a:pt x="99182" y="4555"/>
                    <a:pt x="98904" y="4714"/>
                  </a:cubicBezTo>
                  <a:cubicBezTo>
                    <a:pt x="98692" y="4820"/>
                    <a:pt x="98466" y="4959"/>
                    <a:pt x="98228" y="5131"/>
                  </a:cubicBezTo>
                  <a:lnTo>
                    <a:pt x="98228" y="756"/>
                  </a:lnTo>
                  <a:cubicBezTo>
                    <a:pt x="98148" y="504"/>
                    <a:pt x="98019" y="315"/>
                    <a:pt x="97840" y="189"/>
                  </a:cubicBezTo>
                  <a:cubicBezTo>
                    <a:pt x="97661" y="63"/>
                    <a:pt x="97459" y="0"/>
                    <a:pt x="97233" y="0"/>
                  </a:cubicBezTo>
                  <a:cubicBezTo>
                    <a:pt x="97008" y="0"/>
                    <a:pt x="96809" y="70"/>
                    <a:pt x="96636" y="209"/>
                  </a:cubicBezTo>
                  <a:cubicBezTo>
                    <a:pt x="96464" y="348"/>
                    <a:pt x="96345" y="550"/>
                    <a:pt x="96278" y="815"/>
                  </a:cubicBezTo>
                  <a:lnTo>
                    <a:pt x="96259" y="11019"/>
                  </a:lnTo>
                  <a:cubicBezTo>
                    <a:pt x="96113" y="11271"/>
                    <a:pt x="96040" y="11476"/>
                    <a:pt x="96040" y="11635"/>
                  </a:cubicBezTo>
                  <a:cubicBezTo>
                    <a:pt x="96040" y="11861"/>
                    <a:pt x="96126" y="12053"/>
                    <a:pt x="96298" y="12212"/>
                  </a:cubicBezTo>
                  <a:cubicBezTo>
                    <a:pt x="96471" y="12371"/>
                    <a:pt x="96690" y="12451"/>
                    <a:pt x="96955" y="12451"/>
                  </a:cubicBezTo>
                  <a:cubicBezTo>
                    <a:pt x="97061" y="12451"/>
                    <a:pt x="97164" y="12441"/>
                    <a:pt x="97263" y="12421"/>
                  </a:cubicBezTo>
                  <a:cubicBezTo>
                    <a:pt x="97362" y="12401"/>
                    <a:pt x="97465" y="12358"/>
                    <a:pt x="97571" y="12292"/>
                  </a:cubicBezTo>
                  <a:cubicBezTo>
                    <a:pt x="97836" y="12438"/>
                    <a:pt x="98098" y="12537"/>
                    <a:pt x="98357" y="12590"/>
                  </a:cubicBezTo>
                  <a:cubicBezTo>
                    <a:pt x="98615" y="12643"/>
                    <a:pt x="98897" y="12683"/>
                    <a:pt x="99202" y="12709"/>
                  </a:cubicBezTo>
                  <a:close/>
                  <a:moveTo>
                    <a:pt x="98228" y="7856"/>
                  </a:moveTo>
                  <a:cubicBezTo>
                    <a:pt x="98427" y="7591"/>
                    <a:pt x="98625" y="7339"/>
                    <a:pt x="98824" y="7101"/>
                  </a:cubicBezTo>
                  <a:cubicBezTo>
                    <a:pt x="99023" y="6862"/>
                    <a:pt x="99225" y="6653"/>
                    <a:pt x="99431" y="6474"/>
                  </a:cubicBezTo>
                  <a:cubicBezTo>
                    <a:pt x="99636" y="6295"/>
                    <a:pt x="99859" y="6156"/>
                    <a:pt x="100097" y="6056"/>
                  </a:cubicBezTo>
                  <a:cubicBezTo>
                    <a:pt x="100336" y="5957"/>
                    <a:pt x="100608" y="5914"/>
                    <a:pt x="100913" y="5927"/>
                  </a:cubicBezTo>
                  <a:cubicBezTo>
                    <a:pt x="101165" y="5940"/>
                    <a:pt x="101373" y="6017"/>
                    <a:pt x="101539" y="6156"/>
                  </a:cubicBezTo>
                  <a:cubicBezTo>
                    <a:pt x="101705" y="6295"/>
                    <a:pt x="101838" y="6474"/>
                    <a:pt x="101937" y="6693"/>
                  </a:cubicBezTo>
                  <a:cubicBezTo>
                    <a:pt x="102036" y="6912"/>
                    <a:pt x="102106" y="7154"/>
                    <a:pt x="102146" y="7419"/>
                  </a:cubicBezTo>
                  <a:cubicBezTo>
                    <a:pt x="102186" y="7684"/>
                    <a:pt x="102206" y="7943"/>
                    <a:pt x="102206" y="8194"/>
                  </a:cubicBezTo>
                  <a:cubicBezTo>
                    <a:pt x="102206" y="8460"/>
                    <a:pt x="102186" y="8731"/>
                    <a:pt x="102146" y="9010"/>
                  </a:cubicBezTo>
                  <a:cubicBezTo>
                    <a:pt x="102106" y="9288"/>
                    <a:pt x="102007" y="9560"/>
                    <a:pt x="101848" y="9825"/>
                  </a:cubicBezTo>
                  <a:cubicBezTo>
                    <a:pt x="101596" y="10250"/>
                    <a:pt x="101264" y="10548"/>
                    <a:pt x="100853" y="10720"/>
                  </a:cubicBezTo>
                  <a:cubicBezTo>
                    <a:pt x="100442" y="10893"/>
                    <a:pt x="100031" y="10979"/>
                    <a:pt x="99620" y="10979"/>
                  </a:cubicBezTo>
                  <a:cubicBezTo>
                    <a:pt x="99434" y="10979"/>
                    <a:pt x="99222" y="10952"/>
                    <a:pt x="98983" y="10899"/>
                  </a:cubicBezTo>
                  <a:cubicBezTo>
                    <a:pt x="98745" y="10846"/>
                    <a:pt x="98493" y="10747"/>
                    <a:pt x="98228" y="10601"/>
                  </a:cubicBezTo>
                  <a:close/>
                  <a:moveTo>
                    <a:pt x="108411" y="11516"/>
                  </a:moveTo>
                  <a:lnTo>
                    <a:pt x="108312" y="11466"/>
                  </a:lnTo>
                  <a:cubicBezTo>
                    <a:pt x="108272" y="11446"/>
                    <a:pt x="108239" y="11423"/>
                    <a:pt x="108212" y="11397"/>
                  </a:cubicBezTo>
                  <a:lnTo>
                    <a:pt x="108212" y="855"/>
                  </a:lnTo>
                  <a:cubicBezTo>
                    <a:pt x="108119" y="603"/>
                    <a:pt x="107987" y="414"/>
                    <a:pt x="107814" y="288"/>
                  </a:cubicBezTo>
                  <a:cubicBezTo>
                    <a:pt x="107642" y="162"/>
                    <a:pt x="107443" y="99"/>
                    <a:pt x="107218" y="99"/>
                  </a:cubicBezTo>
                  <a:cubicBezTo>
                    <a:pt x="106992" y="99"/>
                    <a:pt x="106793" y="169"/>
                    <a:pt x="106621" y="308"/>
                  </a:cubicBezTo>
                  <a:cubicBezTo>
                    <a:pt x="106449" y="448"/>
                    <a:pt x="106329" y="650"/>
                    <a:pt x="106263" y="915"/>
                  </a:cubicBezTo>
                  <a:lnTo>
                    <a:pt x="106263" y="11814"/>
                  </a:lnTo>
                  <a:cubicBezTo>
                    <a:pt x="106290" y="11973"/>
                    <a:pt x="106323" y="12099"/>
                    <a:pt x="106362" y="12192"/>
                  </a:cubicBezTo>
                  <a:cubicBezTo>
                    <a:pt x="106402" y="12285"/>
                    <a:pt x="106482" y="12385"/>
                    <a:pt x="106601" y="12491"/>
                  </a:cubicBezTo>
                  <a:lnTo>
                    <a:pt x="107456" y="13048"/>
                  </a:lnTo>
                  <a:cubicBezTo>
                    <a:pt x="107655" y="13154"/>
                    <a:pt x="107844" y="13203"/>
                    <a:pt x="108023" y="13197"/>
                  </a:cubicBezTo>
                  <a:cubicBezTo>
                    <a:pt x="108202" y="13190"/>
                    <a:pt x="108358" y="13147"/>
                    <a:pt x="108491" y="13067"/>
                  </a:cubicBezTo>
                  <a:cubicBezTo>
                    <a:pt x="108623" y="12988"/>
                    <a:pt x="108729" y="12882"/>
                    <a:pt x="108809" y="12749"/>
                  </a:cubicBezTo>
                  <a:cubicBezTo>
                    <a:pt x="108888" y="12617"/>
                    <a:pt x="108928" y="12471"/>
                    <a:pt x="108928" y="12312"/>
                  </a:cubicBezTo>
                  <a:cubicBezTo>
                    <a:pt x="108928" y="12033"/>
                    <a:pt x="108756" y="11768"/>
                    <a:pt x="108411" y="11516"/>
                  </a:cubicBezTo>
                  <a:close/>
                  <a:moveTo>
                    <a:pt x="118057" y="10144"/>
                  </a:moveTo>
                  <a:cubicBezTo>
                    <a:pt x="117673" y="10382"/>
                    <a:pt x="117252" y="10611"/>
                    <a:pt x="116794" y="10830"/>
                  </a:cubicBezTo>
                  <a:cubicBezTo>
                    <a:pt x="116337" y="11049"/>
                    <a:pt x="115896" y="11171"/>
                    <a:pt x="115472" y="11198"/>
                  </a:cubicBezTo>
                  <a:cubicBezTo>
                    <a:pt x="114968" y="11238"/>
                    <a:pt x="114544" y="11145"/>
                    <a:pt x="114199" y="10919"/>
                  </a:cubicBezTo>
                  <a:cubicBezTo>
                    <a:pt x="113854" y="10694"/>
                    <a:pt x="113589" y="10389"/>
                    <a:pt x="113403" y="10004"/>
                  </a:cubicBezTo>
                  <a:cubicBezTo>
                    <a:pt x="113430" y="10004"/>
                    <a:pt x="113499" y="9991"/>
                    <a:pt x="113612" y="9965"/>
                  </a:cubicBezTo>
                  <a:cubicBezTo>
                    <a:pt x="113725" y="9938"/>
                    <a:pt x="113987" y="9872"/>
                    <a:pt x="114398" y="9766"/>
                  </a:cubicBezTo>
                  <a:cubicBezTo>
                    <a:pt x="114782" y="9673"/>
                    <a:pt x="115193" y="9567"/>
                    <a:pt x="115631" y="9448"/>
                  </a:cubicBezTo>
                  <a:cubicBezTo>
                    <a:pt x="116069" y="9328"/>
                    <a:pt x="116493" y="9182"/>
                    <a:pt x="116904" y="9010"/>
                  </a:cubicBezTo>
                  <a:cubicBezTo>
                    <a:pt x="117315" y="8838"/>
                    <a:pt x="117693" y="8635"/>
                    <a:pt x="118038" y="8403"/>
                  </a:cubicBezTo>
                  <a:cubicBezTo>
                    <a:pt x="118382" y="8171"/>
                    <a:pt x="118654" y="7896"/>
                    <a:pt x="118853" y="7578"/>
                  </a:cubicBezTo>
                  <a:cubicBezTo>
                    <a:pt x="118959" y="7419"/>
                    <a:pt x="119032" y="7253"/>
                    <a:pt x="119072" y="7081"/>
                  </a:cubicBezTo>
                  <a:cubicBezTo>
                    <a:pt x="119112" y="6908"/>
                    <a:pt x="119131" y="6729"/>
                    <a:pt x="119131" y="6544"/>
                  </a:cubicBezTo>
                  <a:cubicBezTo>
                    <a:pt x="119131" y="6265"/>
                    <a:pt x="119078" y="5987"/>
                    <a:pt x="118972" y="5708"/>
                  </a:cubicBezTo>
                  <a:cubicBezTo>
                    <a:pt x="118866" y="5430"/>
                    <a:pt x="118720" y="5175"/>
                    <a:pt x="118535" y="4943"/>
                  </a:cubicBezTo>
                  <a:cubicBezTo>
                    <a:pt x="118349" y="4710"/>
                    <a:pt x="118130" y="4512"/>
                    <a:pt x="117878" y="4346"/>
                  </a:cubicBezTo>
                  <a:cubicBezTo>
                    <a:pt x="117627" y="4180"/>
                    <a:pt x="117355" y="4064"/>
                    <a:pt x="117063" y="3998"/>
                  </a:cubicBezTo>
                  <a:cubicBezTo>
                    <a:pt x="116758" y="3931"/>
                    <a:pt x="116446" y="3898"/>
                    <a:pt x="116128" y="3898"/>
                  </a:cubicBezTo>
                  <a:cubicBezTo>
                    <a:pt x="115531" y="3898"/>
                    <a:pt x="114955" y="3998"/>
                    <a:pt x="114398" y="4197"/>
                  </a:cubicBezTo>
                  <a:cubicBezTo>
                    <a:pt x="113841" y="4396"/>
                    <a:pt x="113324" y="4661"/>
                    <a:pt x="112846" y="4992"/>
                  </a:cubicBezTo>
                  <a:cubicBezTo>
                    <a:pt x="112250" y="5390"/>
                    <a:pt x="111815" y="5907"/>
                    <a:pt x="111544" y="6544"/>
                  </a:cubicBezTo>
                  <a:cubicBezTo>
                    <a:pt x="111272" y="7180"/>
                    <a:pt x="111136" y="7843"/>
                    <a:pt x="111136" y="8533"/>
                  </a:cubicBezTo>
                  <a:cubicBezTo>
                    <a:pt x="111136" y="9235"/>
                    <a:pt x="111292" y="9922"/>
                    <a:pt x="111603" y="10591"/>
                  </a:cubicBezTo>
                  <a:cubicBezTo>
                    <a:pt x="111915" y="11261"/>
                    <a:pt x="112349" y="11801"/>
                    <a:pt x="112906" y="12212"/>
                  </a:cubicBezTo>
                  <a:cubicBezTo>
                    <a:pt x="113251" y="12451"/>
                    <a:pt x="113622" y="12627"/>
                    <a:pt x="114020" y="12739"/>
                  </a:cubicBezTo>
                  <a:cubicBezTo>
                    <a:pt x="114418" y="12852"/>
                    <a:pt x="114809" y="12908"/>
                    <a:pt x="115193" y="12908"/>
                  </a:cubicBezTo>
                  <a:cubicBezTo>
                    <a:pt x="115843" y="12908"/>
                    <a:pt x="116490" y="12792"/>
                    <a:pt x="117133" y="12560"/>
                  </a:cubicBezTo>
                  <a:cubicBezTo>
                    <a:pt x="117776" y="12328"/>
                    <a:pt x="118376" y="12046"/>
                    <a:pt x="118933" y="11715"/>
                  </a:cubicBezTo>
                  <a:cubicBezTo>
                    <a:pt x="119131" y="11596"/>
                    <a:pt x="119277" y="11466"/>
                    <a:pt x="119370" y="11327"/>
                  </a:cubicBezTo>
                  <a:cubicBezTo>
                    <a:pt x="119463" y="11188"/>
                    <a:pt x="119509" y="11045"/>
                    <a:pt x="119509" y="10899"/>
                  </a:cubicBezTo>
                  <a:cubicBezTo>
                    <a:pt x="119509" y="10754"/>
                    <a:pt x="119473" y="10618"/>
                    <a:pt x="119400" y="10492"/>
                  </a:cubicBezTo>
                  <a:cubicBezTo>
                    <a:pt x="119327" y="10366"/>
                    <a:pt x="119228" y="10263"/>
                    <a:pt x="119102" y="10183"/>
                  </a:cubicBezTo>
                  <a:cubicBezTo>
                    <a:pt x="118976" y="10104"/>
                    <a:pt x="118823" y="10057"/>
                    <a:pt x="118644" y="10044"/>
                  </a:cubicBezTo>
                  <a:cubicBezTo>
                    <a:pt x="118465" y="10031"/>
                    <a:pt x="118270" y="10064"/>
                    <a:pt x="118057" y="10144"/>
                  </a:cubicBezTo>
                  <a:close/>
                  <a:moveTo>
                    <a:pt x="114398" y="6146"/>
                  </a:moveTo>
                  <a:cubicBezTo>
                    <a:pt x="114623" y="6040"/>
                    <a:pt x="114908" y="5930"/>
                    <a:pt x="115253" y="5818"/>
                  </a:cubicBezTo>
                  <a:cubicBezTo>
                    <a:pt x="115598" y="5705"/>
                    <a:pt x="115923" y="5649"/>
                    <a:pt x="116228" y="5649"/>
                  </a:cubicBezTo>
                  <a:cubicBezTo>
                    <a:pt x="116506" y="5649"/>
                    <a:pt x="116745" y="5722"/>
                    <a:pt x="116944" y="5867"/>
                  </a:cubicBezTo>
                  <a:cubicBezTo>
                    <a:pt x="117143" y="6013"/>
                    <a:pt x="117229" y="6278"/>
                    <a:pt x="117202" y="6663"/>
                  </a:cubicBezTo>
                  <a:cubicBezTo>
                    <a:pt x="117123" y="6822"/>
                    <a:pt x="116967" y="6968"/>
                    <a:pt x="116735" y="7101"/>
                  </a:cubicBezTo>
                  <a:cubicBezTo>
                    <a:pt x="116503" y="7233"/>
                    <a:pt x="116251" y="7349"/>
                    <a:pt x="115979" y="7449"/>
                  </a:cubicBezTo>
                  <a:cubicBezTo>
                    <a:pt x="115707" y="7548"/>
                    <a:pt x="115439" y="7634"/>
                    <a:pt x="115173" y="7707"/>
                  </a:cubicBezTo>
                  <a:cubicBezTo>
                    <a:pt x="114908" y="7780"/>
                    <a:pt x="114709" y="7836"/>
                    <a:pt x="114577" y="7876"/>
                  </a:cubicBezTo>
                  <a:cubicBezTo>
                    <a:pt x="114206" y="7982"/>
                    <a:pt x="113920" y="8065"/>
                    <a:pt x="113722" y="8125"/>
                  </a:cubicBezTo>
                  <a:cubicBezTo>
                    <a:pt x="113523" y="8185"/>
                    <a:pt x="113373" y="8228"/>
                    <a:pt x="113274" y="8254"/>
                  </a:cubicBezTo>
                  <a:cubicBezTo>
                    <a:pt x="113175" y="8281"/>
                    <a:pt x="113115" y="8297"/>
                    <a:pt x="113095" y="8304"/>
                  </a:cubicBezTo>
                  <a:lnTo>
                    <a:pt x="113065" y="8314"/>
                  </a:lnTo>
                  <a:cubicBezTo>
                    <a:pt x="113092" y="7850"/>
                    <a:pt x="113211" y="7429"/>
                    <a:pt x="113423" y="7051"/>
                  </a:cubicBezTo>
                  <a:cubicBezTo>
                    <a:pt x="113635" y="6673"/>
                    <a:pt x="113960" y="6371"/>
                    <a:pt x="114398" y="6146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58" name="cockpit-display"/>
          <p:cNvGrpSpPr/>
          <p:nvPr/>
        </p:nvGrpSpPr>
        <p:grpSpPr>
          <a:xfrm>
            <a:off x="3885000" y="549450"/>
            <a:ext cx="2591850" cy="699300"/>
            <a:chOff x="3885000" y="549450"/>
            <a:chExt cx="2591850" cy="699300"/>
          </a:xfrm>
        </p:grpSpPr>
        <p:sp>
          <p:nvSpPr>
            <p:cNvPr id="59" name="display-outer-bezel" descr="display-outer-bezel"/>
            <p:cNvSpPr/>
            <p:nvPr/>
          </p:nvSpPr>
          <p:spPr>
            <a:xfrm>
              <a:off x="3885000" y="549450"/>
              <a:ext cx="2591850" cy="699300"/>
            </a:xfrm>
            <a:prstGeom prst="roundRect">
              <a:avLst>
                <a:gd name="adj" fmla="val 11905"/>
              </a:avLst>
            </a:prstGeom>
            <a:solidFill>
              <a:srgbClr val="243E57"/>
            </a:solidFill>
            <a:ln w="1221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60" name="display-inner-bezel" descr="display-inner-bezel"/>
            <p:cNvSpPr/>
            <p:nvPr/>
          </p:nvSpPr>
          <p:spPr>
            <a:xfrm>
              <a:off x="3912750" y="577200"/>
              <a:ext cx="2536350" cy="643800"/>
            </a:xfrm>
            <a:prstGeom prst="roundRect">
              <a:avLst>
                <a:gd name="adj" fmla="val 9483"/>
              </a:avLst>
            </a:prstGeom>
            <a:gradFill rotWithShape="1">
              <a:gsLst>
                <a:gs pos="0">
                  <a:srgbClr val="314A60"/>
                </a:gs>
                <a:gs pos="100000">
                  <a:srgbClr val="243E57"/>
                </a:gs>
              </a:gsLst>
              <a:lin ang="5400000" scaled="1"/>
            </a:gradFill>
            <a:ln w="8880" cap="rnd" cmpd="sng">
              <a:solidFill>
                <a:srgbClr val="7497B2"/>
              </a:solidFill>
              <a:round/>
            </a:ln>
            <a:effectLst/>
          </p:spPr>
        </p:sp>
        <p:sp>
          <p:nvSpPr>
            <p:cNvPr id="61" name="display-ui-surface" descr="display-ui-surface"/>
            <p:cNvSpPr/>
            <p:nvPr/>
          </p:nvSpPr>
          <p:spPr>
            <a:xfrm>
              <a:off x="4151400" y="610500"/>
              <a:ext cx="2253300" cy="571650"/>
            </a:xfrm>
            <a:prstGeom prst="roundRect">
              <a:avLst>
                <a:gd name="adj" fmla="val 7767"/>
              </a:avLst>
            </a:prstGeom>
            <a:gradFill rotWithShape="1">
              <a:gsLst>
                <a:gs pos="0">
                  <a:srgbClr val="EBF7FC"/>
                </a:gs>
                <a:gs pos="100000">
                  <a:srgbClr val="DBEEF8"/>
                </a:gs>
              </a:gsLst>
              <a:lin ang="5400000" scaled="1"/>
            </a:gradFill>
            <a:ln w="5550" cap="rnd" cmpd="sng">
              <a:solidFill>
                <a:srgbClr val="D9EAF4"/>
              </a:solidFill>
              <a:round/>
            </a:ln>
            <a:effectLst/>
          </p:spPr>
        </p:sp>
        <p:sp>
          <p:nvSpPr>
            <p:cNvPr id="62" name="control-tile-climate" descr="control-tile-climate"/>
            <p:cNvSpPr/>
            <p:nvPr/>
          </p:nvSpPr>
          <p:spPr>
            <a:xfrm>
              <a:off x="4190250" y="643800"/>
              <a:ext cx="521700" cy="499500"/>
            </a:xfrm>
            <a:prstGeom prst="roundRect">
              <a:avLst>
                <a:gd name="adj" fmla="val 8889"/>
              </a:avLst>
            </a:prstGeom>
            <a:solidFill>
              <a:srgbClr val="F8FCFF"/>
            </a:solidFill>
            <a:ln w="5550" cap="rnd" cmpd="sng">
              <a:noFill/>
              <a:round/>
            </a:ln>
            <a:effectLst/>
          </p:spPr>
        </p:sp>
        <p:sp>
          <p:nvSpPr>
            <p:cNvPr id="63" name="control-tile-fan" descr="control-tile-fan"/>
            <p:cNvSpPr/>
            <p:nvPr/>
          </p:nvSpPr>
          <p:spPr>
            <a:xfrm>
              <a:off x="4739700" y="643800"/>
              <a:ext cx="521700" cy="499500"/>
            </a:xfrm>
            <a:prstGeom prst="roundRect">
              <a:avLst>
                <a:gd name="adj" fmla="val 8889"/>
              </a:avLst>
            </a:prstGeom>
            <a:solidFill>
              <a:srgbClr val="F8FCFF"/>
            </a:solidFill>
            <a:ln w="5550" cap="rnd" cmpd="sng">
              <a:noFill/>
              <a:round/>
            </a:ln>
            <a:effectLst/>
          </p:spPr>
        </p:sp>
        <p:sp>
          <p:nvSpPr>
            <p:cNvPr id="64" name="control-tile-defrost" descr="control-tile-defrost"/>
            <p:cNvSpPr/>
            <p:nvPr/>
          </p:nvSpPr>
          <p:spPr>
            <a:xfrm>
              <a:off x="5289150" y="643800"/>
              <a:ext cx="521700" cy="499500"/>
            </a:xfrm>
            <a:prstGeom prst="roundRect">
              <a:avLst>
                <a:gd name="adj" fmla="val 8889"/>
              </a:avLst>
            </a:prstGeom>
            <a:solidFill>
              <a:srgbClr val="F8FCFF"/>
            </a:solidFill>
            <a:ln w="5550" cap="rnd" cmpd="sng">
              <a:noFill/>
              <a:round/>
            </a:ln>
            <a:effectLst/>
          </p:spPr>
        </p:sp>
        <p:sp>
          <p:nvSpPr>
            <p:cNvPr id="65" name="control-tile-seat-heat" descr="control-tile-seat-heat"/>
            <p:cNvSpPr/>
            <p:nvPr/>
          </p:nvSpPr>
          <p:spPr>
            <a:xfrm>
              <a:off x="5838600" y="643800"/>
              <a:ext cx="521700" cy="499500"/>
            </a:xfrm>
            <a:prstGeom prst="roundRect">
              <a:avLst>
                <a:gd name="adj" fmla="val 8889"/>
              </a:avLst>
            </a:prstGeom>
            <a:solidFill>
              <a:srgbClr val="F8FCFF"/>
            </a:solidFill>
            <a:ln w="5550" cap="rnd" cmpd="sng">
              <a:noFill/>
              <a:round/>
            </a:ln>
            <a:effectLst/>
          </p:spPr>
        </p:sp>
        <p:sp>
          <p:nvSpPr>
            <p:cNvPr id="66" name="control-label-climate" descr="Climate"/>
            <p:cNvSpPr/>
            <p:nvPr/>
          </p:nvSpPr>
          <p:spPr>
            <a:xfrm>
              <a:off x="4285354" y="690917"/>
              <a:ext cx="333258" cy="72837"/>
            </a:xfrm>
            <a:custGeom>
              <a:avLst/>
              <a:gdLst/>
              <a:ahLst/>
              <a:cxnLst/>
              <a:rect l="0" t="0" r="r" b="b"/>
              <a:pathLst>
                <a:path w="60046" h="13124">
                  <a:moveTo>
                    <a:pt x="7518" y="9169"/>
                  </a:moveTo>
                  <a:lnTo>
                    <a:pt x="7478" y="9189"/>
                  </a:lnTo>
                  <a:cubicBezTo>
                    <a:pt x="7346" y="9428"/>
                    <a:pt x="7190" y="9663"/>
                    <a:pt x="7011" y="9895"/>
                  </a:cubicBezTo>
                  <a:cubicBezTo>
                    <a:pt x="6832" y="10127"/>
                    <a:pt x="6640" y="10336"/>
                    <a:pt x="6434" y="10522"/>
                  </a:cubicBezTo>
                  <a:cubicBezTo>
                    <a:pt x="6229" y="10707"/>
                    <a:pt x="6003" y="10860"/>
                    <a:pt x="5758" y="10979"/>
                  </a:cubicBezTo>
                  <a:cubicBezTo>
                    <a:pt x="5513" y="11098"/>
                    <a:pt x="5251" y="11158"/>
                    <a:pt x="4972" y="11158"/>
                  </a:cubicBezTo>
                  <a:cubicBezTo>
                    <a:pt x="4495" y="11158"/>
                    <a:pt x="4071" y="11052"/>
                    <a:pt x="3699" y="10840"/>
                  </a:cubicBezTo>
                  <a:cubicBezTo>
                    <a:pt x="3328" y="10628"/>
                    <a:pt x="3013" y="10346"/>
                    <a:pt x="2755" y="9994"/>
                  </a:cubicBezTo>
                  <a:cubicBezTo>
                    <a:pt x="2496" y="9643"/>
                    <a:pt x="2301" y="9245"/>
                    <a:pt x="2168" y="8801"/>
                  </a:cubicBezTo>
                  <a:cubicBezTo>
                    <a:pt x="2035" y="8357"/>
                    <a:pt x="1969" y="7903"/>
                    <a:pt x="1969" y="7439"/>
                  </a:cubicBezTo>
                  <a:cubicBezTo>
                    <a:pt x="1969" y="6776"/>
                    <a:pt x="2069" y="6189"/>
                    <a:pt x="2267" y="5678"/>
                  </a:cubicBezTo>
                  <a:cubicBezTo>
                    <a:pt x="2466" y="5168"/>
                    <a:pt x="2735" y="4717"/>
                    <a:pt x="3073" y="4326"/>
                  </a:cubicBezTo>
                  <a:cubicBezTo>
                    <a:pt x="3411" y="3935"/>
                    <a:pt x="3799" y="3600"/>
                    <a:pt x="4236" y="3322"/>
                  </a:cubicBezTo>
                  <a:cubicBezTo>
                    <a:pt x="4674" y="3043"/>
                    <a:pt x="5138" y="2811"/>
                    <a:pt x="5629" y="2625"/>
                  </a:cubicBezTo>
                  <a:lnTo>
                    <a:pt x="5947" y="2506"/>
                  </a:lnTo>
                  <a:cubicBezTo>
                    <a:pt x="6133" y="2440"/>
                    <a:pt x="6305" y="2380"/>
                    <a:pt x="6464" y="2327"/>
                  </a:cubicBezTo>
                  <a:cubicBezTo>
                    <a:pt x="6623" y="2274"/>
                    <a:pt x="6743" y="2248"/>
                    <a:pt x="6822" y="2248"/>
                  </a:cubicBezTo>
                  <a:cubicBezTo>
                    <a:pt x="6955" y="2248"/>
                    <a:pt x="7074" y="2314"/>
                    <a:pt x="7180" y="2446"/>
                  </a:cubicBezTo>
                  <a:cubicBezTo>
                    <a:pt x="7286" y="2579"/>
                    <a:pt x="7432" y="2804"/>
                    <a:pt x="7618" y="3123"/>
                  </a:cubicBezTo>
                  <a:cubicBezTo>
                    <a:pt x="7883" y="3388"/>
                    <a:pt x="8175" y="3520"/>
                    <a:pt x="8493" y="3520"/>
                  </a:cubicBezTo>
                  <a:cubicBezTo>
                    <a:pt x="8745" y="3520"/>
                    <a:pt x="8960" y="3441"/>
                    <a:pt x="9139" y="3282"/>
                  </a:cubicBezTo>
                  <a:cubicBezTo>
                    <a:pt x="9318" y="3123"/>
                    <a:pt x="9408" y="2917"/>
                    <a:pt x="9408" y="2665"/>
                  </a:cubicBezTo>
                  <a:cubicBezTo>
                    <a:pt x="9408" y="2559"/>
                    <a:pt x="9394" y="2453"/>
                    <a:pt x="9368" y="2347"/>
                  </a:cubicBezTo>
                  <a:cubicBezTo>
                    <a:pt x="9023" y="1671"/>
                    <a:pt x="8652" y="1193"/>
                    <a:pt x="8254" y="915"/>
                  </a:cubicBezTo>
                  <a:cubicBezTo>
                    <a:pt x="7856" y="636"/>
                    <a:pt x="7406" y="497"/>
                    <a:pt x="6902" y="497"/>
                  </a:cubicBezTo>
                  <a:cubicBezTo>
                    <a:pt x="6557" y="497"/>
                    <a:pt x="6215" y="544"/>
                    <a:pt x="5877" y="636"/>
                  </a:cubicBezTo>
                  <a:cubicBezTo>
                    <a:pt x="5539" y="729"/>
                    <a:pt x="5171" y="862"/>
                    <a:pt x="4773" y="1034"/>
                  </a:cubicBezTo>
                  <a:lnTo>
                    <a:pt x="4793" y="1034"/>
                  </a:lnTo>
                  <a:cubicBezTo>
                    <a:pt x="4170" y="1286"/>
                    <a:pt x="3620" y="1555"/>
                    <a:pt x="3143" y="1840"/>
                  </a:cubicBezTo>
                  <a:cubicBezTo>
                    <a:pt x="2665" y="2125"/>
                    <a:pt x="2241" y="2450"/>
                    <a:pt x="1870" y="2814"/>
                  </a:cubicBezTo>
                  <a:cubicBezTo>
                    <a:pt x="1498" y="3179"/>
                    <a:pt x="1180" y="3600"/>
                    <a:pt x="915" y="4077"/>
                  </a:cubicBezTo>
                  <a:cubicBezTo>
                    <a:pt x="650" y="4555"/>
                    <a:pt x="418" y="5112"/>
                    <a:pt x="219" y="5748"/>
                  </a:cubicBezTo>
                  <a:cubicBezTo>
                    <a:pt x="73" y="6225"/>
                    <a:pt x="0" y="6736"/>
                    <a:pt x="0" y="7280"/>
                  </a:cubicBezTo>
                  <a:cubicBezTo>
                    <a:pt x="0" y="8062"/>
                    <a:pt x="119" y="8794"/>
                    <a:pt x="358" y="9477"/>
                  </a:cubicBezTo>
                  <a:cubicBezTo>
                    <a:pt x="597" y="10160"/>
                    <a:pt x="935" y="10757"/>
                    <a:pt x="1372" y="11267"/>
                  </a:cubicBezTo>
                  <a:cubicBezTo>
                    <a:pt x="1810" y="11778"/>
                    <a:pt x="2334" y="12179"/>
                    <a:pt x="2944" y="12471"/>
                  </a:cubicBezTo>
                  <a:cubicBezTo>
                    <a:pt x="3554" y="12762"/>
                    <a:pt x="4223" y="12908"/>
                    <a:pt x="4952" y="12908"/>
                  </a:cubicBezTo>
                  <a:cubicBezTo>
                    <a:pt x="5443" y="12908"/>
                    <a:pt x="5894" y="12832"/>
                    <a:pt x="6305" y="12680"/>
                  </a:cubicBezTo>
                  <a:cubicBezTo>
                    <a:pt x="6716" y="12527"/>
                    <a:pt x="7091" y="12325"/>
                    <a:pt x="7429" y="12073"/>
                  </a:cubicBezTo>
                  <a:cubicBezTo>
                    <a:pt x="7767" y="11821"/>
                    <a:pt x="8075" y="11529"/>
                    <a:pt x="8354" y="11198"/>
                  </a:cubicBezTo>
                  <a:cubicBezTo>
                    <a:pt x="8632" y="10866"/>
                    <a:pt x="8884" y="10528"/>
                    <a:pt x="9109" y="10183"/>
                  </a:cubicBezTo>
                  <a:cubicBezTo>
                    <a:pt x="9176" y="9985"/>
                    <a:pt x="9209" y="9839"/>
                    <a:pt x="9209" y="9746"/>
                  </a:cubicBezTo>
                  <a:cubicBezTo>
                    <a:pt x="9209" y="9494"/>
                    <a:pt x="9119" y="9288"/>
                    <a:pt x="8940" y="9129"/>
                  </a:cubicBezTo>
                  <a:cubicBezTo>
                    <a:pt x="8761" y="8970"/>
                    <a:pt x="8546" y="8891"/>
                    <a:pt x="8294" y="8891"/>
                  </a:cubicBezTo>
                  <a:cubicBezTo>
                    <a:pt x="8002" y="8891"/>
                    <a:pt x="7744" y="8983"/>
                    <a:pt x="7518" y="9169"/>
                  </a:cubicBezTo>
                  <a:close/>
                  <a:moveTo>
                    <a:pt x="13306" y="11436"/>
                  </a:moveTo>
                  <a:lnTo>
                    <a:pt x="13207" y="11387"/>
                  </a:lnTo>
                  <a:cubicBezTo>
                    <a:pt x="13167" y="11367"/>
                    <a:pt x="13134" y="11344"/>
                    <a:pt x="13107" y="11317"/>
                  </a:cubicBezTo>
                  <a:lnTo>
                    <a:pt x="13107" y="776"/>
                  </a:lnTo>
                  <a:cubicBezTo>
                    <a:pt x="13014" y="524"/>
                    <a:pt x="12882" y="335"/>
                    <a:pt x="12709" y="209"/>
                  </a:cubicBezTo>
                  <a:cubicBezTo>
                    <a:pt x="12537" y="83"/>
                    <a:pt x="12338" y="20"/>
                    <a:pt x="12113" y="20"/>
                  </a:cubicBezTo>
                  <a:cubicBezTo>
                    <a:pt x="11887" y="20"/>
                    <a:pt x="11688" y="90"/>
                    <a:pt x="11516" y="229"/>
                  </a:cubicBezTo>
                  <a:cubicBezTo>
                    <a:pt x="11344" y="368"/>
                    <a:pt x="11224" y="570"/>
                    <a:pt x="11158" y="835"/>
                  </a:cubicBezTo>
                  <a:lnTo>
                    <a:pt x="11158" y="11735"/>
                  </a:lnTo>
                  <a:cubicBezTo>
                    <a:pt x="11185" y="11894"/>
                    <a:pt x="11218" y="12020"/>
                    <a:pt x="11257" y="12113"/>
                  </a:cubicBezTo>
                  <a:cubicBezTo>
                    <a:pt x="11297" y="12206"/>
                    <a:pt x="11377" y="12305"/>
                    <a:pt x="11496" y="12411"/>
                  </a:cubicBezTo>
                  <a:lnTo>
                    <a:pt x="12351" y="12968"/>
                  </a:lnTo>
                  <a:cubicBezTo>
                    <a:pt x="12550" y="13074"/>
                    <a:pt x="12739" y="13124"/>
                    <a:pt x="12918" y="13117"/>
                  </a:cubicBezTo>
                  <a:cubicBezTo>
                    <a:pt x="13097" y="13110"/>
                    <a:pt x="13253" y="13067"/>
                    <a:pt x="13386" y="12988"/>
                  </a:cubicBezTo>
                  <a:cubicBezTo>
                    <a:pt x="13518" y="12908"/>
                    <a:pt x="13624" y="12802"/>
                    <a:pt x="13704" y="12670"/>
                  </a:cubicBezTo>
                  <a:cubicBezTo>
                    <a:pt x="13783" y="12537"/>
                    <a:pt x="13823" y="12391"/>
                    <a:pt x="13823" y="12232"/>
                  </a:cubicBezTo>
                  <a:cubicBezTo>
                    <a:pt x="13823" y="11954"/>
                    <a:pt x="13651" y="11688"/>
                    <a:pt x="13306" y="11436"/>
                  </a:cubicBezTo>
                  <a:close/>
                  <a:moveTo>
                    <a:pt x="18418" y="11814"/>
                  </a:moveTo>
                  <a:lnTo>
                    <a:pt x="18358" y="4276"/>
                  </a:lnTo>
                  <a:cubicBezTo>
                    <a:pt x="18292" y="4011"/>
                    <a:pt x="18166" y="3815"/>
                    <a:pt x="17980" y="3690"/>
                  </a:cubicBezTo>
                  <a:cubicBezTo>
                    <a:pt x="17794" y="3564"/>
                    <a:pt x="17596" y="3501"/>
                    <a:pt x="17383" y="3501"/>
                  </a:cubicBezTo>
                  <a:cubicBezTo>
                    <a:pt x="17145" y="3501"/>
                    <a:pt x="16939" y="3570"/>
                    <a:pt x="16767" y="3709"/>
                  </a:cubicBezTo>
                  <a:cubicBezTo>
                    <a:pt x="16594" y="3849"/>
                    <a:pt x="16475" y="4057"/>
                    <a:pt x="16409" y="4336"/>
                  </a:cubicBezTo>
                  <a:lnTo>
                    <a:pt x="16469" y="11894"/>
                  </a:lnTo>
                  <a:cubicBezTo>
                    <a:pt x="16508" y="12199"/>
                    <a:pt x="16621" y="12424"/>
                    <a:pt x="16807" y="12570"/>
                  </a:cubicBezTo>
                  <a:cubicBezTo>
                    <a:pt x="16992" y="12716"/>
                    <a:pt x="17204" y="12789"/>
                    <a:pt x="17443" y="12789"/>
                  </a:cubicBezTo>
                  <a:cubicBezTo>
                    <a:pt x="17682" y="12789"/>
                    <a:pt x="17901" y="12709"/>
                    <a:pt x="18099" y="12550"/>
                  </a:cubicBezTo>
                  <a:cubicBezTo>
                    <a:pt x="18298" y="12391"/>
                    <a:pt x="18404" y="12146"/>
                    <a:pt x="18418" y="11814"/>
                  </a:cubicBezTo>
                  <a:close/>
                  <a:moveTo>
                    <a:pt x="16270" y="1173"/>
                  </a:moveTo>
                  <a:cubicBezTo>
                    <a:pt x="16270" y="1478"/>
                    <a:pt x="16379" y="1737"/>
                    <a:pt x="16598" y="1949"/>
                  </a:cubicBezTo>
                  <a:cubicBezTo>
                    <a:pt x="16817" y="2161"/>
                    <a:pt x="17078" y="2267"/>
                    <a:pt x="17383" y="2267"/>
                  </a:cubicBezTo>
                  <a:cubicBezTo>
                    <a:pt x="17702" y="2267"/>
                    <a:pt x="17970" y="2161"/>
                    <a:pt x="18189" y="1949"/>
                  </a:cubicBezTo>
                  <a:cubicBezTo>
                    <a:pt x="18408" y="1737"/>
                    <a:pt x="18517" y="1478"/>
                    <a:pt x="18517" y="1173"/>
                  </a:cubicBezTo>
                  <a:cubicBezTo>
                    <a:pt x="18517" y="869"/>
                    <a:pt x="18408" y="607"/>
                    <a:pt x="18189" y="388"/>
                  </a:cubicBezTo>
                  <a:cubicBezTo>
                    <a:pt x="17970" y="169"/>
                    <a:pt x="17702" y="60"/>
                    <a:pt x="17383" y="60"/>
                  </a:cubicBezTo>
                  <a:cubicBezTo>
                    <a:pt x="17078" y="60"/>
                    <a:pt x="16817" y="169"/>
                    <a:pt x="16598" y="388"/>
                  </a:cubicBezTo>
                  <a:cubicBezTo>
                    <a:pt x="16379" y="607"/>
                    <a:pt x="16270" y="869"/>
                    <a:pt x="16270" y="1173"/>
                  </a:cubicBezTo>
                  <a:close/>
                  <a:moveTo>
                    <a:pt x="25498" y="11834"/>
                  </a:moveTo>
                  <a:cubicBezTo>
                    <a:pt x="25538" y="12139"/>
                    <a:pt x="25651" y="12365"/>
                    <a:pt x="25836" y="12510"/>
                  </a:cubicBezTo>
                  <a:cubicBezTo>
                    <a:pt x="26022" y="12656"/>
                    <a:pt x="26234" y="12729"/>
                    <a:pt x="26473" y="12729"/>
                  </a:cubicBezTo>
                  <a:cubicBezTo>
                    <a:pt x="26712" y="12729"/>
                    <a:pt x="26930" y="12650"/>
                    <a:pt x="27129" y="12491"/>
                  </a:cubicBezTo>
                  <a:cubicBezTo>
                    <a:pt x="27328" y="12331"/>
                    <a:pt x="27434" y="12086"/>
                    <a:pt x="27448" y="11755"/>
                  </a:cubicBezTo>
                  <a:lnTo>
                    <a:pt x="27428" y="6504"/>
                  </a:lnTo>
                  <a:cubicBezTo>
                    <a:pt x="27613" y="6066"/>
                    <a:pt x="27825" y="5768"/>
                    <a:pt x="28064" y="5609"/>
                  </a:cubicBezTo>
                  <a:cubicBezTo>
                    <a:pt x="28303" y="5450"/>
                    <a:pt x="28575" y="5370"/>
                    <a:pt x="28880" y="5370"/>
                  </a:cubicBezTo>
                  <a:cubicBezTo>
                    <a:pt x="29131" y="5370"/>
                    <a:pt x="29390" y="5453"/>
                    <a:pt x="29655" y="5619"/>
                  </a:cubicBezTo>
                  <a:cubicBezTo>
                    <a:pt x="29920" y="5785"/>
                    <a:pt x="30126" y="6073"/>
                    <a:pt x="30272" y="6484"/>
                  </a:cubicBezTo>
                  <a:lnTo>
                    <a:pt x="30272" y="11854"/>
                  </a:lnTo>
                  <a:cubicBezTo>
                    <a:pt x="30312" y="12159"/>
                    <a:pt x="30424" y="12385"/>
                    <a:pt x="30610" y="12530"/>
                  </a:cubicBezTo>
                  <a:cubicBezTo>
                    <a:pt x="30796" y="12676"/>
                    <a:pt x="31008" y="12749"/>
                    <a:pt x="31246" y="12749"/>
                  </a:cubicBezTo>
                  <a:cubicBezTo>
                    <a:pt x="31472" y="12749"/>
                    <a:pt x="31687" y="12670"/>
                    <a:pt x="31893" y="12510"/>
                  </a:cubicBezTo>
                  <a:cubicBezTo>
                    <a:pt x="32098" y="12351"/>
                    <a:pt x="32208" y="12106"/>
                    <a:pt x="32221" y="11775"/>
                  </a:cubicBezTo>
                  <a:lnTo>
                    <a:pt x="32221" y="6285"/>
                  </a:lnTo>
                  <a:cubicBezTo>
                    <a:pt x="32221" y="5914"/>
                    <a:pt x="32122" y="5566"/>
                    <a:pt x="31923" y="5241"/>
                  </a:cubicBezTo>
                  <a:cubicBezTo>
                    <a:pt x="31724" y="4916"/>
                    <a:pt x="31459" y="4631"/>
                    <a:pt x="31127" y="4386"/>
                  </a:cubicBezTo>
                  <a:cubicBezTo>
                    <a:pt x="30796" y="4140"/>
                    <a:pt x="30424" y="3945"/>
                    <a:pt x="30013" y="3799"/>
                  </a:cubicBezTo>
                  <a:cubicBezTo>
                    <a:pt x="29602" y="3653"/>
                    <a:pt x="29185" y="3580"/>
                    <a:pt x="28760" y="3580"/>
                  </a:cubicBezTo>
                  <a:cubicBezTo>
                    <a:pt x="28561" y="3580"/>
                    <a:pt x="28366" y="3617"/>
                    <a:pt x="28173" y="3690"/>
                  </a:cubicBezTo>
                  <a:cubicBezTo>
                    <a:pt x="27981" y="3762"/>
                    <a:pt x="27796" y="3855"/>
                    <a:pt x="27617" y="3968"/>
                  </a:cubicBezTo>
                  <a:cubicBezTo>
                    <a:pt x="27438" y="4081"/>
                    <a:pt x="27265" y="4207"/>
                    <a:pt x="27099" y="4346"/>
                  </a:cubicBezTo>
                  <a:cubicBezTo>
                    <a:pt x="26934" y="4485"/>
                    <a:pt x="26785" y="4621"/>
                    <a:pt x="26652" y="4754"/>
                  </a:cubicBezTo>
                  <a:cubicBezTo>
                    <a:pt x="26334" y="4409"/>
                    <a:pt x="25933" y="4130"/>
                    <a:pt x="25449" y="3918"/>
                  </a:cubicBezTo>
                  <a:cubicBezTo>
                    <a:pt x="24965" y="3706"/>
                    <a:pt x="24484" y="3600"/>
                    <a:pt x="24007" y="3600"/>
                  </a:cubicBezTo>
                  <a:cubicBezTo>
                    <a:pt x="23702" y="3600"/>
                    <a:pt x="23413" y="3646"/>
                    <a:pt x="23141" y="3739"/>
                  </a:cubicBezTo>
                  <a:cubicBezTo>
                    <a:pt x="22870" y="3832"/>
                    <a:pt x="22634" y="3938"/>
                    <a:pt x="22435" y="4057"/>
                  </a:cubicBezTo>
                  <a:cubicBezTo>
                    <a:pt x="22343" y="3859"/>
                    <a:pt x="22217" y="3716"/>
                    <a:pt x="22057" y="3630"/>
                  </a:cubicBezTo>
                  <a:cubicBezTo>
                    <a:pt x="21898" y="3544"/>
                    <a:pt x="21726" y="3501"/>
                    <a:pt x="21540" y="3501"/>
                  </a:cubicBezTo>
                  <a:cubicBezTo>
                    <a:pt x="21050" y="3501"/>
                    <a:pt x="20725" y="3772"/>
                    <a:pt x="20566" y="4316"/>
                  </a:cubicBezTo>
                  <a:lnTo>
                    <a:pt x="20566" y="11934"/>
                  </a:lnTo>
                  <a:cubicBezTo>
                    <a:pt x="20606" y="12239"/>
                    <a:pt x="20722" y="12464"/>
                    <a:pt x="20914" y="12610"/>
                  </a:cubicBezTo>
                  <a:cubicBezTo>
                    <a:pt x="21106" y="12756"/>
                    <a:pt x="21315" y="12829"/>
                    <a:pt x="21540" y="12829"/>
                  </a:cubicBezTo>
                  <a:cubicBezTo>
                    <a:pt x="21779" y="12829"/>
                    <a:pt x="22001" y="12749"/>
                    <a:pt x="22207" y="12590"/>
                  </a:cubicBezTo>
                  <a:cubicBezTo>
                    <a:pt x="22412" y="12431"/>
                    <a:pt x="22522" y="12186"/>
                    <a:pt x="22535" y="11854"/>
                  </a:cubicBezTo>
                  <a:lnTo>
                    <a:pt x="22535" y="6464"/>
                  </a:lnTo>
                  <a:cubicBezTo>
                    <a:pt x="22694" y="6265"/>
                    <a:pt x="22830" y="6099"/>
                    <a:pt x="22943" y="5967"/>
                  </a:cubicBezTo>
                  <a:cubicBezTo>
                    <a:pt x="23055" y="5834"/>
                    <a:pt x="23158" y="5728"/>
                    <a:pt x="23251" y="5649"/>
                  </a:cubicBezTo>
                  <a:cubicBezTo>
                    <a:pt x="23344" y="5569"/>
                    <a:pt x="23436" y="5509"/>
                    <a:pt x="23529" y="5470"/>
                  </a:cubicBezTo>
                  <a:cubicBezTo>
                    <a:pt x="23622" y="5430"/>
                    <a:pt x="23735" y="5403"/>
                    <a:pt x="23867" y="5390"/>
                  </a:cubicBezTo>
                  <a:cubicBezTo>
                    <a:pt x="24225" y="5350"/>
                    <a:pt x="24550" y="5433"/>
                    <a:pt x="24842" y="5639"/>
                  </a:cubicBezTo>
                  <a:cubicBezTo>
                    <a:pt x="25134" y="5844"/>
                    <a:pt x="25352" y="6126"/>
                    <a:pt x="25498" y="6484"/>
                  </a:cubicBezTo>
                  <a:close/>
                  <a:moveTo>
                    <a:pt x="42046" y="11576"/>
                  </a:moveTo>
                  <a:cubicBezTo>
                    <a:pt x="42073" y="11549"/>
                    <a:pt x="42056" y="11490"/>
                    <a:pt x="41997" y="11397"/>
                  </a:cubicBezTo>
                  <a:cubicBezTo>
                    <a:pt x="41937" y="11304"/>
                    <a:pt x="41861" y="11185"/>
                    <a:pt x="41768" y="11039"/>
                  </a:cubicBezTo>
                  <a:lnTo>
                    <a:pt x="41788" y="11039"/>
                  </a:lnTo>
                  <a:cubicBezTo>
                    <a:pt x="41682" y="10880"/>
                    <a:pt x="41579" y="10701"/>
                    <a:pt x="41480" y="10502"/>
                  </a:cubicBezTo>
                  <a:cubicBezTo>
                    <a:pt x="41380" y="10303"/>
                    <a:pt x="41317" y="10130"/>
                    <a:pt x="41291" y="9985"/>
                  </a:cubicBezTo>
                  <a:cubicBezTo>
                    <a:pt x="41224" y="9507"/>
                    <a:pt x="41178" y="9020"/>
                    <a:pt x="41151" y="8523"/>
                  </a:cubicBezTo>
                  <a:cubicBezTo>
                    <a:pt x="41125" y="8025"/>
                    <a:pt x="41112" y="7545"/>
                    <a:pt x="41112" y="7081"/>
                  </a:cubicBezTo>
                  <a:lnTo>
                    <a:pt x="41112" y="6743"/>
                  </a:lnTo>
                  <a:cubicBezTo>
                    <a:pt x="41112" y="6623"/>
                    <a:pt x="41115" y="6474"/>
                    <a:pt x="41122" y="6295"/>
                  </a:cubicBezTo>
                  <a:cubicBezTo>
                    <a:pt x="41128" y="6116"/>
                    <a:pt x="41131" y="5894"/>
                    <a:pt x="41131" y="5629"/>
                  </a:cubicBezTo>
                  <a:lnTo>
                    <a:pt x="41131" y="4634"/>
                  </a:lnTo>
                  <a:cubicBezTo>
                    <a:pt x="40986" y="4250"/>
                    <a:pt x="40750" y="4008"/>
                    <a:pt x="40425" y="3908"/>
                  </a:cubicBezTo>
                  <a:cubicBezTo>
                    <a:pt x="40101" y="3809"/>
                    <a:pt x="39733" y="3759"/>
                    <a:pt x="39322" y="3759"/>
                  </a:cubicBezTo>
                  <a:cubicBezTo>
                    <a:pt x="39109" y="3759"/>
                    <a:pt x="38891" y="3776"/>
                    <a:pt x="38665" y="3809"/>
                  </a:cubicBezTo>
                  <a:cubicBezTo>
                    <a:pt x="38440" y="3842"/>
                    <a:pt x="38221" y="3888"/>
                    <a:pt x="38009" y="3948"/>
                  </a:cubicBezTo>
                  <a:cubicBezTo>
                    <a:pt x="37797" y="4008"/>
                    <a:pt x="37608" y="4071"/>
                    <a:pt x="37442" y="4137"/>
                  </a:cubicBezTo>
                  <a:cubicBezTo>
                    <a:pt x="37276" y="4203"/>
                    <a:pt x="37147" y="4263"/>
                    <a:pt x="37054" y="4316"/>
                  </a:cubicBezTo>
                  <a:cubicBezTo>
                    <a:pt x="36617" y="4594"/>
                    <a:pt x="36209" y="4913"/>
                    <a:pt x="35831" y="5271"/>
                  </a:cubicBezTo>
                  <a:cubicBezTo>
                    <a:pt x="35453" y="5629"/>
                    <a:pt x="35118" y="6023"/>
                    <a:pt x="34827" y="6454"/>
                  </a:cubicBezTo>
                  <a:cubicBezTo>
                    <a:pt x="34535" y="6885"/>
                    <a:pt x="34306" y="7349"/>
                    <a:pt x="34140" y="7846"/>
                  </a:cubicBezTo>
                  <a:cubicBezTo>
                    <a:pt x="33975" y="8344"/>
                    <a:pt x="33892" y="8871"/>
                    <a:pt x="33892" y="9428"/>
                  </a:cubicBezTo>
                  <a:cubicBezTo>
                    <a:pt x="33892" y="9971"/>
                    <a:pt x="33998" y="10488"/>
                    <a:pt x="34210" y="10979"/>
                  </a:cubicBezTo>
                  <a:cubicBezTo>
                    <a:pt x="34422" y="11470"/>
                    <a:pt x="34780" y="11894"/>
                    <a:pt x="35284" y="12252"/>
                  </a:cubicBezTo>
                  <a:cubicBezTo>
                    <a:pt x="35629" y="12477"/>
                    <a:pt x="35970" y="12627"/>
                    <a:pt x="36308" y="12699"/>
                  </a:cubicBezTo>
                  <a:cubicBezTo>
                    <a:pt x="36646" y="12772"/>
                    <a:pt x="36994" y="12809"/>
                    <a:pt x="37352" y="12809"/>
                  </a:cubicBezTo>
                  <a:cubicBezTo>
                    <a:pt x="37843" y="12809"/>
                    <a:pt x="38297" y="12759"/>
                    <a:pt x="38715" y="12660"/>
                  </a:cubicBezTo>
                  <a:cubicBezTo>
                    <a:pt x="39133" y="12560"/>
                    <a:pt x="39580" y="12331"/>
                    <a:pt x="40057" y="11973"/>
                  </a:cubicBezTo>
                  <a:cubicBezTo>
                    <a:pt x="40124" y="12080"/>
                    <a:pt x="40207" y="12189"/>
                    <a:pt x="40306" y="12302"/>
                  </a:cubicBezTo>
                  <a:cubicBezTo>
                    <a:pt x="40406" y="12414"/>
                    <a:pt x="40508" y="12524"/>
                    <a:pt x="40614" y="12630"/>
                  </a:cubicBezTo>
                  <a:cubicBezTo>
                    <a:pt x="40853" y="12749"/>
                    <a:pt x="41078" y="12799"/>
                    <a:pt x="41291" y="12779"/>
                  </a:cubicBezTo>
                  <a:cubicBezTo>
                    <a:pt x="41503" y="12759"/>
                    <a:pt x="41678" y="12693"/>
                    <a:pt x="41818" y="12580"/>
                  </a:cubicBezTo>
                  <a:cubicBezTo>
                    <a:pt x="41957" y="12467"/>
                    <a:pt x="42050" y="12322"/>
                    <a:pt x="42096" y="12143"/>
                  </a:cubicBezTo>
                  <a:cubicBezTo>
                    <a:pt x="42143" y="11964"/>
                    <a:pt x="42126" y="11775"/>
                    <a:pt x="42046" y="11576"/>
                  </a:cubicBezTo>
                  <a:close/>
                  <a:moveTo>
                    <a:pt x="39361" y="10164"/>
                  </a:moveTo>
                  <a:cubicBezTo>
                    <a:pt x="38910" y="10535"/>
                    <a:pt x="38539" y="10807"/>
                    <a:pt x="38248" y="10979"/>
                  </a:cubicBezTo>
                  <a:cubicBezTo>
                    <a:pt x="38009" y="11059"/>
                    <a:pt x="37760" y="11098"/>
                    <a:pt x="37502" y="11098"/>
                  </a:cubicBezTo>
                  <a:cubicBezTo>
                    <a:pt x="37243" y="11098"/>
                    <a:pt x="37001" y="11049"/>
                    <a:pt x="36776" y="10949"/>
                  </a:cubicBezTo>
                  <a:cubicBezTo>
                    <a:pt x="36550" y="10850"/>
                    <a:pt x="36355" y="10704"/>
                    <a:pt x="36189" y="10512"/>
                  </a:cubicBezTo>
                  <a:cubicBezTo>
                    <a:pt x="36023" y="10319"/>
                    <a:pt x="35920" y="10077"/>
                    <a:pt x="35881" y="9786"/>
                  </a:cubicBezTo>
                  <a:cubicBezTo>
                    <a:pt x="35814" y="9414"/>
                    <a:pt x="35824" y="9033"/>
                    <a:pt x="35910" y="8642"/>
                  </a:cubicBezTo>
                  <a:cubicBezTo>
                    <a:pt x="35997" y="8251"/>
                    <a:pt x="36133" y="7876"/>
                    <a:pt x="36318" y="7518"/>
                  </a:cubicBezTo>
                  <a:cubicBezTo>
                    <a:pt x="36504" y="7160"/>
                    <a:pt x="36739" y="6835"/>
                    <a:pt x="37024" y="6544"/>
                  </a:cubicBezTo>
                  <a:cubicBezTo>
                    <a:pt x="37309" y="6252"/>
                    <a:pt x="37631" y="6027"/>
                    <a:pt x="37989" y="5867"/>
                  </a:cubicBezTo>
                  <a:cubicBezTo>
                    <a:pt x="38082" y="5828"/>
                    <a:pt x="38244" y="5761"/>
                    <a:pt x="38476" y="5669"/>
                  </a:cubicBezTo>
                  <a:cubicBezTo>
                    <a:pt x="38708" y="5576"/>
                    <a:pt x="38937" y="5516"/>
                    <a:pt x="39162" y="5490"/>
                  </a:cubicBezTo>
                  <a:cubicBezTo>
                    <a:pt x="39162" y="5755"/>
                    <a:pt x="39156" y="6027"/>
                    <a:pt x="39143" y="6305"/>
                  </a:cubicBezTo>
                  <a:cubicBezTo>
                    <a:pt x="39129" y="6583"/>
                    <a:pt x="39123" y="6895"/>
                    <a:pt x="39123" y="7240"/>
                  </a:cubicBezTo>
                  <a:cubicBezTo>
                    <a:pt x="39123" y="7730"/>
                    <a:pt x="39136" y="8224"/>
                    <a:pt x="39162" y="8722"/>
                  </a:cubicBezTo>
                  <a:cubicBezTo>
                    <a:pt x="39189" y="9219"/>
                    <a:pt x="39255" y="9699"/>
                    <a:pt x="39361" y="10164"/>
                  </a:cubicBezTo>
                  <a:close/>
                  <a:moveTo>
                    <a:pt x="44990" y="5629"/>
                  </a:moveTo>
                  <a:lnTo>
                    <a:pt x="45985" y="5629"/>
                  </a:lnTo>
                  <a:lnTo>
                    <a:pt x="45985" y="8672"/>
                  </a:lnTo>
                  <a:cubicBezTo>
                    <a:pt x="45985" y="9202"/>
                    <a:pt x="45988" y="9736"/>
                    <a:pt x="45994" y="10273"/>
                  </a:cubicBezTo>
                  <a:cubicBezTo>
                    <a:pt x="46001" y="10810"/>
                    <a:pt x="46004" y="11330"/>
                    <a:pt x="46004" y="11834"/>
                  </a:cubicBezTo>
                  <a:cubicBezTo>
                    <a:pt x="46044" y="12139"/>
                    <a:pt x="46160" y="12365"/>
                    <a:pt x="46352" y="12510"/>
                  </a:cubicBezTo>
                  <a:cubicBezTo>
                    <a:pt x="46545" y="12656"/>
                    <a:pt x="46754" y="12729"/>
                    <a:pt x="46979" y="12729"/>
                  </a:cubicBezTo>
                  <a:cubicBezTo>
                    <a:pt x="47204" y="12729"/>
                    <a:pt x="47423" y="12650"/>
                    <a:pt x="47635" y="12491"/>
                  </a:cubicBezTo>
                  <a:cubicBezTo>
                    <a:pt x="47848" y="12331"/>
                    <a:pt x="47954" y="12086"/>
                    <a:pt x="47954" y="11755"/>
                  </a:cubicBezTo>
                  <a:cubicBezTo>
                    <a:pt x="47954" y="11344"/>
                    <a:pt x="47950" y="10933"/>
                    <a:pt x="47944" y="10522"/>
                  </a:cubicBezTo>
                  <a:cubicBezTo>
                    <a:pt x="47937" y="10110"/>
                    <a:pt x="47934" y="9699"/>
                    <a:pt x="47934" y="9288"/>
                  </a:cubicBezTo>
                  <a:lnTo>
                    <a:pt x="47934" y="5629"/>
                  </a:lnTo>
                  <a:lnTo>
                    <a:pt x="49624" y="5629"/>
                  </a:lnTo>
                  <a:cubicBezTo>
                    <a:pt x="50234" y="5470"/>
                    <a:pt x="50539" y="5178"/>
                    <a:pt x="50539" y="4754"/>
                  </a:cubicBezTo>
                  <a:cubicBezTo>
                    <a:pt x="50539" y="4568"/>
                    <a:pt x="50470" y="4396"/>
                    <a:pt x="50330" y="4236"/>
                  </a:cubicBezTo>
                  <a:cubicBezTo>
                    <a:pt x="50191" y="4077"/>
                    <a:pt x="49976" y="3958"/>
                    <a:pt x="49684" y="3878"/>
                  </a:cubicBezTo>
                  <a:lnTo>
                    <a:pt x="47934" y="3878"/>
                  </a:lnTo>
                  <a:lnTo>
                    <a:pt x="47934" y="776"/>
                  </a:lnTo>
                  <a:cubicBezTo>
                    <a:pt x="47867" y="510"/>
                    <a:pt x="47741" y="315"/>
                    <a:pt x="47556" y="189"/>
                  </a:cubicBezTo>
                  <a:cubicBezTo>
                    <a:pt x="47370" y="63"/>
                    <a:pt x="47171" y="0"/>
                    <a:pt x="46959" y="0"/>
                  </a:cubicBezTo>
                  <a:cubicBezTo>
                    <a:pt x="46734" y="0"/>
                    <a:pt x="46531" y="70"/>
                    <a:pt x="46352" y="209"/>
                  </a:cubicBezTo>
                  <a:cubicBezTo>
                    <a:pt x="46173" y="348"/>
                    <a:pt x="46051" y="557"/>
                    <a:pt x="45985" y="835"/>
                  </a:cubicBezTo>
                  <a:lnTo>
                    <a:pt x="45985" y="3878"/>
                  </a:lnTo>
                  <a:lnTo>
                    <a:pt x="45070" y="3878"/>
                  </a:lnTo>
                  <a:cubicBezTo>
                    <a:pt x="44712" y="3878"/>
                    <a:pt x="44443" y="3971"/>
                    <a:pt x="44264" y="4157"/>
                  </a:cubicBezTo>
                  <a:cubicBezTo>
                    <a:pt x="44085" y="4343"/>
                    <a:pt x="43996" y="4541"/>
                    <a:pt x="43996" y="4754"/>
                  </a:cubicBezTo>
                  <a:cubicBezTo>
                    <a:pt x="43996" y="4966"/>
                    <a:pt x="44078" y="5151"/>
                    <a:pt x="44244" y="5310"/>
                  </a:cubicBezTo>
                  <a:cubicBezTo>
                    <a:pt x="44410" y="5470"/>
                    <a:pt x="44659" y="5576"/>
                    <a:pt x="44990" y="5629"/>
                  </a:cubicBezTo>
                  <a:close/>
                  <a:moveTo>
                    <a:pt x="58594" y="10064"/>
                  </a:moveTo>
                  <a:cubicBezTo>
                    <a:pt x="58210" y="10303"/>
                    <a:pt x="57789" y="10531"/>
                    <a:pt x="57331" y="10750"/>
                  </a:cubicBezTo>
                  <a:cubicBezTo>
                    <a:pt x="56874" y="10969"/>
                    <a:pt x="56433" y="11092"/>
                    <a:pt x="56009" y="11118"/>
                  </a:cubicBezTo>
                  <a:cubicBezTo>
                    <a:pt x="55505" y="11158"/>
                    <a:pt x="55081" y="11065"/>
                    <a:pt x="54736" y="10840"/>
                  </a:cubicBezTo>
                  <a:cubicBezTo>
                    <a:pt x="54391" y="10614"/>
                    <a:pt x="54126" y="10309"/>
                    <a:pt x="53940" y="9925"/>
                  </a:cubicBezTo>
                  <a:cubicBezTo>
                    <a:pt x="53967" y="9925"/>
                    <a:pt x="54036" y="9912"/>
                    <a:pt x="54149" y="9885"/>
                  </a:cubicBezTo>
                  <a:cubicBezTo>
                    <a:pt x="54262" y="9859"/>
                    <a:pt x="54524" y="9792"/>
                    <a:pt x="54935" y="9686"/>
                  </a:cubicBezTo>
                  <a:cubicBezTo>
                    <a:pt x="55319" y="9593"/>
                    <a:pt x="55730" y="9487"/>
                    <a:pt x="56168" y="9368"/>
                  </a:cubicBezTo>
                  <a:cubicBezTo>
                    <a:pt x="56606" y="9249"/>
                    <a:pt x="57030" y="9103"/>
                    <a:pt x="57441" y="8930"/>
                  </a:cubicBezTo>
                  <a:cubicBezTo>
                    <a:pt x="57852" y="8758"/>
                    <a:pt x="58230" y="8556"/>
                    <a:pt x="58575" y="8324"/>
                  </a:cubicBezTo>
                  <a:cubicBezTo>
                    <a:pt x="58919" y="8092"/>
                    <a:pt x="59191" y="7817"/>
                    <a:pt x="59390" y="7498"/>
                  </a:cubicBezTo>
                  <a:cubicBezTo>
                    <a:pt x="59496" y="7339"/>
                    <a:pt x="59569" y="7173"/>
                    <a:pt x="59609" y="7001"/>
                  </a:cubicBezTo>
                  <a:cubicBezTo>
                    <a:pt x="59649" y="6829"/>
                    <a:pt x="59669" y="6650"/>
                    <a:pt x="59669" y="6464"/>
                  </a:cubicBezTo>
                  <a:cubicBezTo>
                    <a:pt x="59669" y="6186"/>
                    <a:pt x="59615" y="5907"/>
                    <a:pt x="59509" y="5629"/>
                  </a:cubicBezTo>
                  <a:cubicBezTo>
                    <a:pt x="59403" y="5350"/>
                    <a:pt x="59257" y="5095"/>
                    <a:pt x="59072" y="4863"/>
                  </a:cubicBezTo>
                  <a:cubicBezTo>
                    <a:pt x="58886" y="4631"/>
                    <a:pt x="58667" y="4432"/>
                    <a:pt x="58415" y="4266"/>
                  </a:cubicBezTo>
                  <a:cubicBezTo>
                    <a:pt x="58164" y="4101"/>
                    <a:pt x="57892" y="3985"/>
                    <a:pt x="57600" y="3918"/>
                  </a:cubicBezTo>
                  <a:cubicBezTo>
                    <a:pt x="57295" y="3852"/>
                    <a:pt x="56983" y="3819"/>
                    <a:pt x="56665" y="3819"/>
                  </a:cubicBezTo>
                  <a:cubicBezTo>
                    <a:pt x="56069" y="3819"/>
                    <a:pt x="55492" y="3918"/>
                    <a:pt x="54935" y="4117"/>
                  </a:cubicBezTo>
                  <a:cubicBezTo>
                    <a:pt x="54378" y="4316"/>
                    <a:pt x="53861" y="4581"/>
                    <a:pt x="53383" y="4913"/>
                  </a:cubicBezTo>
                  <a:cubicBezTo>
                    <a:pt x="52787" y="5310"/>
                    <a:pt x="52352" y="5828"/>
                    <a:pt x="52081" y="6464"/>
                  </a:cubicBezTo>
                  <a:cubicBezTo>
                    <a:pt x="51809" y="7101"/>
                    <a:pt x="51673" y="7764"/>
                    <a:pt x="51673" y="8453"/>
                  </a:cubicBezTo>
                  <a:cubicBezTo>
                    <a:pt x="51673" y="9156"/>
                    <a:pt x="51829" y="9842"/>
                    <a:pt x="52140" y="10512"/>
                  </a:cubicBezTo>
                  <a:cubicBezTo>
                    <a:pt x="52452" y="11181"/>
                    <a:pt x="52886" y="11722"/>
                    <a:pt x="53443" y="12133"/>
                  </a:cubicBezTo>
                  <a:cubicBezTo>
                    <a:pt x="53788" y="12371"/>
                    <a:pt x="54159" y="12547"/>
                    <a:pt x="54557" y="12660"/>
                  </a:cubicBezTo>
                  <a:cubicBezTo>
                    <a:pt x="54955" y="12772"/>
                    <a:pt x="55346" y="12829"/>
                    <a:pt x="55730" y="12829"/>
                  </a:cubicBezTo>
                  <a:cubicBezTo>
                    <a:pt x="56380" y="12829"/>
                    <a:pt x="57027" y="12713"/>
                    <a:pt x="57670" y="12481"/>
                  </a:cubicBezTo>
                  <a:cubicBezTo>
                    <a:pt x="58313" y="12249"/>
                    <a:pt x="58913" y="11967"/>
                    <a:pt x="59470" y="11635"/>
                  </a:cubicBezTo>
                  <a:cubicBezTo>
                    <a:pt x="59669" y="11516"/>
                    <a:pt x="59814" y="11387"/>
                    <a:pt x="59907" y="11248"/>
                  </a:cubicBezTo>
                  <a:cubicBezTo>
                    <a:pt x="60000" y="11108"/>
                    <a:pt x="60046" y="10966"/>
                    <a:pt x="60046" y="10820"/>
                  </a:cubicBezTo>
                  <a:cubicBezTo>
                    <a:pt x="60046" y="10674"/>
                    <a:pt x="60010" y="10538"/>
                    <a:pt x="59937" y="10412"/>
                  </a:cubicBezTo>
                  <a:cubicBezTo>
                    <a:pt x="59864" y="10286"/>
                    <a:pt x="59765" y="10183"/>
                    <a:pt x="59639" y="10104"/>
                  </a:cubicBezTo>
                  <a:cubicBezTo>
                    <a:pt x="59513" y="10024"/>
                    <a:pt x="59360" y="9978"/>
                    <a:pt x="59181" y="9965"/>
                  </a:cubicBezTo>
                  <a:cubicBezTo>
                    <a:pt x="59002" y="9951"/>
                    <a:pt x="58807" y="9985"/>
                    <a:pt x="58594" y="10064"/>
                  </a:cubicBezTo>
                  <a:close/>
                  <a:moveTo>
                    <a:pt x="54935" y="6066"/>
                  </a:moveTo>
                  <a:cubicBezTo>
                    <a:pt x="55160" y="5960"/>
                    <a:pt x="55445" y="5851"/>
                    <a:pt x="55790" y="5738"/>
                  </a:cubicBezTo>
                  <a:cubicBezTo>
                    <a:pt x="56135" y="5625"/>
                    <a:pt x="56460" y="5569"/>
                    <a:pt x="56765" y="5569"/>
                  </a:cubicBezTo>
                  <a:cubicBezTo>
                    <a:pt x="57043" y="5569"/>
                    <a:pt x="57282" y="5642"/>
                    <a:pt x="57481" y="5788"/>
                  </a:cubicBezTo>
                  <a:cubicBezTo>
                    <a:pt x="57680" y="5934"/>
                    <a:pt x="57766" y="6199"/>
                    <a:pt x="57739" y="6583"/>
                  </a:cubicBezTo>
                  <a:cubicBezTo>
                    <a:pt x="57660" y="6743"/>
                    <a:pt x="57504" y="6888"/>
                    <a:pt x="57272" y="7021"/>
                  </a:cubicBezTo>
                  <a:cubicBezTo>
                    <a:pt x="57040" y="7154"/>
                    <a:pt x="56788" y="7270"/>
                    <a:pt x="56516" y="7369"/>
                  </a:cubicBezTo>
                  <a:cubicBezTo>
                    <a:pt x="56244" y="7469"/>
                    <a:pt x="55976" y="7555"/>
                    <a:pt x="55710" y="7628"/>
                  </a:cubicBezTo>
                  <a:cubicBezTo>
                    <a:pt x="55445" y="7701"/>
                    <a:pt x="55246" y="7757"/>
                    <a:pt x="55114" y="7797"/>
                  </a:cubicBezTo>
                  <a:cubicBezTo>
                    <a:pt x="54743" y="7903"/>
                    <a:pt x="54457" y="7986"/>
                    <a:pt x="54259" y="8045"/>
                  </a:cubicBezTo>
                  <a:cubicBezTo>
                    <a:pt x="54060" y="8105"/>
                    <a:pt x="53910" y="8148"/>
                    <a:pt x="53811" y="8175"/>
                  </a:cubicBezTo>
                  <a:cubicBezTo>
                    <a:pt x="53712" y="8201"/>
                    <a:pt x="53652" y="8218"/>
                    <a:pt x="53632" y="8224"/>
                  </a:cubicBezTo>
                  <a:lnTo>
                    <a:pt x="53602" y="8234"/>
                  </a:lnTo>
                  <a:cubicBezTo>
                    <a:pt x="53629" y="7770"/>
                    <a:pt x="53748" y="7349"/>
                    <a:pt x="53960" y="6971"/>
                  </a:cubicBezTo>
                  <a:cubicBezTo>
                    <a:pt x="54172" y="6593"/>
                    <a:pt x="54497" y="6292"/>
                    <a:pt x="54935" y="6066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67" name="control-label-fan" descr="Fan"/>
            <p:cNvSpPr/>
            <p:nvPr/>
          </p:nvSpPr>
          <p:spPr>
            <a:xfrm>
              <a:off x="4925818" y="694339"/>
              <a:ext cx="147587" cy="68109"/>
            </a:xfrm>
            <a:custGeom>
              <a:avLst/>
              <a:gdLst/>
              <a:ahLst/>
              <a:cxnLst/>
              <a:rect l="0" t="0" r="r" b="b"/>
              <a:pathLst>
                <a:path w="26592" h="12272">
                  <a:moveTo>
                    <a:pt x="2486" y="11277"/>
                  </a:moveTo>
                  <a:lnTo>
                    <a:pt x="2486" y="6663"/>
                  </a:lnTo>
                  <a:lnTo>
                    <a:pt x="3481" y="6663"/>
                  </a:lnTo>
                  <a:cubicBezTo>
                    <a:pt x="3931" y="6663"/>
                    <a:pt x="4399" y="6653"/>
                    <a:pt x="4883" y="6633"/>
                  </a:cubicBezTo>
                  <a:cubicBezTo>
                    <a:pt x="5367" y="6613"/>
                    <a:pt x="5808" y="6560"/>
                    <a:pt x="6206" y="6474"/>
                  </a:cubicBezTo>
                  <a:cubicBezTo>
                    <a:pt x="6603" y="6388"/>
                    <a:pt x="6928" y="6262"/>
                    <a:pt x="7180" y="6096"/>
                  </a:cubicBezTo>
                  <a:cubicBezTo>
                    <a:pt x="7432" y="5930"/>
                    <a:pt x="7558" y="5702"/>
                    <a:pt x="7558" y="5410"/>
                  </a:cubicBezTo>
                  <a:cubicBezTo>
                    <a:pt x="7558" y="5171"/>
                    <a:pt x="7455" y="4972"/>
                    <a:pt x="7250" y="4813"/>
                  </a:cubicBezTo>
                  <a:cubicBezTo>
                    <a:pt x="7044" y="4654"/>
                    <a:pt x="6749" y="4575"/>
                    <a:pt x="6365" y="4575"/>
                  </a:cubicBezTo>
                  <a:cubicBezTo>
                    <a:pt x="5834" y="4734"/>
                    <a:pt x="5224" y="4833"/>
                    <a:pt x="4535" y="4873"/>
                  </a:cubicBezTo>
                  <a:cubicBezTo>
                    <a:pt x="3845" y="4913"/>
                    <a:pt x="3162" y="4933"/>
                    <a:pt x="2486" y="4933"/>
                  </a:cubicBezTo>
                  <a:lnTo>
                    <a:pt x="2486" y="4256"/>
                  </a:lnTo>
                  <a:cubicBezTo>
                    <a:pt x="2486" y="4150"/>
                    <a:pt x="2490" y="4044"/>
                    <a:pt x="2496" y="3938"/>
                  </a:cubicBezTo>
                  <a:cubicBezTo>
                    <a:pt x="2503" y="3832"/>
                    <a:pt x="2506" y="3726"/>
                    <a:pt x="2506" y="3620"/>
                  </a:cubicBezTo>
                  <a:cubicBezTo>
                    <a:pt x="2506" y="3328"/>
                    <a:pt x="2499" y="3043"/>
                    <a:pt x="2486" y="2765"/>
                  </a:cubicBezTo>
                  <a:cubicBezTo>
                    <a:pt x="2473" y="2486"/>
                    <a:pt x="2433" y="2214"/>
                    <a:pt x="2367" y="1949"/>
                  </a:cubicBezTo>
                  <a:cubicBezTo>
                    <a:pt x="2672" y="1923"/>
                    <a:pt x="2944" y="1909"/>
                    <a:pt x="3182" y="1909"/>
                  </a:cubicBezTo>
                  <a:lnTo>
                    <a:pt x="3998" y="1909"/>
                  </a:lnTo>
                  <a:cubicBezTo>
                    <a:pt x="4515" y="1896"/>
                    <a:pt x="5025" y="1883"/>
                    <a:pt x="5529" y="1870"/>
                  </a:cubicBezTo>
                  <a:cubicBezTo>
                    <a:pt x="6033" y="1856"/>
                    <a:pt x="6524" y="1817"/>
                    <a:pt x="7001" y="1750"/>
                  </a:cubicBezTo>
                  <a:cubicBezTo>
                    <a:pt x="7306" y="1671"/>
                    <a:pt x="7531" y="1548"/>
                    <a:pt x="7677" y="1382"/>
                  </a:cubicBezTo>
                  <a:cubicBezTo>
                    <a:pt x="7823" y="1217"/>
                    <a:pt x="7896" y="1034"/>
                    <a:pt x="7896" y="835"/>
                  </a:cubicBezTo>
                  <a:cubicBezTo>
                    <a:pt x="7896" y="597"/>
                    <a:pt x="7800" y="398"/>
                    <a:pt x="7608" y="239"/>
                  </a:cubicBezTo>
                  <a:cubicBezTo>
                    <a:pt x="7415" y="80"/>
                    <a:pt x="7127" y="0"/>
                    <a:pt x="6743" y="0"/>
                  </a:cubicBezTo>
                  <a:cubicBezTo>
                    <a:pt x="6265" y="66"/>
                    <a:pt x="5798" y="103"/>
                    <a:pt x="5340" y="109"/>
                  </a:cubicBezTo>
                  <a:cubicBezTo>
                    <a:pt x="4883" y="116"/>
                    <a:pt x="4429" y="126"/>
                    <a:pt x="3978" y="139"/>
                  </a:cubicBezTo>
                  <a:cubicBezTo>
                    <a:pt x="3461" y="152"/>
                    <a:pt x="2944" y="169"/>
                    <a:pt x="2427" y="189"/>
                  </a:cubicBezTo>
                  <a:cubicBezTo>
                    <a:pt x="1909" y="209"/>
                    <a:pt x="1359" y="265"/>
                    <a:pt x="776" y="358"/>
                  </a:cubicBezTo>
                  <a:cubicBezTo>
                    <a:pt x="312" y="517"/>
                    <a:pt x="80" y="789"/>
                    <a:pt x="80" y="1173"/>
                  </a:cubicBezTo>
                  <a:cubicBezTo>
                    <a:pt x="80" y="1306"/>
                    <a:pt x="113" y="1459"/>
                    <a:pt x="179" y="1631"/>
                  </a:cubicBezTo>
                  <a:cubicBezTo>
                    <a:pt x="338" y="1856"/>
                    <a:pt x="438" y="2145"/>
                    <a:pt x="477" y="2496"/>
                  </a:cubicBezTo>
                  <a:cubicBezTo>
                    <a:pt x="517" y="2848"/>
                    <a:pt x="537" y="3222"/>
                    <a:pt x="537" y="3620"/>
                  </a:cubicBezTo>
                  <a:cubicBezTo>
                    <a:pt x="537" y="3752"/>
                    <a:pt x="534" y="3882"/>
                    <a:pt x="527" y="4008"/>
                  </a:cubicBezTo>
                  <a:cubicBezTo>
                    <a:pt x="520" y="4134"/>
                    <a:pt x="517" y="4256"/>
                    <a:pt x="517" y="4376"/>
                  </a:cubicBezTo>
                  <a:lnTo>
                    <a:pt x="517" y="4992"/>
                  </a:lnTo>
                  <a:cubicBezTo>
                    <a:pt x="172" y="5178"/>
                    <a:pt x="0" y="5423"/>
                    <a:pt x="0" y="5728"/>
                  </a:cubicBezTo>
                  <a:cubicBezTo>
                    <a:pt x="0" y="5874"/>
                    <a:pt x="50" y="6017"/>
                    <a:pt x="149" y="6156"/>
                  </a:cubicBezTo>
                  <a:cubicBezTo>
                    <a:pt x="249" y="6295"/>
                    <a:pt x="371" y="6411"/>
                    <a:pt x="517" y="6504"/>
                  </a:cubicBezTo>
                  <a:lnTo>
                    <a:pt x="517" y="11357"/>
                  </a:lnTo>
                  <a:cubicBezTo>
                    <a:pt x="557" y="11662"/>
                    <a:pt x="670" y="11891"/>
                    <a:pt x="855" y="12043"/>
                  </a:cubicBezTo>
                  <a:cubicBezTo>
                    <a:pt x="1041" y="12196"/>
                    <a:pt x="1253" y="12272"/>
                    <a:pt x="1492" y="12272"/>
                  </a:cubicBezTo>
                  <a:cubicBezTo>
                    <a:pt x="1730" y="12272"/>
                    <a:pt x="1952" y="12192"/>
                    <a:pt x="2158" y="12033"/>
                  </a:cubicBezTo>
                  <a:cubicBezTo>
                    <a:pt x="2364" y="11874"/>
                    <a:pt x="2473" y="11622"/>
                    <a:pt x="2486" y="11277"/>
                  </a:cubicBezTo>
                  <a:close/>
                  <a:moveTo>
                    <a:pt x="17543" y="10959"/>
                  </a:moveTo>
                  <a:cubicBezTo>
                    <a:pt x="17569" y="10933"/>
                    <a:pt x="17552" y="10873"/>
                    <a:pt x="17493" y="10780"/>
                  </a:cubicBezTo>
                  <a:cubicBezTo>
                    <a:pt x="17433" y="10687"/>
                    <a:pt x="17357" y="10568"/>
                    <a:pt x="17264" y="10422"/>
                  </a:cubicBezTo>
                  <a:lnTo>
                    <a:pt x="17284" y="10422"/>
                  </a:lnTo>
                  <a:cubicBezTo>
                    <a:pt x="17178" y="10263"/>
                    <a:pt x="17075" y="10084"/>
                    <a:pt x="16976" y="9885"/>
                  </a:cubicBezTo>
                  <a:cubicBezTo>
                    <a:pt x="16876" y="9686"/>
                    <a:pt x="16813" y="9514"/>
                    <a:pt x="16787" y="9368"/>
                  </a:cubicBezTo>
                  <a:cubicBezTo>
                    <a:pt x="16720" y="8891"/>
                    <a:pt x="16674" y="8403"/>
                    <a:pt x="16648" y="7906"/>
                  </a:cubicBezTo>
                  <a:cubicBezTo>
                    <a:pt x="16621" y="7409"/>
                    <a:pt x="16608" y="6928"/>
                    <a:pt x="16608" y="6464"/>
                  </a:cubicBezTo>
                  <a:lnTo>
                    <a:pt x="16608" y="6126"/>
                  </a:lnTo>
                  <a:cubicBezTo>
                    <a:pt x="16608" y="6007"/>
                    <a:pt x="16611" y="5857"/>
                    <a:pt x="16618" y="5678"/>
                  </a:cubicBezTo>
                  <a:cubicBezTo>
                    <a:pt x="16624" y="5499"/>
                    <a:pt x="16628" y="5277"/>
                    <a:pt x="16628" y="5012"/>
                  </a:cubicBezTo>
                  <a:lnTo>
                    <a:pt x="16628" y="4018"/>
                  </a:lnTo>
                  <a:cubicBezTo>
                    <a:pt x="16482" y="3633"/>
                    <a:pt x="16246" y="3391"/>
                    <a:pt x="15922" y="3292"/>
                  </a:cubicBezTo>
                  <a:cubicBezTo>
                    <a:pt x="15597" y="3192"/>
                    <a:pt x="15229" y="3143"/>
                    <a:pt x="14818" y="3143"/>
                  </a:cubicBezTo>
                  <a:cubicBezTo>
                    <a:pt x="14606" y="3143"/>
                    <a:pt x="14387" y="3159"/>
                    <a:pt x="14161" y="3192"/>
                  </a:cubicBezTo>
                  <a:cubicBezTo>
                    <a:pt x="13936" y="3225"/>
                    <a:pt x="13717" y="3272"/>
                    <a:pt x="13505" y="3331"/>
                  </a:cubicBezTo>
                  <a:cubicBezTo>
                    <a:pt x="13293" y="3391"/>
                    <a:pt x="13104" y="3454"/>
                    <a:pt x="12938" y="3520"/>
                  </a:cubicBezTo>
                  <a:cubicBezTo>
                    <a:pt x="12772" y="3587"/>
                    <a:pt x="12643" y="3646"/>
                    <a:pt x="12550" y="3699"/>
                  </a:cubicBezTo>
                  <a:cubicBezTo>
                    <a:pt x="12113" y="3978"/>
                    <a:pt x="11705" y="4296"/>
                    <a:pt x="11327" y="4654"/>
                  </a:cubicBezTo>
                  <a:cubicBezTo>
                    <a:pt x="10949" y="5012"/>
                    <a:pt x="10614" y="5407"/>
                    <a:pt x="10323" y="5838"/>
                  </a:cubicBezTo>
                  <a:cubicBezTo>
                    <a:pt x="10031" y="6269"/>
                    <a:pt x="9802" y="6733"/>
                    <a:pt x="9636" y="7230"/>
                  </a:cubicBezTo>
                  <a:cubicBezTo>
                    <a:pt x="9471" y="7727"/>
                    <a:pt x="9388" y="8254"/>
                    <a:pt x="9388" y="8811"/>
                  </a:cubicBezTo>
                  <a:cubicBezTo>
                    <a:pt x="9388" y="9355"/>
                    <a:pt x="9494" y="9872"/>
                    <a:pt x="9706" y="10362"/>
                  </a:cubicBezTo>
                  <a:cubicBezTo>
                    <a:pt x="9918" y="10853"/>
                    <a:pt x="10276" y="11277"/>
                    <a:pt x="10780" y="11635"/>
                  </a:cubicBezTo>
                  <a:cubicBezTo>
                    <a:pt x="11125" y="11861"/>
                    <a:pt x="11466" y="12010"/>
                    <a:pt x="11804" y="12083"/>
                  </a:cubicBezTo>
                  <a:cubicBezTo>
                    <a:pt x="12143" y="12156"/>
                    <a:pt x="12491" y="12192"/>
                    <a:pt x="12849" y="12192"/>
                  </a:cubicBezTo>
                  <a:cubicBezTo>
                    <a:pt x="13339" y="12192"/>
                    <a:pt x="13793" y="12143"/>
                    <a:pt x="14211" y="12043"/>
                  </a:cubicBezTo>
                  <a:cubicBezTo>
                    <a:pt x="14629" y="11944"/>
                    <a:pt x="15076" y="11715"/>
                    <a:pt x="15554" y="11357"/>
                  </a:cubicBezTo>
                  <a:cubicBezTo>
                    <a:pt x="15620" y="11463"/>
                    <a:pt x="15703" y="11572"/>
                    <a:pt x="15802" y="11685"/>
                  </a:cubicBezTo>
                  <a:cubicBezTo>
                    <a:pt x="15902" y="11798"/>
                    <a:pt x="16004" y="11907"/>
                    <a:pt x="16110" y="12013"/>
                  </a:cubicBezTo>
                  <a:cubicBezTo>
                    <a:pt x="16349" y="12133"/>
                    <a:pt x="16575" y="12182"/>
                    <a:pt x="16787" y="12162"/>
                  </a:cubicBezTo>
                  <a:cubicBezTo>
                    <a:pt x="16999" y="12143"/>
                    <a:pt x="17175" y="12076"/>
                    <a:pt x="17314" y="11964"/>
                  </a:cubicBezTo>
                  <a:cubicBezTo>
                    <a:pt x="17453" y="11851"/>
                    <a:pt x="17546" y="11705"/>
                    <a:pt x="17592" y="11526"/>
                  </a:cubicBezTo>
                  <a:cubicBezTo>
                    <a:pt x="17639" y="11347"/>
                    <a:pt x="17622" y="11158"/>
                    <a:pt x="17543" y="10959"/>
                  </a:cubicBezTo>
                  <a:close/>
                  <a:moveTo>
                    <a:pt x="14857" y="9547"/>
                  </a:moveTo>
                  <a:cubicBezTo>
                    <a:pt x="14407" y="9918"/>
                    <a:pt x="14035" y="10190"/>
                    <a:pt x="13744" y="10362"/>
                  </a:cubicBezTo>
                  <a:cubicBezTo>
                    <a:pt x="13505" y="10442"/>
                    <a:pt x="13256" y="10482"/>
                    <a:pt x="12998" y="10482"/>
                  </a:cubicBezTo>
                  <a:cubicBezTo>
                    <a:pt x="12739" y="10482"/>
                    <a:pt x="12497" y="10432"/>
                    <a:pt x="12272" y="10333"/>
                  </a:cubicBezTo>
                  <a:cubicBezTo>
                    <a:pt x="12046" y="10233"/>
                    <a:pt x="11851" y="10087"/>
                    <a:pt x="11685" y="9895"/>
                  </a:cubicBezTo>
                  <a:cubicBezTo>
                    <a:pt x="11519" y="9703"/>
                    <a:pt x="11417" y="9461"/>
                    <a:pt x="11377" y="9169"/>
                  </a:cubicBezTo>
                  <a:cubicBezTo>
                    <a:pt x="11310" y="8798"/>
                    <a:pt x="11320" y="8417"/>
                    <a:pt x="11407" y="8025"/>
                  </a:cubicBezTo>
                  <a:cubicBezTo>
                    <a:pt x="11493" y="7634"/>
                    <a:pt x="11629" y="7260"/>
                    <a:pt x="11814" y="6902"/>
                  </a:cubicBezTo>
                  <a:cubicBezTo>
                    <a:pt x="12000" y="6544"/>
                    <a:pt x="12235" y="6219"/>
                    <a:pt x="12520" y="5927"/>
                  </a:cubicBezTo>
                  <a:cubicBezTo>
                    <a:pt x="12806" y="5635"/>
                    <a:pt x="13127" y="5410"/>
                    <a:pt x="13485" y="5251"/>
                  </a:cubicBezTo>
                  <a:cubicBezTo>
                    <a:pt x="13578" y="5211"/>
                    <a:pt x="13740" y="5145"/>
                    <a:pt x="13972" y="5052"/>
                  </a:cubicBezTo>
                  <a:cubicBezTo>
                    <a:pt x="14204" y="4959"/>
                    <a:pt x="14433" y="4899"/>
                    <a:pt x="14659" y="4873"/>
                  </a:cubicBezTo>
                  <a:cubicBezTo>
                    <a:pt x="14659" y="5138"/>
                    <a:pt x="14652" y="5410"/>
                    <a:pt x="14639" y="5688"/>
                  </a:cubicBezTo>
                  <a:cubicBezTo>
                    <a:pt x="14625" y="5967"/>
                    <a:pt x="14619" y="6278"/>
                    <a:pt x="14619" y="6623"/>
                  </a:cubicBezTo>
                  <a:cubicBezTo>
                    <a:pt x="14619" y="7114"/>
                    <a:pt x="14632" y="7608"/>
                    <a:pt x="14659" y="8105"/>
                  </a:cubicBezTo>
                  <a:cubicBezTo>
                    <a:pt x="14685" y="8602"/>
                    <a:pt x="14751" y="9083"/>
                    <a:pt x="14857" y="9547"/>
                  </a:cubicBezTo>
                  <a:close/>
                  <a:moveTo>
                    <a:pt x="26513" y="11238"/>
                  </a:moveTo>
                  <a:lnTo>
                    <a:pt x="26513" y="7618"/>
                  </a:lnTo>
                  <a:cubicBezTo>
                    <a:pt x="26513" y="7379"/>
                    <a:pt x="26526" y="7124"/>
                    <a:pt x="26552" y="6852"/>
                  </a:cubicBezTo>
                  <a:cubicBezTo>
                    <a:pt x="26579" y="6580"/>
                    <a:pt x="26592" y="6305"/>
                    <a:pt x="26592" y="6027"/>
                  </a:cubicBezTo>
                  <a:cubicBezTo>
                    <a:pt x="26592" y="5748"/>
                    <a:pt x="26572" y="5476"/>
                    <a:pt x="26533" y="5211"/>
                  </a:cubicBezTo>
                  <a:cubicBezTo>
                    <a:pt x="26493" y="4946"/>
                    <a:pt x="26407" y="4694"/>
                    <a:pt x="26274" y="4455"/>
                  </a:cubicBezTo>
                  <a:cubicBezTo>
                    <a:pt x="25996" y="3965"/>
                    <a:pt x="25628" y="3600"/>
                    <a:pt x="25170" y="3361"/>
                  </a:cubicBezTo>
                  <a:cubicBezTo>
                    <a:pt x="24713" y="3123"/>
                    <a:pt x="24232" y="3003"/>
                    <a:pt x="23728" y="3003"/>
                  </a:cubicBezTo>
                  <a:cubicBezTo>
                    <a:pt x="23264" y="3003"/>
                    <a:pt x="22813" y="3080"/>
                    <a:pt x="22376" y="3232"/>
                  </a:cubicBezTo>
                  <a:cubicBezTo>
                    <a:pt x="21938" y="3385"/>
                    <a:pt x="21527" y="3593"/>
                    <a:pt x="21143" y="3859"/>
                  </a:cubicBezTo>
                  <a:cubicBezTo>
                    <a:pt x="21076" y="3633"/>
                    <a:pt x="20950" y="3464"/>
                    <a:pt x="20765" y="3351"/>
                  </a:cubicBezTo>
                  <a:cubicBezTo>
                    <a:pt x="20579" y="3239"/>
                    <a:pt x="20393" y="3182"/>
                    <a:pt x="20208" y="3182"/>
                  </a:cubicBezTo>
                  <a:cubicBezTo>
                    <a:pt x="19982" y="3182"/>
                    <a:pt x="19780" y="3249"/>
                    <a:pt x="19601" y="3381"/>
                  </a:cubicBezTo>
                  <a:cubicBezTo>
                    <a:pt x="19422" y="3514"/>
                    <a:pt x="19299" y="3726"/>
                    <a:pt x="19233" y="4018"/>
                  </a:cubicBezTo>
                  <a:cubicBezTo>
                    <a:pt x="19233" y="4654"/>
                    <a:pt x="19236" y="5267"/>
                    <a:pt x="19243" y="5857"/>
                  </a:cubicBezTo>
                  <a:cubicBezTo>
                    <a:pt x="19250" y="6448"/>
                    <a:pt x="19253" y="7034"/>
                    <a:pt x="19253" y="7618"/>
                  </a:cubicBezTo>
                  <a:lnTo>
                    <a:pt x="19253" y="11198"/>
                  </a:lnTo>
                  <a:cubicBezTo>
                    <a:pt x="19293" y="11503"/>
                    <a:pt x="19409" y="11728"/>
                    <a:pt x="19601" y="11874"/>
                  </a:cubicBezTo>
                  <a:cubicBezTo>
                    <a:pt x="19793" y="12020"/>
                    <a:pt x="20002" y="12093"/>
                    <a:pt x="20228" y="12093"/>
                  </a:cubicBezTo>
                  <a:cubicBezTo>
                    <a:pt x="20466" y="12093"/>
                    <a:pt x="20685" y="12013"/>
                    <a:pt x="20884" y="11854"/>
                  </a:cubicBezTo>
                  <a:cubicBezTo>
                    <a:pt x="21083" y="11695"/>
                    <a:pt x="21189" y="11450"/>
                    <a:pt x="21202" y="11118"/>
                  </a:cubicBezTo>
                  <a:cubicBezTo>
                    <a:pt x="21189" y="10442"/>
                    <a:pt x="21182" y="9776"/>
                    <a:pt x="21182" y="9119"/>
                  </a:cubicBezTo>
                  <a:lnTo>
                    <a:pt x="21182" y="7120"/>
                  </a:lnTo>
                  <a:cubicBezTo>
                    <a:pt x="21209" y="6855"/>
                    <a:pt x="21252" y="6653"/>
                    <a:pt x="21312" y="6514"/>
                  </a:cubicBezTo>
                  <a:cubicBezTo>
                    <a:pt x="21371" y="6375"/>
                    <a:pt x="21454" y="6225"/>
                    <a:pt x="21560" y="6066"/>
                  </a:cubicBezTo>
                  <a:cubicBezTo>
                    <a:pt x="21865" y="5629"/>
                    <a:pt x="22207" y="5297"/>
                    <a:pt x="22585" y="5072"/>
                  </a:cubicBezTo>
                  <a:cubicBezTo>
                    <a:pt x="22962" y="4846"/>
                    <a:pt x="23350" y="4734"/>
                    <a:pt x="23748" y="4734"/>
                  </a:cubicBezTo>
                  <a:cubicBezTo>
                    <a:pt x="23987" y="4734"/>
                    <a:pt x="24162" y="4827"/>
                    <a:pt x="24275" y="5012"/>
                  </a:cubicBezTo>
                  <a:cubicBezTo>
                    <a:pt x="24388" y="5198"/>
                    <a:pt x="24464" y="5420"/>
                    <a:pt x="24504" y="5678"/>
                  </a:cubicBezTo>
                  <a:cubicBezTo>
                    <a:pt x="24544" y="5937"/>
                    <a:pt x="24557" y="6199"/>
                    <a:pt x="24544" y="6464"/>
                  </a:cubicBezTo>
                  <a:cubicBezTo>
                    <a:pt x="24530" y="6729"/>
                    <a:pt x="24524" y="6948"/>
                    <a:pt x="24524" y="7120"/>
                  </a:cubicBezTo>
                  <a:lnTo>
                    <a:pt x="24524" y="8960"/>
                  </a:lnTo>
                  <a:cubicBezTo>
                    <a:pt x="24524" y="9431"/>
                    <a:pt x="24527" y="9815"/>
                    <a:pt x="24534" y="10114"/>
                  </a:cubicBezTo>
                  <a:cubicBezTo>
                    <a:pt x="24540" y="10412"/>
                    <a:pt x="24544" y="10651"/>
                    <a:pt x="24544" y="10830"/>
                  </a:cubicBezTo>
                  <a:lnTo>
                    <a:pt x="24544" y="11317"/>
                  </a:lnTo>
                  <a:cubicBezTo>
                    <a:pt x="24583" y="11622"/>
                    <a:pt x="24699" y="11848"/>
                    <a:pt x="24892" y="11993"/>
                  </a:cubicBezTo>
                  <a:cubicBezTo>
                    <a:pt x="25084" y="12139"/>
                    <a:pt x="25299" y="12212"/>
                    <a:pt x="25538" y="12212"/>
                  </a:cubicBezTo>
                  <a:cubicBezTo>
                    <a:pt x="25764" y="12212"/>
                    <a:pt x="25979" y="12133"/>
                    <a:pt x="26185" y="11973"/>
                  </a:cubicBezTo>
                  <a:cubicBezTo>
                    <a:pt x="26390" y="11814"/>
                    <a:pt x="26499" y="11569"/>
                    <a:pt x="26513" y="11238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68" name="control-label-defrost" descr="Defrost"/>
            <p:cNvSpPr/>
            <p:nvPr/>
          </p:nvSpPr>
          <p:spPr>
            <a:xfrm>
              <a:off x="5380004" y="687164"/>
              <a:ext cx="338004" cy="76498"/>
            </a:xfrm>
            <a:custGeom>
              <a:avLst/>
              <a:gdLst/>
              <a:ahLst/>
              <a:cxnLst/>
              <a:rect l="0" t="0" r="r" b="b"/>
              <a:pathLst>
                <a:path w="60902" h="13783">
                  <a:moveTo>
                    <a:pt x="2526" y="13565"/>
                  </a:moveTo>
                  <a:lnTo>
                    <a:pt x="2566" y="13565"/>
                  </a:lnTo>
                  <a:cubicBezTo>
                    <a:pt x="3096" y="13512"/>
                    <a:pt x="3653" y="13449"/>
                    <a:pt x="4236" y="13376"/>
                  </a:cubicBezTo>
                  <a:cubicBezTo>
                    <a:pt x="4820" y="13303"/>
                    <a:pt x="5390" y="13197"/>
                    <a:pt x="5947" y="13057"/>
                  </a:cubicBezTo>
                  <a:cubicBezTo>
                    <a:pt x="6504" y="12918"/>
                    <a:pt x="7038" y="12733"/>
                    <a:pt x="7548" y="12501"/>
                  </a:cubicBezTo>
                  <a:cubicBezTo>
                    <a:pt x="8059" y="12269"/>
                    <a:pt x="8519" y="11960"/>
                    <a:pt x="8930" y="11576"/>
                  </a:cubicBezTo>
                  <a:cubicBezTo>
                    <a:pt x="9527" y="10992"/>
                    <a:pt x="9978" y="10323"/>
                    <a:pt x="10283" y="9567"/>
                  </a:cubicBezTo>
                  <a:cubicBezTo>
                    <a:pt x="10588" y="8811"/>
                    <a:pt x="10740" y="8035"/>
                    <a:pt x="10740" y="7240"/>
                  </a:cubicBezTo>
                  <a:cubicBezTo>
                    <a:pt x="10740" y="6457"/>
                    <a:pt x="10601" y="5708"/>
                    <a:pt x="10323" y="4992"/>
                  </a:cubicBezTo>
                  <a:cubicBezTo>
                    <a:pt x="10044" y="4276"/>
                    <a:pt x="9643" y="3650"/>
                    <a:pt x="9119" y="3113"/>
                  </a:cubicBezTo>
                  <a:cubicBezTo>
                    <a:pt x="8596" y="2576"/>
                    <a:pt x="7949" y="2148"/>
                    <a:pt x="7180" y="1830"/>
                  </a:cubicBezTo>
                  <a:cubicBezTo>
                    <a:pt x="6411" y="1512"/>
                    <a:pt x="5536" y="1352"/>
                    <a:pt x="4555" y="1352"/>
                  </a:cubicBezTo>
                  <a:cubicBezTo>
                    <a:pt x="4210" y="1352"/>
                    <a:pt x="3779" y="1386"/>
                    <a:pt x="3262" y="1452"/>
                  </a:cubicBezTo>
                  <a:cubicBezTo>
                    <a:pt x="2745" y="1518"/>
                    <a:pt x="2244" y="1624"/>
                    <a:pt x="1760" y="1770"/>
                  </a:cubicBezTo>
                  <a:cubicBezTo>
                    <a:pt x="1276" y="1916"/>
                    <a:pt x="862" y="2098"/>
                    <a:pt x="517" y="2317"/>
                  </a:cubicBezTo>
                  <a:cubicBezTo>
                    <a:pt x="172" y="2536"/>
                    <a:pt x="0" y="2798"/>
                    <a:pt x="0" y="3103"/>
                  </a:cubicBezTo>
                  <a:cubicBezTo>
                    <a:pt x="0" y="3315"/>
                    <a:pt x="93" y="3501"/>
                    <a:pt x="278" y="3660"/>
                  </a:cubicBezTo>
                  <a:cubicBezTo>
                    <a:pt x="464" y="3819"/>
                    <a:pt x="703" y="3898"/>
                    <a:pt x="994" y="3898"/>
                  </a:cubicBezTo>
                  <a:cubicBezTo>
                    <a:pt x="1101" y="3898"/>
                    <a:pt x="1180" y="3895"/>
                    <a:pt x="1233" y="3888"/>
                  </a:cubicBezTo>
                  <a:cubicBezTo>
                    <a:pt x="1286" y="3882"/>
                    <a:pt x="1346" y="3865"/>
                    <a:pt x="1412" y="3839"/>
                  </a:cubicBezTo>
                  <a:lnTo>
                    <a:pt x="1412" y="12471"/>
                  </a:lnTo>
                  <a:cubicBezTo>
                    <a:pt x="1412" y="12590"/>
                    <a:pt x="1459" y="12743"/>
                    <a:pt x="1551" y="12928"/>
                  </a:cubicBezTo>
                  <a:lnTo>
                    <a:pt x="1611" y="13048"/>
                  </a:lnTo>
                  <a:cubicBezTo>
                    <a:pt x="1757" y="13313"/>
                    <a:pt x="2062" y="13485"/>
                    <a:pt x="2526" y="13565"/>
                  </a:cubicBezTo>
                  <a:close/>
                  <a:moveTo>
                    <a:pt x="4535" y="3123"/>
                  </a:moveTo>
                  <a:cubicBezTo>
                    <a:pt x="5224" y="3123"/>
                    <a:pt x="5834" y="3232"/>
                    <a:pt x="6365" y="3451"/>
                  </a:cubicBezTo>
                  <a:cubicBezTo>
                    <a:pt x="6895" y="3670"/>
                    <a:pt x="7339" y="3958"/>
                    <a:pt x="7697" y="4316"/>
                  </a:cubicBezTo>
                  <a:cubicBezTo>
                    <a:pt x="8055" y="4674"/>
                    <a:pt x="8324" y="5092"/>
                    <a:pt x="8503" y="5569"/>
                  </a:cubicBezTo>
                  <a:cubicBezTo>
                    <a:pt x="8682" y="6046"/>
                    <a:pt x="8771" y="6544"/>
                    <a:pt x="8771" y="7061"/>
                  </a:cubicBezTo>
                  <a:cubicBezTo>
                    <a:pt x="8771" y="7657"/>
                    <a:pt x="8669" y="8238"/>
                    <a:pt x="8463" y="8801"/>
                  </a:cubicBezTo>
                  <a:cubicBezTo>
                    <a:pt x="8257" y="9365"/>
                    <a:pt x="7949" y="9872"/>
                    <a:pt x="7538" y="10323"/>
                  </a:cubicBezTo>
                  <a:cubicBezTo>
                    <a:pt x="7313" y="10575"/>
                    <a:pt x="7038" y="10780"/>
                    <a:pt x="6713" y="10939"/>
                  </a:cubicBezTo>
                  <a:cubicBezTo>
                    <a:pt x="6388" y="11098"/>
                    <a:pt x="6040" y="11228"/>
                    <a:pt x="5669" y="11327"/>
                  </a:cubicBezTo>
                  <a:cubicBezTo>
                    <a:pt x="5297" y="11427"/>
                    <a:pt x="4913" y="11506"/>
                    <a:pt x="4515" y="11566"/>
                  </a:cubicBezTo>
                  <a:cubicBezTo>
                    <a:pt x="4117" y="11625"/>
                    <a:pt x="3739" y="11675"/>
                    <a:pt x="3381" y="11715"/>
                  </a:cubicBezTo>
                  <a:lnTo>
                    <a:pt x="3381" y="3242"/>
                  </a:lnTo>
                  <a:cubicBezTo>
                    <a:pt x="3580" y="3215"/>
                    <a:pt x="3776" y="3189"/>
                    <a:pt x="3968" y="3162"/>
                  </a:cubicBezTo>
                  <a:cubicBezTo>
                    <a:pt x="4160" y="3136"/>
                    <a:pt x="4349" y="3123"/>
                    <a:pt x="4535" y="3123"/>
                  </a:cubicBezTo>
                  <a:close/>
                  <a:moveTo>
                    <a:pt x="19074" y="10740"/>
                  </a:moveTo>
                  <a:cubicBezTo>
                    <a:pt x="18690" y="10979"/>
                    <a:pt x="18269" y="11208"/>
                    <a:pt x="17811" y="11427"/>
                  </a:cubicBezTo>
                  <a:cubicBezTo>
                    <a:pt x="17354" y="11645"/>
                    <a:pt x="16913" y="11768"/>
                    <a:pt x="16488" y="11794"/>
                  </a:cubicBezTo>
                  <a:cubicBezTo>
                    <a:pt x="15985" y="11834"/>
                    <a:pt x="15560" y="11741"/>
                    <a:pt x="15215" y="11516"/>
                  </a:cubicBezTo>
                  <a:cubicBezTo>
                    <a:pt x="14871" y="11291"/>
                    <a:pt x="14606" y="10986"/>
                    <a:pt x="14420" y="10601"/>
                  </a:cubicBezTo>
                  <a:cubicBezTo>
                    <a:pt x="14446" y="10601"/>
                    <a:pt x="14516" y="10588"/>
                    <a:pt x="14629" y="10561"/>
                  </a:cubicBezTo>
                  <a:cubicBezTo>
                    <a:pt x="14741" y="10535"/>
                    <a:pt x="15003" y="10469"/>
                    <a:pt x="15414" y="10362"/>
                  </a:cubicBezTo>
                  <a:cubicBezTo>
                    <a:pt x="15799" y="10270"/>
                    <a:pt x="16210" y="10164"/>
                    <a:pt x="16648" y="10044"/>
                  </a:cubicBezTo>
                  <a:cubicBezTo>
                    <a:pt x="17085" y="9925"/>
                    <a:pt x="17509" y="9779"/>
                    <a:pt x="17920" y="9607"/>
                  </a:cubicBezTo>
                  <a:cubicBezTo>
                    <a:pt x="18331" y="9434"/>
                    <a:pt x="18709" y="9232"/>
                    <a:pt x="19054" y="9000"/>
                  </a:cubicBezTo>
                  <a:cubicBezTo>
                    <a:pt x="19399" y="8768"/>
                    <a:pt x="19671" y="8493"/>
                    <a:pt x="19870" y="8175"/>
                  </a:cubicBezTo>
                  <a:cubicBezTo>
                    <a:pt x="19976" y="8015"/>
                    <a:pt x="20049" y="7850"/>
                    <a:pt x="20088" y="7677"/>
                  </a:cubicBezTo>
                  <a:cubicBezTo>
                    <a:pt x="20128" y="7505"/>
                    <a:pt x="20148" y="7326"/>
                    <a:pt x="20148" y="7140"/>
                  </a:cubicBezTo>
                  <a:cubicBezTo>
                    <a:pt x="20148" y="6862"/>
                    <a:pt x="20095" y="6583"/>
                    <a:pt x="19989" y="6305"/>
                  </a:cubicBezTo>
                  <a:cubicBezTo>
                    <a:pt x="19883" y="6027"/>
                    <a:pt x="19737" y="5771"/>
                    <a:pt x="19551" y="5539"/>
                  </a:cubicBezTo>
                  <a:cubicBezTo>
                    <a:pt x="19366" y="5307"/>
                    <a:pt x="19147" y="5108"/>
                    <a:pt x="18895" y="4943"/>
                  </a:cubicBezTo>
                  <a:cubicBezTo>
                    <a:pt x="18643" y="4777"/>
                    <a:pt x="18371" y="4661"/>
                    <a:pt x="18080" y="4594"/>
                  </a:cubicBezTo>
                  <a:cubicBezTo>
                    <a:pt x="17775" y="4528"/>
                    <a:pt x="17463" y="4495"/>
                    <a:pt x="17145" y="4495"/>
                  </a:cubicBezTo>
                  <a:cubicBezTo>
                    <a:pt x="16548" y="4495"/>
                    <a:pt x="15971" y="4594"/>
                    <a:pt x="15414" y="4793"/>
                  </a:cubicBezTo>
                  <a:cubicBezTo>
                    <a:pt x="14857" y="4992"/>
                    <a:pt x="14340" y="5257"/>
                    <a:pt x="13863" y="5589"/>
                  </a:cubicBezTo>
                  <a:cubicBezTo>
                    <a:pt x="13266" y="5987"/>
                    <a:pt x="12832" y="6504"/>
                    <a:pt x="12560" y="7140"/>
                  </a:cubicBezTo>
                  <a:cubicBezTo>
                    <a:pt x="12288" y="7777"/>
                    <a:pt x="12152" y="8440"/>
                    <a:pt x="12152" y="9129"/>
                  </a:cubicBezTo>
                  <a:cubicBezTo>
                    <a:pt x="12152" y="9832"/>
                    <a:pt x="12308" y="10518"/>
                    <a:pt x="12620" y="11188"/>
                  </a:cubicBezTo>
                  <a:cubicBezTo>
                    <a:pt x="12931" y="11857"/>
                    <a:pt x="13366" y="12398"/>
                    <a:pt x="13923" y="12809"/>
                  </a:cubicBezTo>
                  <a:cubicBezTo>
                    <a:pt x="14267" y="13048"/>
                    <a:pt x="14639" y="13223"/>
                    <a:pt x="15036" y="13336"/>
                  </a:cubicBezTo>
                  <a:cubicBezTo>
                    <a:pt x="15434" y="13449"/>
                    <a:pt x="15825" y="13505"/>
                    <a:pt x="16210" y="13505"/>
                  </a:cubicBezTo>
                  <a:cubicBezTo>
                    <a:pt x="16860" y="13505"/>
                    <a:pt x="17506" y="13389"/>
                    <a:pt x="18149" y="13157"/>
                  </a:cubicBezTo>
                  <a:cubicBezTo>
                    <a:pt x="18792" y="12925"/>
                    <a:pt x="19392" y="12643"/>
                    <a:pt x="19949" y="12312"/>
                  </a:cubicBezTo>
                  <a:cubicBezTo>
                    <a:pt x="20148" y="12192"/>
                    <a:pt x="20294" y="12063"/>
                    <a:pt x="20387" y="11924"/>
                  </a:cubicBezTo>
                  <a:cubicBezTo>
                    <a:pt x="20480" y="11785"/>
                    <a:pt x="20526" y="11642"/>
                    <a:pt x="20526" y="11496"/>
                  </a:cubicBezTo>
                  <a:cubicBezTo>
                    <a:pt x="20526" y="11350"/>
                    <a:pt x="20490" y="11214"/>
                    <a:pt x="20417" y="11088"/>
                  </a:cubicBezTo>
                  <a:cubicBezTo>
                    <a:pt x="20344" y="10962"/>
                    <a:pt x="20244" y="10860"/>
                    <a:pt x="20118" y="10780"/>
                  </a:cubicBezTo>
                  <a:cubicBezTo>
                    <a:pt x="19992" y="10701"/>
                    <a:pt x="19840" y="10654"/>
                    <a:pt x="19661" y="10641"/>
                  </a:cubicBezTo>
                  <a:cubicBezTo>
                    <a:pt x="19482" y="10628"/>
                    <a:pt x="19286" y="10661"/>
                    <a:pt x="19074" y="10740"/>
                  </a:cubicBezTo>
                  <a:close/>
                  <a:moveTo>
                    <a:pt x="15414" y="6743"/>
                  </a:moveTo>
                  <a:cubicBezTo>
                    <a:pt x="15640" y="6636"/>
                    <a:pt x="15925" y="6527"/>
                    <a:pt x="16270" y="6414"/>
                  </a:cubicBezTo>
                  <a:cubicBezTo>
                    <a:pt x="16614" y="6302"/>
                    <a:pt x="16939" y="6245"/>
                    <a:pt x="17244" y="6245"/>
                  </a:cubicBezTo>
                  <a:cubicBezTo>
                    <a:pt x="17523" y="6245"/>
                    <a:pt x="17761" y="6318"/>
                    <a:pt x="17960" y="6464"/>
                  </a:cubicBezTo>
                  <a:cubicBezTo>
                    <a:pt x="18159" y="6610"/>
                    <a:pt x="18245" y="6875"/>
                    <a:pt x="18219" y="7260"/>
                  </a:cubicBezTo>
                  <a:cubicBezTo>
                    <a:pt x="18139" y="7419"/>
                    <a:pt x="17983" y="7565"/>
                    <a:pt x="17751" y="7697"/>
                  </a:cubicBezTo>
                  <a:cubicBezTo>
                    <a:pt x="17519" y="7830"/>
                    <a:pt x="17267" y="7946"/>
                    <a:pt x="16996" y="8045"/>
                  </a:cubicBezTo>
                  <a:cubicBezTo>
                    <a:pt x="16724" y="8145"/>
                    <a:pt x="16455" y="8231"/>
                    <a:pt x="16190" y="8304"/>
                  </a:cubicBezTo>
                  <a:cubicBezTo>
                    <a:pt x="15925" y="8377"/>
                    <a:pt x="15726" y="8433"/>
                    <a:pt x="15593" y="8473"/>
                  </a:cubicBezTo>
                  <a:cubicBezTo>
                    <a:pt x="15222" y="8579"/>
                    <a:pt x="14937" y="8662"/>
                    <a:pt x="14738" y="8722"/>
                  </a:cubicBezTo>
                  <a:cubicBezTo>
                    <a:pt x="14539" y="8781"/>
                    <a:pt x="14390" y="8824"/>
                    <a:pt x="14291" y="8851"/>
                  </a:cubicBezTo>
                  <a:cubicBezTo>
                    <a:pt x="14191" y="8877"/>
                    <a:pt x="14131" y="8894"/>
                    <a:pt x="14112" y="8901"/>
                  </a:cubicBezTo>
                  <a:lnTo>
                    <a:pt x="14082" y="8910"/>
                  </a:lnTo>
                  <a:cubicBezTo>
                    <a:pt x="14108" y="8446"/>
                    <a:pt x="14228" y="8025"/>
                    <a:pt x="14440" y="7648"/>
                  </a:cubicBezTo>
                  <a:cubicBezTo>
                    <a:pt x="14652" y="7270"/>
                    <a:pt x="14977" y="6968"/>
                    <a:pt x="15414" y="6743"/>
                  </a:cubicBezTo>
                  <a:close/>
                  <a:moveTo>
                    <a:pt x="25220" y="12530"/>
                  </a:moveTo>
                  <a:lnTo>
                    <a:pt x="25220" y="7041"/>
                  </a:lnTo>
                  <a:lnTo>
                    <a:pt x="25737" y="7041"/>
                  </a:lnTo>
                  <a:cubicBezTo>
                    <a:pt x="26029" y="7041"/>
                    <a:pt x="26327" y="7038"/>
                    <a:pt x="26632" y="7031"/>
                  </a:cubicBezTo>
                  <a:cubicBezTo>
                    <a:pt x="26937" y="7024"/>
                    <a:pt x="27215" y="6991"/>
                    <a:pt x="27467" y="6931"/>
                  </a:cubicBezTo>
                  <a:cubicBezTo>
                    <a:pt x="27719" y="6872"/>
                    <a:pt x="27925" y="6779"/>
                    <a:pt x="28084" y="6653"/>
                  </a:cubicBezTo>
                  <a:cubicBezTo>
                    <a:pt x="28243" y="6527"/>
                    <a:pt x="28323" y="6351"/>
                    <a:pt x="28323" y="6126"/>
                  </a:cubicBezTo>
                  <a:cubicBezTo>
                    <a:pt x="28323" y="5954"/>
                    <a:pt x="28256" y="5785"/>
                    <a:pt x="28124" y="5619"/>
                  </a:cubicBezTo>
                  <a:cubicBezTo>
                    <a:pt x="27991" y="5453"/>
                    <a:pt x="27772" y="5330"/>
                    <a:pt x="27467" y="5251"/>
                  </a:cubicBezTo>
                  <a:lnTo>
                    <a:pt x="25220" y="5310"/>
                  </a:lnTo>
                  <a:lnTo>
                    <a:pt x="25220" y="3123"/>
                  </a:lnTo>
                  <a:cubicBezTo>
                    <a:pt x="25379" y="2208"/>
                    <a:pt x="25744" y="1750"/>
                    <a:pt x="26314" y="1750"/>
                  </a:cubicBezTo>
                  <a:cubicBezTo>
                    <a:pt x="26460" y="1750"/>
                    <a:pt x="26615" y="1783"/>
                    <a:pt x="26781" y="1850"/>
                  </a:cubicBezTo>
                  <a:cubicBezTo>
                    <a:pt x="26947" y="1916"/>
                    <a:pt x="27109" y="1982"/>
                    <a:pt x="27269" y="2049"/>
                  </a:cubicBezTo>
                  <a:lnTo>
                    <a:pt x="27249" y="2049"/>
                  </a:lnTo>
                  <a:cubicBezTo>
                    <a:pt x="27394" y="2115"/>
                    <a:pt x="27547" y="2175"/>
                    <a:pt x="27706" y="2228"/>
                  </a:cubicBezTo>
                  <a:cubicBezTo>
                    <a:pt x="27865" y="2281"/>
                    <a:pt x="28018" y="2307"/>
                    <a:pt x="28164" y="2307"/>
                  </a:cubicBezTo>
                  <a:cubicBezTo>
                    <a:pt x="28429" y="2307"/>
                    <a:pt x="28651" y="2224"/>
                    <a:pt x="28830" y="2059"/>
                  </a:cubicBezTo>
                  <a:cubicBezTo>
                    <a:pt x="29009" y="1893"/>
                    <a:pt x="29098" y="1697"/>
                    <a:pt x="29098" y="1472"/>
                  </a:cubicBezTo>
                  <a:cubicBezTo>
                    <a:pt x="29098" y="1220"/>
                    <a:pt x="28992" y="1001"/>
                    <a:pt x="28780" y="815"/>
                  </a:cubicBezTo>
                  <a:cubicBezTo>
                    <a:pt x="28568" y="630"/>
                    <a:pt x="28313" y="477"/>
                    <a:pt x="28014" y="358"/>
                  </a:cubicBezTo>
                  <a:cubicBezTo>
                    <a:pt x="27716" y="239"/>
                    <a:pt x="27411" y="149"/>
                    <a:pt x="27099" y="90"/>
                  </a:cubicBezTo>
                  <a:cubicBezTo>
                    <a:pt x="26788" y="30"/>
                    <a:pt x="26533" y="0"/>
                    <a:pt x="26334" y="0"/>
                  </a:cubicBezTo>
                  <a:cubicBezTo>
                    <a:pt x="25883" y="0"/>
                    <a:pt x="25472" y="80"/>
                    <a:pt x="25101" y="239"/>
                  </a:cubicBezTo>
                  <a:cubicBezTo>
                    <a:pt x="24729" y="398"/>
                    <a:pt x="24408" y="623"/>
                    <a:pt x="24136" y="915"/>
                  </a:cubicBezTo>
                  <a:cubicBezTo>
                    <a:pt x="23864" y="1207"/>
                    <a:pt x="23652" y="1548"/>
                    <a:pt x="23499" y="1939"/>
                  </a:cubicBezTo>
                  <a:cubicBezTo>
                    <a:pt x="23347" y="2330"/>
                    <a:pt x="23271" y="2765"/>
                    <a:pt x="23271" y="3242"/>
                  </a:cubicBezTo>
                  <a:lnTo>
                    <a:pt x="23271" y="5350"/>
                  </a:lnTo>
                  <a:lnTo>
                    <a:pt x="23092" y="5350"/>
                  </a:lnTo>
                  <a:cubicBezTo>
                    <a:pt x="22734" y="5350"/>
                    <a:pt x="22465" y="5446"/>
                    <a:pt x="22286" y="5639"/>
                  </a:cubicBezTo>
                  <a:cubicBezTo>
                    <a:pt x="22107" y="5831"/>
                    <a:pt x="22018" y="6027"/>
                    <a:pt x="22018" y="6225"/>
                  </a:cubicBezTo>
                  <a:cubicBezTo>
                    <a:pt x="22018" y="6438"/>
                    <a:pt x="22101" y="6623"/>
                    <a:pt x="22266" y="6782"/>
                  </a:cubicBezTo>
                  <a:cubicBezTo>
                    <a:pt x="22432" y="6941"/>
                    <a:pt x="22681" y="7048"/>
                    <a:pt x="23012" y="7101"/>
                  </a:cubicBezTo>
                  <a:lnTo>
                    <a:pt x="23271" y="7101"/>
                  </a:lnTo>
                  <a:lnTo>
                    <a:pt x="23271" y="12610"/>
                  </a:lnTo>
                  <a:cubicBezTo>
                    <a:pt x="23310" y="12915"/>
                    <a:pt x="23427" y="13140"/>
                    <a:pt x="23619" y="13286"/>
                  </a:cubicBezTo>
                  <a:cubicBezTo>
                    <a:pt x="23811" y="13432"/>
                    <a:pt x="24020" y="13505"/>
                    <a:pt x="24245" y="13505"/>
                  </a:cubicBezTo>
                  <a:cubicBezTo>
                    <a:pt x="24484" y="13505"/>
                    <a:pt x="24703" y="13425"/>
                    <a:pt x="24902" y="13266"/>
                  </a:cubicBezTo>
                  <a:cubicBezTo>
                    <a:pt x="25101" y="13107"/>
                    <a:pt x="25207" y="12862"/>
                    <a:pt x="25220" y="12530"/>
                  </a:cubicBezTo>
                  <a:close/>
                  <a:moveTo>
                    <a:pt x="30093" y="6385"/>
                  </a:moveTo>
                  <a:lnTo>
                    <a:pt x="30133" y="6404"/>
                  </a:lnTo>
                  <a:lnTo>
                    <a:pt x="30133" y="12630"/>
                  </a:lnTo>
                  <a:cubicBezTo>
                    <a:pt x="30172" y="12935"/>
                    <a:pt x="30285" y="13164"/>
                    <a:pt x="30471" y="13316"/>
                  </a:cubicBezTo>
                  <a:cubicBezTo>
                    <a:pt x="30656" y="13469"/>
                    <a:pt x="30869" y="13545"/>
                    <a:pt x="31107" y="13545"/>
                  </a:cubicBezTo>
                  <a:cubicBezTo>
                    <a:pt x="31333" y="13545"/>
                    <a:pt x="31548" y="13465"/>
                    <a:pt x="31754" y="13306"/>
                  </a:cubicBezTo>
                  <a:cubicBezTo>
                    <a:pt x="31959" y="13147"/>
                    <a:pt x="32069" y="12902"/>
                    <a:pt x="32082" y="12570"/>
                  </a:cubicBezTo>
                  <a:lnTo>
                    <a:pt x="32082" y="7359"/>
                  </a:lnTo>
                  <a:cubicBezTo>
                    <a:pt x="32214" y="7227"/>
                    <a:pt x="32377" y="7071"/>
                    <a:pt x="32569" y="6892"/>
                  </a:cubicBezTo>
                  <a:cubicBezTo>
                    <a:pt x="32761" y="6713"/>
                    <a:pt x="32957" y="6550"/>
                    <a:pt x="33156" y="6404"/>
                  </a:cubicBezTo>
                  <a:cubicBezTo>
                    <a:pt x="33355" y="6259"/>
                    <a:pt x="33554" y="6133"/>
                    <a:pt x="33752" y="6027"/>
                  </a:cubicBezTo>
                  <a:cubicBezTo>
                    <a:pt x="33951" y="5920"/>
                    <a:pt x="34124" y="5867"/>
                    <a:pt x="34270" y="5867"/>
                  </a:cubicBezTo>
                  <a:cubicBezTo>
                    <a:pt x="34376" y="5867"/>
                    <a:pt x="34492" y="5910"/>
                    <a:pt x="34618" y="5997"/>
                  </a:cubicBezTo>
                  <a:cubicBezTo>
                    <a:pt x="34744" y="6083"/>
                    <a:pt x="34853" y="6172"/>
                    <a:pt x="34946" y="6265"/>
                  </a:cubicBezTo>
                  <a:cubicBezTo>
                    <a:pt x="35065" y="6371"/>
                    <a:pt x="35185" y="6464"/>
                    <a:pt x="35304" y="6544"/>
                  </a:cubicBezTo>
                  <a:cubicBezTo>
                    <a:pt x="35423" y="6623"/>
                    <a:pt x="35576" y="6663"/>
                    <a:pt x="35761" y="6663"/>
                  </a:cubicBezTo>
                  <a:cubicBezTo>
                    <a:pt x="36013" y="6663"/>
                    <a:pt x="36229" y="6587"/>
                    <a:pt x="36408" y="6434"/>
                  </a:cubicBezTo>
                  <a:cubicBezTo>
                    <a:pt x="36587" y="6282"/>
                    <a:pt x="36676" y="6086"/>
                    <a:pt x="36676" y="5848"/>
                  </a:cubicBezTo>
                  <a:cubicBezTo>
                    <a:pt x="36676" y="5556"/>
                    <a:pt x="36577" y="5301"/>
                    <a:pt x="36378" y="5082"/>
                  </a:cubicBezTo>
                  <a:cubicBezTo>
                    <a:pt x="36179" y="4863"/>
                    <a:pt x="35950" y="4684"/>
                    <a:pt x="35692" y="4545"/>
                  </a:cubicBezTo>
                  <a:cubicBezTo>
                    <a:pt x="35433" y="4406"/>
                    <a:pt x="35168" y="4303"/>
                    <a:pt x="34896" y="4236"/>
                  </a:cubicBezTo>
                  <a:cubicBezTo>
                    <a:pt x="34624" y="4170"/>
                    <a:pt x="34422" y="4137"/>
                    <a:pt x="34290" y="4137"/>
                  </a:cubicBezTo>
                  <a:cubicBezTo>
                    <a:pt x="33825" y="4137"/>
                    <a:pt x="33385" y="4236"/>
                    <a:pt x="32967" y="4435"/>
                  </a:cubicBezTo>
                  <a:cubicBezTo>
                    <a:pt x="32549" y="4634"/>
                    <a:pt x="32135" y="4899"/>
                    <a:pt x="31724" y="5231"/>
                  </a:cubicBezTo>
                  <a:cubicBezTo>
                    <a:pt x="31551" y="5085"/>
                    <a:pt x="31336" y="4959"/>
                    <a:pt x="31077" y="4853"/>
                  </a:cubicBezTo>
                  <a:cubicBezTo>
                    <a:pt x="30819" y="4747"/>
                    <a:pt x="30590" y="4694"/>
                    <a:pt x="30391" y="4694"/>
                  </a:cubicBezTo>
                  <a:cubicBezTo>
                    <a:pt x="30099" y="4694"/>
                    <a:pt x="29864" y="4773"/>
                    <a:pt x="29685" y="4933"/>
                  </a:cubicBezTo>
                  <a:cubicBezTo>
                    <a:pt x="29506" y="5092"/>
                    <a:pt x="29417" y="5284"/>
                    <a:pt x="29417" y="5509"/>
                  </a:cubicBezTo>
                  <a:cubicBezTo>
                    <a:pt x="29417" y="5669"/>
                    <a:pt x="29466" y="5818"/>
                    <a:pt x="29566" y="5957"/>
                  </a:cubicBezTo>
                  <a:cubicBezTo>
                    <a:pt x="29665" y="6096"/>
                    <a:pt x="29841" y="6239"/>
                    <a:pt x="30093" y="6385"/>
                  </a:cubicBezTo>
                  <a:close/>
                  <a:moveTo>
                    <a:pt x="41629" y="4515"/>
                  </a:moveTo>
                  <a:cubicBezTo>
                    <a:pt x="40992" y="4515"/>
                    <a:pt x="40392" y="4667"/>
                    <a:pt x="39829" y="4972"/>
                  </a:cubicBezTo>
                  <a:cubicBezTo>
                    <a:pt x="39265" y="5277"/>
                    <a:pt x="38775" y="5678"/>
                    <a:pt x="38357" y="6176"/>
                  </a:cubicBezTo>
                  <a:cubicBezTo>
                    <a:pt x="37939" y="6673"/>
                    <a:pt x="37608" y="7236"/>
                    <a:pt x="37362" y="7866"/>
                  </a:cubicBezTo>
                  <a:cubicBezTo>
                    <a:pt x="37117" y="8496"/>
                    <a:pt x="36994" y="9143"/>
                    <a:pt x="36994" y="9806"/>
                  </a:cubicBezTo>
                  <a:cubicBezTo>
                    <a:pt x="36994" y="10283"/>
                    <a:pt x="37077" y="10757"/>
                    <a:pt x="37243" y="11228"/>
                  </a:cubicBezTo>
                  <a:cubicBezTo>
                    <a:pt x="37409" y="11698"/>
                    <a:pt x="37644" y="12123"/>
                    <a:pt x="37949" y="12501"/>
                  </a:cubicBezTo>
                  <a:cubicBezTo>
                    <a:pt x="38254" y="12878"/>
                    <a:pt x="38629" y="13187"/>
                    <a:pt x="39073" y="13425"/>
                  </a:cubicBezTo>
                  <a:cubicBezTo>
                    <a:pt x="39517" y="13664"/>
                    <a:pt x="40011" y="13783"/>
                    <a:pt x="40555" y="13783"/>
                  </a:cubicBezTo>
                  <a:cubicBezTo>
                    <a:pt x="41072" y="13783"/>
                    <a:pt x="41566" y="13684"/>
                    <a:pt x="42036" y="13485"/>
                  </a:cubicBezTo>
                  <a:cubicBezTo>
                    <a:pt x="42507" y="13286"/>
                    <a:pt x="42935" y="13011"/>
                    <a:pt x="43319" y="12660"/>
                  </a:cubicBezTo>
                  <a:cubicBezTo>
                    <a:pt x="43704" y="12308"/>
                    <a:pt x="44039" y="11894"/>
                    <a:pt x="44324" y="11417"/>
                  </a:cubicBezTo>
                  <a:cubicBezTo>
                    <a:pt x="44609" y="10939"/>
                    <a:pt x="44824" y="10429"/>
                    <a:pt x="44970" y="9885"/>
                  </a:cubicBezTo>
                  <a:cubicBezTo>
                    <a:pt x="45010" y="9686"/>
                    <a:pt x="45043" y="9491"/>
                    <a:pt x="45070" y="9298"/>
                  </a:cubicBezTo>
                  <a:cubicBezTo>
                    <a:pt x="45096" y="9106"/>
                    <a:pt x="45109" y="8897"/>
                    <a:pt x="45109" y="8672"/>
                  </a:cubicBezTo>
                  <a:cubicBezTo>
                    <a:pt x="45109" y="8155"/>
                    <a:pt x="45033" y="7648"/>
                    <a:pt x="44881" y="7150"/>
                  </a:cubicBezTo>
                  <a:cubicBezTo>
                    <a:pt x="44728" y="6653"/>
                    <a:pt x="44503" y="6209"/>
                    <a:pt x="44204" y="5818"/>
                  </a:cubicBezTo>
                  <a:cubicBezTo>
                    <a:pt x="43906" y="5427"/>
                    <a:pt x="43541" y="5112"/>
                    <a:pt x="43110" y="4873"/>
                  </a:cubicBezTo>
                  <a:cubicBezTo>
                    <a:pt x="42680" y="4634"/>
                    <a:pt x="42186" y="4515"/>
                    <a:pt x="41629" y="4515"/>
                  </a:cubicBezTo>
                  <a:close/>
                  <a:moveTo>
                    <a:pt x="39063" y="8791"/>
                  </a:moveTo>
                  <a:cubicBezTo>
                    <a:pt x="39129" y="8526"/>
                    <a:pt x="39235" y="8244"/>
                    <a:pt x="39381" y="7946"/>
                  </a:cubicBezTo>
                  <a:cubicBezTo>
                    <a:pt x="39527" y="7648"/>
                    <a:pt x="39709" y="7376"/>
                    <a:pt x="39928" y="7130"/>
                  </a:cubicBezTo>
                  <a:cubicBezTo>
                    <a:pt x="40147" y="6885"/>
                    <a:pt x="40396" y="6680"/>
                    <a:pt x="40674" y="6514"/>
                  </a:cubicBezTo>
                  <a:cubicBezTo>
                    <a:pt x="40952" y="6348"/>
                    <a:pt x="41251" y="6265"/>
                    <a:pt x="41569" y="6265"/>
                  </a:cubicBezTo>
                  <a:cubicBezTo>
                    <a:pt x="41821" y="6265"/>
                    <a:pt x="42046" y="6335"/>
                    <a:pt x="42245" y="6474"/>
                  </a:cubicBezTo>
                  <a:cubicBezTo>
                    <a:pt x="42444" y="6613"/>
                    <a:pt x="42613" y="6796"/>
                    <a:pt x="42752" y="7021"/>
                  </a:cubicBezTo>
                  <a:cubicBezTo>
                    <a:pt x="42892" y="7246"/>
                    <a:pt x="42994" y="7502"/>
                    <a:pt x="43061" y="7787"/>
                  </a:cubicBezTo>
                  <a:cubicBezTo>
                    <a:pt x="43127" y="8072"/>
                    <a:pt x="43160" y="8360"/>
                    <a:pt x="43160" y="8652"/>
                  </a:cubicBezTo>
                  <a:cubicBezTo>
                    <a:pt x="43160" y="8970"/>
                    <a:pt x="43101" y="9325"/>
                    <a:pt x="42981" y="9716"/>
                  </a:cubicBezTo>
                  <a:cubicBezTo>
                    <a:pt x="42862" y="10107"/>
                    <a:pt x="42693" y="10472"/>
                    <a:pt x="42474" y="10810"/>
                  </a:cubicBezTo>
                  <a:cubicBezTo>
                    <a:pt x="42255" y="11148"/>
                    <a:pt x="41990" y="11433"/>
                    <a:pt x="41678" y="11665"/>
                  </a:cubicBezTo>
                  <a:cubicBezTo>
                    <a:pt x="41367" y="11897"/>
                    <a:pt x="41012" y="12013"/>
                    <a:pt x="40614" y="12013"/>
                  </a:cubicBezTo>
                  <a:cubicBezTo>
                    <a:pt x="40203" y="12013"/>
                    <a:pt x="39875" y="11901"/>
                    <a:pt x="39630" y="11675"/>
                  </a:cubicBezTo>
                  <a:cubicBezTo>
                    <a:pt x="39385" y="11450"/>
                    <a:pt x="39209" y="11175"/>
                    <a:pt x="39103" y="10850"/>
                  </a:cubicBezTo>
                  <a:cubicBezTo>
                    <a:pt x="38997" y="10525"/>
                    <a:pt x="38944" y="10177"/>
                    <a:pt x="38944" y="9806"/>
                  </a:cubicBezTo>
                  <a:cubicBezTo>
                    <a:pt x="38944" y="9434"/>
                    <a:pt x="38983" y="9096"/>
                    <a:pt x="39063" y="8791"/>
                  </a:cubicBezTo>
                  <a:close/>
                  <a:moveTo>
                    <a:pt x="45766" y="11715"/>
                  </a:moveTo>
                  <a:lnTo>
                    <a:pt x="45786" y="11715"/>
                  </a:lnTo>
                  <a:cubicBezTo>
                    <a:pt x="46210" y="12298"/>
                    <a:pt x="46773" y="12756"/>
                    <a:pt x="47476" y="13087"/>
                  </a:cubicBezTo>
                  <a:cubicBezTo>
                    <a:pt x="48179" y="13419"/>
                    <a:pt x="48902" y="13585"/>
                    <a:pt x="49644" y="13585"/>
                  </a:cubicBezTo>
                  <a:cubicBezTo>
                    <a:pt x="49976" y="13585"/>
                    <a:pt x="50307" y="13505"/>
                    <a:pt x="50639" y="13346"/>
                  </a:cubicBezTo>
                  <a:cubicBezTo>
                    <a:pt x="50970" y="13187"/>
                    <a:pt x="51265" y="12975"/>
                    <a:pt x="51524" y="12709"/>
                  </a:cubicBezTo>
                  <a:cubicBezTo>
                    <a:pt x="51782" y="12444"/>
                    <a:pt x="51991" y="12143"/>
                    <a:pt x="52150" y="11804"/>
                  </a:cubicBezTo>
                  <a:cubicBezTo>
                    <a:pt x="52309" y="11466"/>
                    <a:pt x="52389" y="11118"/>
                    <a:pt x="52389" y="10760"/>
                  </a:cubicBezTo>
                  <a:cubicBezTo>
                    <a:pt x="52389" y="10309"/>
                    <a:pt x="52319" y="9925"/>
                    <a:pt x="52180" y="9607"/>
                  </a:cubicBezTo>
                  <a:cubicBezTo>
                    <a:pt x="52041" y="9288"/>
                    <a:pt x="51845" y="9017"/>
                    <a:pt x="51593" y="8791"/>
                  </a:cubicBezTo>
                  <a:cubicBezTo>
                    <a:pt x="51341" y="8566"/>
                    <a:pt x="51043" y="8377"/>
                    <a:pt x="50698" y="8224"/>
                  </a:cubicBezTo>
                  <a:cubicBezTo>
                    <a:pt x="50354" y="8072"/>
                    <a:pt x="49976" y="7936"/>
                    <a:pt x="49565" y="7817"/>
                  </a:cubicBezTo>
                  <a:cubicBezTo>
                    <a:pt x="49419" y="7777"/>
                    <a:pt x="49266" y="7734"/>
                    <a:pt x="49107" y="7687"/>
                  </a:cubicBezTo>
                  <a:cubicBezTo>
                    <a:pt x="48948" y="7641"/>
                    <a:pt x="48799" y="7585"/>
                    <a:pt x="48660" y="7518"/>
                  </a:cubicBezTo>
                  <a:cubicBezTo>
                    <a:pt x="48520" y="7452"/>
                    <a:pt x="48394" y="7369"/>
                    <a:pt x="48282" y="7270"/>
                  </a:cubicBezTo>
                  <a:cubicBezTo>
                    <a:pt x="48169" y="7170"/>
                    <a:pt x="48073" y="7048"/>
                    <a:pt x="47993" y="6902"/>
                  </a:cubicBezTo>
                  <a:cubicBezTo>
                    <a:pt x="47954" y="6530"/>
                    <a:pt x="48027" y="6265"/>
                    <a:pt x="48212" y="6106"/>
                  </a:cubicBezTo>
                  <a:cubicBezTo>
                    <a:pt x="48398" y="5947"/>
                    <a:pt x="48630" y="5857"/>
                    <a:pt x="48908" y="5838"/>
                  </a:cubicBezTo>
                  <a:cubicBezTo>
                    <a:pt x="49187" y="5818"/>
                    <a:pt x="49469" y="5844"/>
                    <a:pt x="49754" y="5917"/>
                  </a:cubicBezTo>
                  <a:cubicBezTo>
                    <a:pt x="50039" y="5990"/>
                    <a:pt x="50261" y="6066"/>
                    <a:pt x="50420" y="6146"/>
                  </a:cubicBezTo>
                  <a:cubicBezTo>
                    <a:pt x="50619" y="6252"/>
                    <a:pt x="50808" y="6305"/>
                    <a:pt x="50987" y="6305"/>
                  </a:cubicBezTo>
                  <a:cubicBezTo>
                    <a:pt x="51166" y="6305"/>
                    <a:pt x="51325" y="6265"/>
                    <a:pt x="51464" y="6186"/>
                  </a:cubicBezTo>
                  <a:cubicBezTo>
                    <a:pt x="51603" y="6106"/>
                    <a:pt x="51716" y="6003"/>
                    <a:pt x="51802" y="5877"/>
                  </a:cubicBezTo>
                  <a:cubicBezTo>
                    <a:pt x="51888" y="5751"/>
                    <a:pt x="51931" y="5609"/>
                    <a:pt x="51931" y="5450"/>
                  </a:cubicBezTo>
                  <a:cubicBezTo>
                    <a:pt x="51931" y="5317"/>
                    <a:pt x="51885" y="5178"/>
                    <a:pt x="51792" y="5032"/>
                  </a:cubicBezTo>
                  <a:cubicBezTo>
                    <a:pt x="51699" y="4886"/>
                    <a:pt x="51560" y="4747"/>
                    <a:pt x="51375" y="4614"/>
                  </a:cubicBezTo>
                  <a:cubicBezTo>
                    <a:pt x="50897" y="4349"/>
                    <a:pt x="50357" y="4164"/>
                    <a:pt x="49754" y="4057"/>
                  </a:cubicBezTo>
                  <a:cubicBezTo>
                    <a:pt x="49150" y="3951"/>
                    <a:pt x="48570" y="3971"/>
                    <a:pt x="48013" y="4117"/>
                  </a:cubicBezTo>
                  <a:cubicBezTo>
                    <a:pt x="47735" y="4183"/>
                    <a:pt x="47473" y="4306"/>
                    <a:pt x="47228" y="4485"/>
                  </a:cubicBezTo>
                  <a:cubicBezTo>
                    <a:pt x="46982" y="4664"/>
                    <a:pt x="46770" y="4876"/>
                    <a:pt x="46591" y="5122"/>
                  </a:cubicBezTo>
                  <a:cubicBezTo>
                    <a:pt x="46412" y="5367"/>
                    <a:pt x="46270" y="5635"/>
                    <a:pt x="46164" y="5927"/>
                  </a:cubicBezTo>
                  <a:cubicBezTo>
                    <a:pt x="46057" y="6219"/>
                    <a:pt x="46004" y="6504"/>
                    <a:pt x="46004" y="6782"/>
                  </a:cubicBezTo>
                  <a:cubicBezTo>
                    <a:pt x="46004" y="6981"/>
                    <a:pt x="46044" y="7197"/>
                    <a:pt x="46124" y="7429"/>
                  </a:cubicBezTo>
                  <a:cubicBezTo>
                    <a:pt x="46203" y="7661"/>
                    <a:pt x="46316" y="7876"/>
                    <a:pt x="46462" y="8075"/>
                  </a:cubicBezTo>
                  <a:cubicBezTo>
                    <a:pt x="46621" y="8287"/>
                    <a:pt x="46787" y="8463"/>
                    <a:pt x="46959" y="8602"/>
                  </a:cubicBezTo>
                  <a:cubicBezTo>
                    <a:pt x="47131" y="8741"/>
                    <a:pt x="47310" y="8857"/>
                    <a:pt x="47496" y="8950"/>
                  </a:cubicBezTo>
                  <a:cubicBezTo>
                    <a:pt x="47682" y="9043"/>
                    <a:pt x="47874" y="9119"/>
                    <a:pt x="48073" y="9179"/>
                  </a:cubicBezTo>
                  <a:cubicBezTo>
                    <a:pt x="48272" y="9239"/>
                    <a:pt x="48471" y="9295"/>
                    <a:pt x="48670" y="9348"/>
                  </a:cubicBezTo>
                  <a:cubicBezTo>
                    <a:pt x="48789" y="9388"/>
                    <a:pt x="48918" y="9421"/>
                    <a:pt x="49057" y="9448"/>
                  </a:cubicBezTo>
                  <a:cubicBezTo>
                    <a:pt x="49197" y="9474"/>
                    <a:pt x="49343" y="9514"/>
                    <a:pt x="49495" y="9567"/>
                  </a:cubicBezTo>
                  <a:cubicBezTo>
                    <a:pt x="49648" y="9620"/>
                    <a:pt x="49793" y="9699"/>
                    <a:pt x="49933" y="9806"/>
                  </a:cubicBezTo>
                  <a:cubicBezTo>
                    <a:pt x="50072" y="9912"/>
                    <a:pt x="50201" y="10057"/>
                    <a:pt x="50320" y="10243"/>
                  </a:cubicBezTo>
                  <a:cubicBezTo>
                    <a:pt x="50413" y="10389"/>
                    <a:pt x="50460" y="10548"/>
                    <a:pt x="50460" y="10720"/>
                  </a:cubicBezTo>
                  <a:cubicBezTo>
                    <a:pt x="50460" y="10893"/>
                    <a:pt x="50423" y="11052"/>
                    <a:pt x="50350" y="11198"/>
                  </a:cubicBezTo>
                  <a:cubicBezTo>
                    <a:pt x="50277" y="11344"/>
                    <a:pt x="50165" y="11473"/>
                    <a:pt x="50012" y="11586"/>
                  </a:cubicBezTo>
                  <a:cubicBezTo>
                    <a:pt x="49860" y="11698"/>
                    <a:pt x="49684" y="11775"/>
                    <a:pt x="49485" y="11814"/>
                  </a:cubicBezTo>
                  <a:cubicBezTo>
                    <a:pt x="49061" y="11894"/>
                    <a:pt x="48656" y="11808"/>
                    <a:pt x="48272" y="11556"/>
                  </a:cubicBezTo>
                  <a:cubicBezTo>
                    <a:pt x="47887" y="11304"/>
                    <a:pt x="47556" y="10992"/>
                    <a:pt x="47277" y="10621"/>
                  </a:cubicBezTo>
                  <a:cubicBezTo>
                    <a:pt x="47012" y="10449"/>
                    <a:pt x="46767" y="10362"/>
                    <a:pt x="46541" y="10362"/>
                  </a:cubicBezTo>
                  <a:cubicBezTo>
                    <a:pt x="46197" y="10362"/>
                    <a:pt x="45935" y="10492"/>
                    <a:pt x="45756" y="10750"/>
                  </a:cubicBezTo>
                  <a:cubicBezTo>
                    <a:pt x="45577" y="11009"/>
                    <a:pt x="45580" y="11330"/>
                    <a:pt x="45766" y="11715"/>
                  </a:cubicBezTo>
                  <a:close/>
                  <a:moveTo>
                    <a:pt x="55352" y="6305"/>
                  </a:moveTo>
                  <a:lnTo>
                    <a:pt x="56347" y="6305"/>
                  </a:lnTo>
                  <a:lnTo>
                    <a:pt x="56347" y="9348"/>
                  </a:lnTo>
                  <a:cubicBezTo>
                    <a:pt x="56347" y="9878"/>
                    <a:pt x="56350" y="10412"/>
                    <a:pt x="56357" y="10949"/>
                  </a:cubicBezTo>
                  <a:cubicBezTo>
                    <a:pt x="56364" y="11486"/>
                    <a:pt x="56367" y="12007"/>
                    <a:pt x="56367" y="12510"/>
                  </a:cubicBezTo>
                  <a:cubicBezTo>
                    <a:pt x="56407" y="12815"/>
                    <a:pt x="56523" y="13041"/>
                    <a:pt x="56715" y="13187"/>
                  </a:cubicBezTo>
                  <a:cubicBezTo>
                    <a:pt x="56907" y="13333"/>
                    <a:pt x="57116" y="13406"/>
                    <a:pt x="57341" y="13406"/>
                  </a:cubicBezTo>
                  <a:cubicBezTo>
                    <a:pt x="57567" y="13406"/>
                    <a:pt x="57786" y="13326"/>
                    <a:pt x="57998" y="13167"/>
                  </a:cubicBezTo>
                  <a:cubicBezTo>
                    <a:pt x="58210" y="13008"/>
                    <a:pt x="58316" y="12762"/>
                    <a:pt x="58316" y="12431"/>
                  </a:cubicBezTo>
                  <a:cubicBezTo>
                    <a:pt x="58316" y="12020"/>
                    <a:pt x="58313" y="11609"/>
                    <a:pt x="58306" y="11198"/>
                  </a:cubicBezTo>
                  <a:cubicBezTo>
                    <a:pt x="58299" y="10787"/>
                    <a:pt x="58296" y="10376"/>
                    <a:pt x="58296" y="9965"/>
                  </a:cubicBezTo>
                  <a:lnTo>
                    <a:pt x="58296" y="6305"/>
                  </a:lnTo>
                  <a:lnTo>
                    <a:pt x="59987" y="6305"/>
                  </a:lnTo>
                  <a:cubicBezTo>
                    <a:pt x="60597" y="6146"/>
                    <a:pt x="60902" y="5854"/>
                    <a:pt x="60902" y="5430"/>
                  </a:cubicBezTo>
                  <a:cubicBezTo>
                    <a:pt x="60902" y="5244"/>
                    <a:pt x="60832" y="5072"/>
                    <a:pt x="60693" y="4913"/>
                  </a:cubicBezTo>
                  <a:cubicBezTo>
                    <a:pt x="60554" y="4754"/>
                    <a:pt x="60338" y="4634"/>
                    <a:pt x="60046" y="4555"/>
                  </a:cubicBezTo>
                  <a:lnTo>
                    <a:pt x="58296" y="4555"/>
                  </a:lnTo>
                  <a:lnTo>
                    <a:pt x="58296" y="1452"/>
                  </a:lnTo>
                  <a:cubicBezTo>
                    <a:pt x="58230" y="1187"/>
                    <a:pt x="58104" y="991"/>
                    <a:pt x="57918" y="865"/>
                  </a:cubicBezTo>
                  <a:cubicBezTo>
                    <a:pt x="57733" y="739"/>
                    <a:pt x="57534" y="676"/>
                    <a:pt x="57322" y="676"/>
                  </a:cubicBezTo>
                  <a:cubicBezTo>
                    <a:pt x="57096" y="676"/>
                    <a:pt x="56894" y="746"/>
                    <a:pt x="56715" y="885"/>
                  </a:cubicBezTo>
                  <a:cubicBezTo>
                    <a:pt x="56536" y="1024"/>
                    <a:pt x="56413" y="1233"/>
                    <a:pt x="56347" y="1512"/>
                  </a:cubicBezTo>
                  <a:lnTo>
                    <a:pt x="56347" y="4555"/>
                  </a:lnTo>
                  <a:lnTo>
                    <a:pt x="55432" y="4555"/>
                  </a:lnTo>
                  <a:cubicBezTo>
                    <a:pt x="55074" y="4555"/>
                    <a:pt x="54806" y="4648"/>
                    <a:pt x="54627" y="4833"/>
                  </a:cubicBezTo>
                  <a:cubicBezTo>
                    <a:pt x="54448" y="5019"/>
                    <a:pt x="54358" y="5218"/>
                    <a:pt x="54358" y="5430"/>
                  </a:cubicBezTo>
                  <a:cubicBezTo>
                    <a:pt x="54358" y="5642"/>
                    <a:pt x="54441" y="5828"/>
                    <a:pt x="54607" y="5987"/>
                  </a:cubicBezTo>
                  <a:cubicBezTo>
                    <a:pt x="54772" y="6146"/>
                    <a:pt x="55021" y="6252"/>
                    <a:pt x="55352" y="6305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69" name="control-label-seat-heat" descr="Seat heat"/>
            <p:cNvSpPr/>
            <p:nvPr/>
          </p:nvSpPr>
          <p:spPr>
            <a:xfrm>
              <a:off x="5878014" y="690917"/>
              <a:ext cx="446625" cy="71715"/>
            </a:xfrm>
            <a:custGeom>
              <a:avLst/>
              <a:gdLst/>
              <a:ahLst/>
              <a:cxnLst/>
              <a:rect l="0" t="0" r="r" b="b"/>
              <a:pathLst>
                <a:path w="80473" h="12922">
                  <a:moveTo>
                    <a:pt x="139" y="10979"/>
                  </a:moveTo>
                  <a:lnTo>
                    <a:pt x="159" y="10999"/>
                  </a:lnTo>
                  <a:cubicBezTo>
                    <a:pt x="398" y="11277"/>
                    <a:pt x="690" y="11536"/>
                    <a:pt x="1034" y="11775"/>
                  </a:cubicBezTo>
                  <a:cubicBezTo>
                    <a:pt x="1379" y="12013"/>
                    <a:pt x="1757" y="12219"/>
                    <a:pt x="2168" y="12391"/>
                  </a:cubicBezTo>
                  <a:cubicBezTo>
                    <a:pt x="2579" y="12564"/>
                    <a:pt x="3013" y="12696"/>
                    <a:pt x="3471" y="12789"/>
                  </a:cubicBezTo>
                  <a:cubicBezTo>
                    <a:pt x="3928" y="12882"/>
                    <a:pt x="4382" y="12922"/>
                    <a:pt x="4833" y="12908"/>
                  </a:cubicBezTo>
                  <a:cubicBezTo>
                    <a:pt x="5350" y="12895"/>
                    <a:pt x="5848" y="12812"/>
                    <a:pt x="6325" y="12660"/>
                  </a:cubicBezTo>
                  <a:cubicBezTo>
                    <a:pt x="6802" y="12507"/>
                    <a:pt x="7227" y="12285"/>
                    <a:pt x="7598" y="11993"/>
                  </a:cubicBezTo>
                  <a:cubicBezTo>
                    <a:pt x="7969" y="11702"/>
                    <a:pt x="8264" y="11334"/>
                    <a:pt x="8483" y="10890"/>
                  </a:cubicBezTo>
                  <a:cubicBezTo>
                    <a:pt x="8702" y="10445"/>
                    <a:pt x="8811" y="9925"/>
                    <a:pt x="8811" y="9328"/>
                  </a:cubicBezTo>
                  <a:cubicBezTo>
                    <a:pt x="8811" y="8745"/>
                    <a:pt x="8678" y="8211"/>
                    <a:pt x="8413" y="7727"/>
                  </a:cubicBezTo>
                  <a:cubicBezTo>
                    <a:pt x="8148" y="7243"/>
                    <a:pt x="7764" y="6862"/>
                    <a:pt x="7260" y="6583"/>
                  </a:cubicBezTo>
                  <a:cubicBezTo>
                    <a:pt x="6690" y="6265"/>
                    <a:pt x="6169" y="6043"/>
                    <a:pt x="5698" y="5917"/>
                  </a:cubicBezTo>
                  <a:cubicBezTo>
                    <a:pt x="5228" y="5791"/>
                    <a:pt x="4720" y="5669"/>
                    <a:pt x="4177" y="5549"/>
                  </a:cubicBezTo>
                  <a:cubicBezTo>
                    <a:pt x="4190" y="5549"/>
                    <a:pt x="4091" y="5526"/>
                    <a:pt x="3878" y="5480"/>
                  </a:cubicBezTo>
                  <a:cubicBezTo>
                    <a:pt x="3666" y="5433"/>
                    <a:pt x="3434" y="5354"/>
                    <a:pt x="3182" y="5241"/>
                  </a:cubicBezTo>
                  <a:cubicBezTo>
                    <a:pt x="2930" y="5128"/>
                    <a:pt x="2698" y="4979"/>
                    <a:pt x="2486" y="4793"/>
                  </a:cubicBezTo>
                  <a:cubicBezTo>
                    <a:pt x="2274" y="4608"/>
                    <a:pt x="2181" y="4382"/>
                    <a:pt x="2208" y="4117"/>
                  </a:cubicBezTo>
                  <a:cubicBezTo>
                    <a:pt x="2234" y="3799"/>
                    <a:pt x="2334" y="3537"/>
                    <a:pt x="2506" y="3331"/>
                  </a:cubicBezTo>
                  <a:cubicBezTo>
                    <a:pt x="2678" y="3126"/>
                    <a:pt x="2887" y="2957"/>
                    <a:pt x="3133" y="2824"/>
                  </a:cubicBezTo>
                  <a:cubicBezTo>
                    <a:pt x="3378" y="2692"/>
                    <a:pt x="3650" y="2599"/>
                    <a:pt x="3948" y="2546"/>
                  </a:cubicBezTo>
                  <a:cubicBezTo>
                    <a:pt x="4246" y="2493"/>
                    <a:pt x="4535" y="2466"/>
                    <a:pt x="4813" y="2466"/>
                  </a:cubicBezTo>
                  <a:cubicBezTo>
                    <a:pt x="5185" y="2466"/>
                    <a:pt x="5543" y="2509"/>
                    <a:pt x="5887" y="2596"/>
                  </a:cubicBezTo>
                  <a:cubicBezTo>
                    <a:pt x="6232" y="2682"/>
                    <a:pt x="6577" y="2778"/>
                    <a:pt x="6922" y="2884"/>
                  </a:cubicBezTo>
                  <a:cubicBezTo>
                    <a:pt x="7094" y="2950"/>
                    <a:pt x="7253" y="2964"/>
                    <a:pt x="7399" y="2924"/>
                  </a:cubicBezTo>
                  <a:cubicBezTo>
                    <a:pt x="7545" y="2884"/>
                    <a:pt x="7667" y="2821"/>
                    <a:pt x="7767" y="2735"/>
                  </a:cubicBezTo>
                  <a:cubicBezTo>
                    <a:pt x="7866" y="2649"/>
                    <a:pt x="7943" y="2543"/>
                    <a:pt x="7996" y="2417"/>
                  </a:cubicBezTo>
                  <a:cubicBezTo>
                    <a:pt x="8049" y="2291"/>
                    <a:pt x="8075" y="2175"/>
                    <a:pt x="8075" y="2069"/>
                  </a:cubicBezTo>
                  <a:cubicBezTo>
                    <a:pt x="8075" y="1923"/>
                    <a:pt x="8032" y="1777"/>
                    <a:pt x="7946" y="1631"/>
                  </a:cubicBezTo>
                  <a:cubicBezTo>
                    <a:pt x="7860" y="1485"/>
                    <a:pt x="7724" y="1359"/>
                    <a:pt x="7538" y="1253"/>
                  </a:cubicBezTo>
                  <a:cubicBezTo>
                    <a:pt x="7193" y="1067"/>
                    <a:pt x="6835" y="928"/>
                    <a:pt x="6464" y="835"/>
                  </a:cubicBezTo>
                  <a:cubicBezTo>
                    <a:pt x="6093" y="743"/>
                    <a:pt x="5675" y="696"/>
                    <a:pt x="5211" y="696"/>
                  </a:cubicBezTo>
                  <a:cubicBezTo>
                    <a:pt x="4654" y="696"/>
                    <a:pt x="4091" y="762"/>
                    <a:pt x="3520" y="895"/>
                  </a:cubicBezTo>
                  <a:cubicBezTo>
                    <a:pt x="2950" y="1028"/>
                    <a:pt x="2427" y="1233"/>
                    <a:pt x="1949" y="1512"/>
                  </a:cubicBezTo>
                  <a:cubicBezTo>
                    <a:pt x="1472" y="1790"/>
                    <a:pt x="1077" y="2151"/>
                    <a:pt x="766" y="2596"/>
                  </a:cubicBezTo>
                  <a:cubicBezTo>
                    <a:pt x="454" y="3040"/>
                    <a:pt x="292" y="3573"/>
                    <a:pt x="278" y="4197"/>
                  </a:cubicBezTo>
                  <a:cubicBezTo>
                    <a:pt x="265" y="4687"/>
                    <a:pt x="358" y="5108"/>
                    <a:pt x="557" y="5460"/>
                  </a:cubicBezTo>
                  <a:cubicBezTo>
                    <a:pt x="756" y="5811"/>
                    <a:pt x="1021" y="6106"/>
                    <a:pt x="1352" y="6345"/>
                  </a:cubicBezTo>
                  <a:cubicBezTo>
                    <a:pt x="1684" y="6583"/>
                    <a:pt x="2065" y="6776"/>
                    <a:pt x="2496" y="6922"/>
                  </a:cubicBezTo>
                  <a:cubicBezTo>
                    <a:pt x="2927" y="7067"/>
                    <a:pt x="3368" y="7180"/>
                    <a:pt x="3819" y="7260"/>
                  </a:cubicBezTo>
                  <a:cubicBezTo>
                    <a:pt x="4097" y="7299"/>
                    <a:pt x="4415" y="7359"/>
                    <a:pt x="4773" y="7439"/>
                  </a:cubicBezTo>
                  <a:cubicBezTo>
                    <a:pt x="5131" y="7518"/>
                    <a:pt x="5466" y="7638"/>
                    <a:pt x="5778" y="7797"/>
                  </a:cubicBezTo>
                  <a:cubicBezTo>
                    <a:pt x="6090" y="7956"/>
                    <a:pt x="6348" y="8178"/>
                    <a:pt x="6554" y="8463"/>
                  </a:cubicBezTo>
                  <a:cubicBezTo>
                    <a:pt x="6759" y="8748"/>
                    <a:pt x="6855" y="9116"/>
                    <a:pt x="6842" y="9567"/>
                  </a:cubicBezTo>
                  <a:cubicBezTo>
                    <a:pt x="6815" y="10031"/>
                    <a:pt x="6646" y="10412"/>
                    <a:pt x="6335" y="10710"/>
                  </a:cubicBezTo>
                  <a:cubicBezTo>
                    <a:pt x="6023" y="11009"/>
                    <a:pt x="5509" y="11158"/>
                    <a:pt x="4793" y="11158"/>
                  </a:cubicBezTo>
                  <a:cubicBezTo>
                    <a:pt x="4157" y="11158"/>
                    <a:pt x="3607" y="11055"/>
                    <a:pt x="3143" y="10850"/>
                  </a:cubicBezTo>
                  <a:cubicBezTo>
                    <a:pt x="2678" y="10644"/>
                    <a:pt x="2201" y="10329"/>
                    <a:pt x="1710" y="9905"/>
                  </a:cubicBezTo>
                  <a:cubicBezTo>
                    <a:pt x="1578" y="9812"/>
                    <a:pt x="1449" y="9739"/>
                    <a:pt x="1323" y="9686"/>
                  </a:cubicBezTo>
                  <a:cubicBezTo>
                    <a:pt x="1197" y="9633"/>
                    <a:pt x="1061" y="9607"/>
                    <a:pt x="915" y="9607"/>
                  </a:cubicBezTo>
                  <a:cubicBezTo>
                    <a:pt x="650" y="9607"/>
                    <a:pt x="431" y="9683"/>
                    <a:pt x="259" y="9835"/>
                  </a:cubicBezTo>
                  <a:cubicBezTo>
                    <a:pt x="86" y="9988"/>
                    <a:pt x="0" y="10183"/>
                    <a:pt x="0" y="10422"/>
                  </a:cubicBezTo>
                  <a:cubicBezTo>
                    <a:pt x="0" y="10594"/>
                    <a:pt x="46" y="10780"/>
                    <a:pt x="139" y="10979"/>
                  </a:cubicBezTo>
                  <a:close/>
                  <a:moveTo>
                    <a:pt x="17165" y="10064"/>
                  </a:moveTo>
                  <a:cubicBezTo>
                    <a:pt x="16780" y="10303"/>
                    <a:pt x="16359" y="10531"/>
                    <a:pt x="15902" y="10750"/>
                  </a:cubicBezTo>
                  <a:cubicBezTo>
                    <a:pt x="15444" y="10969"/>
                    <a:pt x="15003" y="11092"/>
                    <a:pt x="14579" y="11118"/>
                  </a:cubicBezTo>
                  <a:cubicBezTo>
                    <a:pt x="14075" y="11158"/>
                    <a:pt x="13651" y="11065"/>
                    <a:pt x="13306" y="10840"/>
                  </a:cubicBezTo>
                  <a:cubicBezTo>
                    <a:pt x="12961" y="10614"/>
                    <a:pt x="12696" y="10309"/>
                    <a:pt x="12510" y="9925"/>
                  </a:cubicBezTo>
                  <a:cubicBezTo>
                    <a:pt x="12537" y="9925"/>
                    <a:pt x="12607" y="9912"/>
                    <a:pt x="12719" y="9885"/>
                  </a:cubicBezTo>
                  <a:cubicBezTo>
                    <a:pt x="12832" y="9859"/>
                    <a:pt x="13094" y="9792"/>
                    <a:pt x="13505" y="9686"/>
                  </a:cubicBezTo>
                  <a:cubicBezTo>
                    <a:pt x="13890" y="9593"/>
                    <a:pt x="14301" y="9487"/>
                    <a:pt x="14738" y="9368"/>
                  </a:cubicBezTo>
                  <a:cubicBezTo>
                    <a:pt x="15176" y="9249"/>
                    <a:pt x="15600" y="9103"/>
                    <a:pt x="16011" y="8930"/>
                  </a:cubicBezTo>
                  <a:cubicBezTo>
                    <a:pt x="16422" y="8758"/>
                    <a:pt x="16800" y="8556"/>
                    <a:pt x="17145" y="8324"/>
                  </a:cubicBezTo>
                  <a:cubicBezTo>
                    <a:pt x="17490" y="8092"/>
                    <a:pt x="17761" y="7817"/>
                    <a:pt x="17960" y="7498"/>
                  </a:cubicBezTo>
                  <a:cubicBezTo>
                    <a:pt x="18066" y="7339"/>
                    <a:pt x="18139" y="7173"/>
                    <a:pt x="18179" y="7001"/>
                  </a:cubicBezTo>
                  <a:cubicBezTo>
                    <a:pt x="18219" y="6829"/>
                    <a:pt x="18239" y="6650"/>
                    <a:pt x="18239" y="6464"/>
                  </a:cubicBezTo>
                  <a:cubicBezTo>
                    <a:pt x="18239" y="6186"/>
                    <a:pt x="18186" y="5907"/>
                    <a:pt x="18080" y="5629"/>
                  </a:cubicBezTo>
                  <a:cubicBezTo>
                    <a:pt x="17973" y="5350"/>
                    <a:pt x="17828" y="5095"/>
                    <a:pt x="17642" y="4863"/>
                  </a:cubicBezTo>
                  <a:cubicBezTo>
                    <a:pt x="17456" y="4631"/>
                    <a:pt x="17238" y="4432"/>
                    <a:pt x="16986" y="4266"/>
                  </a:cubicBezTo>
                  <a:cubicBezTo>
                    <a:pt x="16734" y="4101"/>
                    <a:pt x="16462" y="3985"/>
                    <a:pt x="16170" y="3918"/>
                  </a:cubicBezTo>
                  <a:cubicBezTo>
                    <a:pt x="15865" y="3852"/>
                    <a:pt x="15554" y="3819"/>
                    <a:pt x="15235" y="3819"/>
                  </a:cubicBezTo>
                  <a:cubicBezTo>
                    <a:pt x="14639" y="3819"/>
                    <a:pt x="14062" y="3918"/>
                    <a:pt x="13505" y="4117"/>
                  </a:cubicBezTo>
                  <a:cubicBezTo>
                    <a:pt x="12948" y="4316"/>
                    <a:pt x="12431" y="4581"/>
                    <a:pt x="11954" y="4913"/>
                  </a:cubicBezTo>
                  <a:cubicBezTo>
                    <a:pt x="11357" y="5310"/>
                    <a:pt x="10923" y="5828"/>
                    <a:pt x="10651" y="6464"/>
                  </a:cubicBezTo>
                  <a:cubicBezTo>
                    <a:pt x="10379" y="7101"/>
                    <a:pt x="10243" y="7764"/>
                    <a:pt x="10243" y="8453"/>
                  </a:cubicBezTo>
                  <a:cubicBezTo>
                    <a:pt x="10243" y="9156"/>
                    <a:pt x="10399" y="9842"/>
                    <a:pt x="10710" y="10512"/>
                  </a:cubicBezTo>
                  <a:cubicBezTo>
                    <a:pt x="11022" y="11181"/>
                    <a:pt x="11456" y="11722"/>
                    <a:pt x="12013" y="12133"/>
                  </a:cubicBezTo>
                  <a:cubicBezTo>
                    <a:pt x="12358" y="12371"/>
                    <a:pt x="12729" y="12547"/>
                    <a:pt x="13127" y="12660"/>
                  </a:cubicBezTo>
                  <a:cubicBezTo>
                    <a:pt x="13525" y="12772"/>
                    <a:pt x="13916" y="12829"/>
                    <a:pt x="14301" y="12829"/>
                  </a:cubicBezTo>
                  <a:cubicBezTo>
                    <a:pt x="14950" y="12829"/>
                    <a:pt x="15597" y="12713"/>
                    <a:pt x="16240" y="12481"/>
                  </a:cubicBezTo>
                  <a:cubicBezTo>
                    <a:pt x="16883" y="12249"/>
                    <a:pt x="17483" y="11967"/>
                    <a:pt x="18040" y="11635"/>
                  </a:cubicBezTo>
                  <a:cubicBezTo>
                    <a:pt x="18239" y="11516"/>
                    <a:pt x="18385" y="11387"/>
                    <a:pt x="18477" y="11248"/>
                  </a:cubicBezTo>
                  <a:cubicBezTo>
                    <a:pt x="18570" y="11108"/>
                    <a:pt x="18617" y="10966"/>
                    <a:pt x="18617" y="10820"/>
                  </a:cubicBezTo>
                  <a:cubicBezTo>
                    <a:pt x="18617" y="10674"/>
                    <a:pt x="18580" y="10538"/>
                    <a:pt x="18507" y="10412"/>
                  </a:cubicBezTo>
                  <a:cubicBezTo>
                    <a:pt x="18434" y="10286"/>
                    <a:pt x="18335" y="10183"/>
                    <a:pt x="18209" y="10104"/>
                  </a:cubicBezTo>
                  <a:cubicBezTo>
                    <a:pt x="18083" y="10024"/>
                    <a:pt x="17930" y="9978"/>
                    <a:pt x="17751" y="9965"/>
                  </a:cubicBezTo>
                  <a:cubicBezTo>
                    <a:pt x="17572" y="9951"/>
                    <a:pt x="17377" y="9985"/>
                    <a:pt x="17165" y="10064"/>
                  </a:cubicBezTo>
                  <a:close/>
                  <a:moveTo>
                    <a:pt x="13505" y="6066"/>
                  </a:moveTo>
                  <a:cubicBezTo>
                    <a:pt x="13730" y="5960"/>
                    <a:pt x="14015" y="5851"/>
                    <a:pt x="14360" y="5738"/>
                  </a:cubicBezTo>
                  <a:cubicBezTo>
                    <a:pt x="14705" y="5625"/>
                    <a:pt x="15030" y="5569"/>
                    <a:pt x="15335" y="5569"/>
                  </a:cubicBezTo>
                  <a:cubicBezTo>
                    <a:pt x="15613" y="5569"/>
                    <a:pt x="15852" y="5642"/>
                    <a:pt x="16051" y="5788"/>
                  </a:cubicBezTo>
                  <a:cubicBezTo>
                    <a:pt x="16250" y="5934"/>
                    <a:pt x="16336" y="6199"/>
                    <a:pt x="16309" y="6583"/>
                  </a:cubicBezTo>
                  <a:cubicBezTo>
                    <a:pt x="16230" y="6743"/>
                    <a:pt x="16074" y="6888"/>
                    <a:pt x="15842" y="7021"/>
                  </a:cubicBezTo>
                  <a:cubicBezTo>
                    <a:pt x="15610" y="7154"/>
                    <a:pt x="15358" y="7270"/>
                    <a:pt x="15086" y="7369"/>
                  </a:cubicBezTo>
                  <a:cubicBezTo>
                    <a:pt x="14814" y="7469"/>
                    <a:pt x="14546" y="7555"/>
                    <a:pt x="14281" y="7628"/>
                  </a:cubicBezTo>
                  <a:cubicBezTo>
                    <a:pt x="14015" y="7701"/>
                    <a:pt x="13817" y="7757"/>
                    <a:pt x="13684" y="7797"/>
                  </a:cubicBezTo>
                  <a:cubicBezTo>
                    <a:pt x="13313" y="7903"/>
                    <a:pt x="13028" y="7986"/>
                    <a:pt x="12829" y="8045"/>
                  </a:cubicBezTo>
                  <a:cubicBezTo>
                    <a:pt x="12630" y="8105"/>
                    <a:pt x="12481" y="8148"/>
                    <a:pt x="12381" y="8175"/>
                  </a:cubicBezTo>
                  <a:cubicBezTo>
                    <a:pt x="12282" y="8201"/>
                    <a:pt x="12222" y="8218"/>
                    <a:pt x="12202" y="8224"/>
                  </a:cubicBezTo>
                  <a:lnTo>
                    <a:pt x="12172" y="8234"/>
                  </a:lnTo>
                  <a:cubicBezTo>
                    <a:pt x="12199" y="7770"/>
                    <a:pt x="12318" y="7349"/>
                    <a:pt x="12530" y="6971"/>
                  </a:cubicBezTo>
                  <a:cubicBezTo>
                    <a:pt x="12743" y="6593"/>
                    <a:pt x="13067" y="6292"/>
                    <a:pt x="13505" y="6066"/>
                  </a:cubicBezTo>
                  <a:close/>
                  <a:moveTo>
                    <a:pt x="27965" y="11576"/>
                  </a:moveTo>
                  <a:cubicBezTo>
                    <a:pt x="27991" y="11549"/>
                    <a:pt x="27975" y="11490"/>
                    <a:pt x="27915" y="11397"/>
                  </a:cubicBezTo>
                  <a:cubicBezTo>
                    <a:pt x="27855" y="11304"/>
                    <a:pt x="27779" y="11185"/>
                    <a:pt x="27686" y="11039"/>
                  </a:cubicBezTo>
                  <a:lnTo>
                    <a:pt x="27706" y="11039"/>
                  </a:lnTo>
                  <a:cubicBezTo>
                    <a:pt x="27600" y="10880"/>
                    <a:pt x="27497" y="10701"/>
                    <a:pt x="27398" y="10502"/>
                  </a:cubicBezTo>
                  <a:cubicBezTo>
                    <a:pt x="27298" y="10303"/>
                    <a:pt x="27235" y="10130"/>
                    <a:pt x="27209" y="9985"/>
                  </a:cubicBezTo>
                  <a:cubicBezTo>
                    <a:pt x="27143" y="9507"/>
                    <a:pt x="27096" y="9020"/>
                    <a:pt x="27070" y="8523"/>
                  </a:cubicBezTo>
                  <a:cubicBezTo>
                    <a:pt x="27043" y="8025"/>
                    <a:pt x="27030" y="7545"/>
                    <a:pt x="27030" y="7081"/>
                  </a:cubicBezTo>
                  <a:lnTo>
                    <a:pt x="27030" y="6743"/>
                  </a:lnTo>
                  <a:cubicBezTo>
                    <a:pt x="27030" y="6623"/>
                    <a:pt x="27033" y="6474"/>
                    <a:pt x="27040" y="6295"/>
                  </a:cubicBezTo>
                  <a:cubicBezTo>
                    <a:pt x="27046" y="6116"/>
                    <a:pt x="27050" y="5894"/>
                    <a:pt x="27050" y="5629"/>
                  </a:cubicBezTo>
                  <a:lnTo>
                    <a:pt x="27050" y="4634"/>
                  </a:lnTo>
                  <a:cubicBezTo>
                    <a:pt x="26904" y="4250"/>
                    <a:pt x="26669" y="4008"/>
                    <a:pt x="26344" y="3908"/>
                  </a:cubicBezTo>
                  <a:cubicBezTo>
                    <a:pt x="26019" y="3809"/>
                    <a:pt x="25651" y="3759"/>
                    <a:pt x="25240" y="3759"/>
                  </a:cubicBezTo>
                  <a:cubicBezTo>
                    <a:pt x="25028" y="3759"/>
                    <a:pt x="24809" y="3776"/>
                    <a:pt x="24583" y="3809"/>
                  </a:cubicBezTo>
                  <a:cubicBezTo>
                    <a:pt x="24358" y="3842"/>
                    <a:pt x="24139" y="3888"/>
                    <a:pt x="23927" y="3948"/>
                  </a:cubicBezTo>
                  <a:cubicBezTo>
                    <a:pt x="23715" y="4008"/>
                    <a:pt x="23526" y="4071"/>
                    <a:pt x="23360" y="4137"/>
                  </a:cubicBezTo>
                  <a:cubicBezTo>
                    <a:pt x="23194" y="4203"/>
                    <a:pt x="23065" y="4263"/>
                    <a:pt x="22972" y="4316"/>
                  </a:cubicBezTo>
                  <a:cubicBezTo>
                    <a:pt x="22535" y="4594"/>
                    <a:pt x="22127" y="4913"/>
                    <a:pt x="21749" y="5271"/>
                  </a:cubicBezTo>
                  <a:cubicBezTo>
                    <a:pt x="21371" y="5629"/>
                    <a:pt x="21036" y="6023"/>
                    <a:pt x="20745" y="6454"/>
                  </a:cubicBezTo>
                  <a:cubicBezTo>
                    <a:pt x="20453" y="6885"/>
                    <a:pt x="20224" y="7349"/>
                    <a:pt x="20059" y="7846"/>
                  </a:cubicBezTo>
                  <a:cubicBezTo>
                    <a:pt x="19893" y="8344"/>
                    <a:pt x="19810" y="8871"/>
                    <a:pt x="19810" y="9428"/>
                  </a:cubicBezTo>
                  <a:cubicBezTo>
                    <a:pt x="19810" y="9971"/>
                    <a:pt x="19916" y="10488"/>
                    <a:pt x="20128" y="10979"/>
                  </a:cubicBezTo>
                  <a:cubicBezTo>
                    <a:pt x="20340" y="11470"/>
                    <a:pt x="20698" y="11894"/>
                    <a:pt x="21202" y="12252"/>
                  </a:cubicBezTo>
                  <a:cubicBezTo>
                    <a:pt x="21547" y="12477"/>
                    <a:pt x="21888" y="12627"/>
                    <a:pt x="22227" y="12699"/>
                  </a:cubicBezTo>
                  <a:cubicBezTo>
                    <a:pt x="22565" y="12772"/>
                    <a:pt x="22913" y="12809"/>
                    <a:pt x="23271" y="12809"/>
                  </a:cubicBezTo>
                  <a:cubicBezTo>
                    <a:pt x="23761" y="12809"/>
                    <a:pt x="24215" y="12759"/>
                    <a:pt x="24633" y="12660"/>
                  </a:cubicBezTo>
                  <a:cubicBezTo>
                    <a:pt x="25051" y="12560"/>
                    <a:pt x="25498" y="12331"/>
                    <a:pt x="25976" y="11973"/>
                  </a:cubicBezTo>
                  <a:cubicBezTo>
                    <a:pt x="26042" y="12080"/>
                    <a:pt x="26125" y="12189"/>
                    <a:pt x="26224" y="12302"/>
                  </a:cubicBezTo>
                  <a:cubicBezTo>
                    <a:pt x="26324" y="12414"/>
                    <a:pt x="26427" y="12524"/>
                    <a:pt x="26533" y="12630"/>
                  </a:cubicBezTo>
                  <a:cubicBezTo>
                    <a:pt x="26771" y="12749"/>
                    <a:pt x="26997" y="12799"/>
                    <a:pt x="27209" y="12779"/>
                  </a:cubicBezTo>
                  <a:cubicBezTo>
                    <a:pt x="27421" y="12759"/>
                    <a:pt x="27597" y="12693"/>
                    <a:pt x="27736" y="12580"/>
                  </a:cubicBezTo>
                  <a:cubicBezTo>
                    <a:pt x="27875" y="12467"/>
                    <a:pt x="27968" y="12322"/>
                    <a:pt x="28014" y="12143"/>
                  </a:cubicBezTo>
                  <a:cubicBezTo>
                    <a:pt x="28061" y="11964"/>
                    <a:pt x="28044" y="11775"/>
                    <a:pt x="27965" y="11576"/>
                  </a:cubicBezTo>
                  <a:close/>
                  <a:moveTo>
                    <a:pt x="25280" y="10164"/>
                  </a:moveTo>
                  <a:cubicBezTo>
                    <a:pt x="24829" y="10535"/>
                    <a:pt x="24457" y="10807"/>
                    <a:pt x="24166" y="10979"/>
                  </a:cubicBezTo>
                  <a:cubicBezTo>
                    <a:pt x="23927" y="11059"/>
                    <a:pt x="23678" y="11098"/>
                    <a:pt x="23420" y="11098"/>
                  </a:cubicBezTo>
                  <a:cubicBezTo>
                    <a:pt x="23161" y="11098"/>
                    <a:pt x="22919" y="11049"/>
                    <a:pt x="22694" y="10949"/>
                  </a:cubicBezTo>
                  <a:cubicBezTo>
                    <a:pt x="22469" y="10850"/>
                    <a:pt x="22273" y="10704"/>
                    <a:pt x="22107" y="10512"/>
                  </a:cubicBezTo>
                  <a:cubicBezTo>
                    <a:pt x="21941" y="10319"/>
                    <a:pt x="21839" y="10077"/>
                    <a:pt x="21799" y="9786"/>
                  </a:cubicBezTo>
                  <a:cubicBezTo>
                    <a:pt x="21733" y="9414"/>
                    <a:pt x="21743" y="9033"/>
                    <a:pt x="21829" y="8642"/>
                  </a:cubicBezTo>
                  <a:cubicBezTo>
                    <a:pt x="21915" y="8251"/>
                    <a:pt x="22051" y="7876"/>
                    <a:pt x="22236" y="7518"/>
                  </a:cubicBezTo>
                  <a:cubicBezTo>
                    <a:pt x="22422" y="7160"/>
                    <a:pt x="22657" y="6835"/>
                    <a:pt x="22943" y="6544"/>
                  </a:cubicBezTo>
                  <a:cubicBezTo>
                    <a:pt x="23228" y="6252"/>
                    <a:pt x="23549" y="6027"/>
                    <a:pt x="23907" y="5867"/>
                  </a:cubicBezTo>
                  <a:cubicBezTo>
                    <a:pt x="24000" y="5828"/>
                    <a:pt x="24162" y="5761"/>
                    <a:pt x="24394" y="5669"/>
                  </a:cubicBezTo>
                  <a:cubicBezTo>
                    <a:pt x="24627" y="5576"/>
                    <a:pt x="24855" y="5516"/>
                    <a:pt x="25081" y="5490"/>
                  </a:cubicBezTo>
                  <a:cubicBezTo>
                    <a:pt x="25081" y="5755"/>
                    <a:pt x="25074" y="6027"/>
                    <a:pt x="25061" y="6305"/>
                  </a:cubicBezTo>
                  <a:cubicBezTo>
                    <a:pt x="25048" y="6583"/>
                    <a:pt x="25041" y="6895"/>
                    <a:pt x="25041" y="7240"/>
                  </a:cubicBezTo>
                  <a:cubicBezTo>
                    <a:pt x="25041" y="7730"/>
                    <a:pt x="25054" y="8224"/>
                    <a:pt x="25081" y="8722"/>
                  </a:cubicBezTo>
                  <a:cubicBezTo>
                    <a:pt x="25107" y="9219"/>
                    <a:pt x="25173" y="9699"/>
                    <a:pt x="25280" y="10164"/>
                  </a:cubicBezTo>
                  <a:close/>
                  <a:moveTo>
                    <a:pt x="30908" y="5629"/>
                  </a:moveTo>
                  <a:lnTo>
                    <a:pt x="31903" y="5629"/>
                  </a:lnTo>
                  <a:lnTo>
                    <a:pt x="31903" y="8672"/>
                  </a:lnTo>
                  <a:cubicBezTo>
                    <a:pt x="31903" y="9202"/>
                    <a:pt x="31906" y="9736"/>
                    <a:pt x="31913" y="10273"/>
                  </a:cubicBezTo>
                  <a:cubicBezTo>
                    <a:pt x="31919" y="10810"/>
                    <a:pt x="31923" y="11330"/>
                    <a:pt x="31923" y="11834"/>
                  </a:cubicBezTo>
                  <a:cubicBezTo>
                    <a:pt x="31962" y="12139"/>
                    <a:pt x="32078" y="12365"/>
                    <a:pt x="32271" y="12510"/>
                  </a:cubicBezTo>
                  <a:cubicBezTo>
                    <a:pt x="32463" y="12656"/>
                    <a:pt x="32672" y="12729"/>
                    <a:pt x="32897" y="12729"/>
                  </a:cubicBezTo>
                  <a:cubicBezTo>
                    <a:pt x="33123" y="12729"/>
                    <a:pt x="33341" y="12650"/>
                    <a:pt x="33554" y="12491"/>
                  </a:cubicBezTo>
                  <a:cubicBezTo>
                    <a:pt x="33766" y="12331"/>
                    <a:pt x="33872" y="12086"/>
                    <a:pt x="33872" y="11755"/>
                  </a:cubicBezTo>
                  <a:cubicBezTo>
                    <a:pt x="33872" y="11344"/>
                    <a:pt x="33869" y="10933"/>
                    <a:pt x="33862" y="10522"/>
                  </a:cubicBezTo>
                  <a:cubicBezTo>
                    <a:pt x="33855" y="10110"/>
                    <a:pt x="33852" y="9699"/>
                    <a:pt x="33852" y="9288"/>
                  </a:cubicBezTo>
                  <a:lnTo>
                    <a:pt x="33852" y="5629"/>
                  </a:lnTo>
                  <a:lnTo>
                    <a:pt x="35543" y="5629"/>
                  </a:lnTo>
                  <a:cubicBezTo>
                    <a:pt x="36152" y="5470"/>
                    <a:pt x="36457" y="5178"/>
                    <a:pt x="36457" y="4754"/>
                  </a:cubicBezTo>
                  <a:cubicBezTo>
                    <a:pt x="36457" y="4568"/>
                    <a:pt x="36388" y="4396"/>
                    <a:pt x="36249" y="4236"/>
                  </a:cubicBezTo>
                  <a:cubicBezTo>
                    <a:pt x="36109" y="4077"/>
                    <a:pt x="35894" y="3958"/>
                    <a:pt x="35602" y="3878"/>
                  </a:cubicBezTo>
                  <a:lnTo>
                    <a:pt x="33852" y="3878"/>
                  </a:lnTo>
                  <a:lnTo>
                    <a:pt x="33852" y="776"/>
                  </a:lnTo>
                  <a:cubicBezTo>
                    <a:pt x="33786" y="510"/>
                    <a:pt x="33660" y="315"/>
                    <a:pt x="33474" y="189"/>
                  </a:cubicBezTo>
                  <a:cubicBezTo>
                    <a:pt x="33288" y="63"/>
                    <a:pt x="33090" y="0"/>
                    <a:pt x="32877" y="0"/>
                  </a:cubicBezTo>
                  <a:cubicBezTo>
                    <a:pt x="32652" y="0"/>
                    <a:pt x="32450" y="70"/>
                    <a:pt x="32271" y="209"/>
                  </a:cubicBezTo>
                  <a:cubicBezTo>
                    <a:pt x="32092" y="348"/>
                    <a:pt x="31969" y="557"/>
                    <a:pt x="31903" y="835"/>
                  </a:cubicBezTo>
                  <a:lnTo>
                    <a:pt x="31903" y="3878"/>
                  </a:lnTo>
                  <a:lnTo>
                    <a:pt x="30988" y="3878"/>
                  </a:lnTo>
                  <a:cubicBezTo>
                    <a:pt x="30630" y="3878"/>
                    <a:pt x="30361" y="3971"/>
                    <a:pt x="30182" y="4157"/>
                  </a:cubicBezTo>
                  <a:cubicBezTo>
                    <a:pt x="30003" y="4343"/>
                    <a:pt x="29914" y="4541"/>
                    <a:pt x="29914" y="4754"/>
                  </a:cubicBezTo>
                  <a:cubicBezTo>
                    <a:pt x="29914" y="4966"/>
                    <a:pt x="29997" y="5151"/>
                    <a:pt x="30162" y="5310"/>
                  </a:cubicBezTo>
                  <a:cubicBezTo>
                    <a:pt x="30328" y="5470"/>
                    <a:pt x="30577" y="5576"/>
                    <a:pt x="30908" y="5629"/>
                  </a:cubicBezTo>
                  <a:close/>
                  <a:moveTo>
                    <a:pt x="46820" y="11834"/>
                  </a:moveTo>
                  <a:lnTo>
                    <a:pt x="46820" y="8035"/>
                  </a:lnTo>
                  <a:cubicBezTo>
                    <a:pt x="47059" y="7744"/>
                    <a:pt x="47291" y="7465"/>
                    <a:pt x="47516" y="7200"/>
                  </a:cubicBezTo>
                  <a:cubicBezTo>
                    <a:pt x="47741" y="6935"/>
                    <a:pt x="47967" y="6713"/>
                    <a:pt x="48192" y="6534"/>
                  </a:cubicBezTo>
                  <a:cubicBezTo>
                    <a:pt x="48418" y="6355"/>
                    <a:pt x="48646" y="6225"/>
                    <a:pt x="48878" y="6146"/>
                  </a:cubicBezTo>
                  <a:cubicBezTo>
                    <a:pt x="49110" y="6066"/>
                    <a:pt x="49359" y="6053"/>
                    <a:pt x="49624" y="6106"/>
                  </a:cubicBezTo>
                  <a:cubicBezTo>
                    <a:pt x="49969" y="6331"/>
                    <a:pt x="50218" y="6643"/>
                    <a:pt x="50370" y="7041"/>
                  </a:cubicBezTo>
                  <a:cubicBezTo>
                    <a:pt x="50523" y="7439"/>
                    <a:pt x="50612" y="7850"/>
                    <a:pt x="50639" y="8274"/>
                  </a:cubicBezTo>
                  <a:cubicBezTo>
                    <a:pt x="50652" y="8910"/>
                    <a:pt x="50659" y="9530"/>
                    <a:pt x="50659" y="10134"/>
                  </a:cubicBezTo>
                  <a:lnTo>
                    <a:pt x="50659" y="11973"/>
                  </a:lnTo>
                  <a:cubicBezTo>
                    <a:pt x="50698" y="12278"/>
                    <a:pt x="50818" y="12504"/>
                    <a:pt x="51017" y="12650"/>
                  </a:cubicBezTo>
                  <a:cubicBezTo>
                    <a:pt x="51215" y="12796"/>
                    <a:pt x="51428" y="12869"/>
                    <a:pt x="51653" y="12869"/>
                  </a:cubicBezTo>
                  <a:cubicBezTo>
                    <a:pt x="51905" y="12869"/>
                    <a:pt x="52120" y="12789"/>
                    <a:pt x="52299" y="12630"/>
                  </a:cubicBezTo>
                  <a:cubicBezTo>
                    <a:pt x="52478" y="12471"/>
                    <a:pt x="52581" y="12232"/>
                    <a:pt x="52608" y="11914"/>
                  </a:cubicBezTo>
                  <a:cubicBezTo>
                    <a:pt x="52608" y="11755"/>
                    <a:pt x="52604" y="11589"/>
                    <a:pt x="52598" y="11417"/>
                  </a:cubicBezTo>
                  <a:cubicBezTo>
                    <a:pt x="52591" y="11244"/>
                    <a:pt x="52588" y="11022"/>
                    <a:pt x="52588" y="10750"/>
                  </a:cubicBezTo>
                  <a:lnTo>
                    <a:pt x="52588" y="8214"/>
                  </a:lnTo>
                  <a:cubicBezTo>
                    <a:pt x="52575" y="7843"/>
                    <a:pt x="52518" y="7459"/>
                    <a:pt x="52419" y="7061"/>
                  </a:cubicBezTo>
                  <a:cubicBezTo>
                    <a:pt x="52319" y="6663"/>
                    <a:pt x="52173" y="6288"/>
                    <a:pt x="51981" y="5937"/>
                  </a:cubicBezTo>
                  <a:cubicBezTo>
                    <a:pt x="51789" y="5586"/>
                    <a:pt x="51547" y="5274"/>
                    <a:pt x="51255" y="5002"/>
                  </a:cubicBezTo>
                  <a:cubicBezTo>
                    <a:pt x="50964" y="4730"/>
                    <a:pt x="50612" y="4535"/>
                    <a:pt x="50201" y="4415"/>
                  </a:cubicBezTo>
                  <a:cubicBezTo>
                    <a:pt x="49644" y="4230"/>
                    <a:pt x="49104" y="4203"/>
                    <a:pt x="48580" y="4336"/>
                  </a:cubicBezTo>
                  <a:cubicBezTo>
                    <a:pt x="48056" y="4469"/>
                    <a:pt x="47470" y="4760"/>
                    <a:pt x="46820" y="5211"/>
                  </a:cubicBezTo>
                  <a:lnTo>
                    <a:pt x="46820" y="935"/>
                  </a:lnTo>
                  <a:cubicBezTo>
                    <a:pt x="46727" y="683"/>
                    <a:pt x="46591" y="494"/>
                    <a:pt x="46412" y="368"/>
                  </a:cubicBezTo>
                  <a:cubicBezTo>
                    <a:pt x="46233" y="242"/>
                    <a:pt x="46031" y="179"/>
                    <a:pt x="45806" y="179"/>
                  </a:cubicBezTo>
                  <a:cubicBezTo>
                    <a:pt x="45580" y="179"/>
                    <a:pt x="45381" y="249"/>
                    <a:pt x="45209" y="388"/>
                  </a:cubicBezTo>
                  <a:cubicBezTo>
                    <a:pt x="45036" y="527"/>
                    <a:pt x="44917" y="729"/>
                    <a:pt x="44851" y="994"/>
                  </a:cubicBezTo>
                  <a:lnTo>
                    <a:pt x="44851" y="11914"/>
                  </a:lnTo>
                  <a:cubicBezTo>
                    <a:pt x="44891" y="12206"/>
                    <a:pt x="45010" y="12424"/>
                    <a:pt x="45209" y="12570"/>
                  </a:cubicBezTo>
                  <a:cubicBezTo>
                    <a:pt x="45408" y="12716"/>
                    <a:pt x="45620" y="12789"/>
                    <a:pt x="45845" y="12789"/>
                  </a:cubicBezTo>
                  <a:cubicBezTo>
                    <a:pt x="46097" y="12789"/>
                    <a:pt x="46316" y="12709"/>
                    <a:pt x="46502" y="12550"/>
                  </a:cubicBezTo>
                  <a:cubicBezTo>
                    <a:pt x="46687" y="12391"/>
                    <a:pt x="46793" y="12152"/>
                    <a:pt x="46820" y="11834"/>
                  </a:cubicBezTo>
                  <a:close/>
                  <a:moveTo>
                    <a:pt x="61180" y="10064"/>
                  </a:moveTo>
                  <a:cubicBezTo>
                    <a:pt x="60796" y="10303"/>
                    <a:pt x="60375" y="10531"/>
                    <a:pt x="59917" y="10750"/>
                  </a:cubicBezTo>
                  <a:cubicBezTo>
                    <a:pt x="59460" y="10969"/>
                    <a:pt x="59019" y="11092"/>
                    <a:pt x="58594" y="11118"/>
                  </a:cubicBezTo>
                  <a:cubicBezTo>
                    <a:pt x="58091" y="11158"/>
                    <a:pt x="57666" y="11065"/>
                    <a:pt x="57322" y="10840"/>
                  </a:cubicBezTo>
                  <a:cubicBezTo>
                    <a:pt x="56977" y="10614"/>
                    <a:pt x="56712" y="10309"/>
                    <a:pt x="56526" y="9925"/>
                  </a:cubicBezTo>
                  <a:cubicBezTo>
                    <a:pt x="56552" y="9925"/>
                    <a:pt x="56622" y="9912"/>
                    <a:pt x="56735" y="9885"/>
                  </a:cubicBezTo>
                  <a:cubicBezTo>
                    <a:pt x="56848" y="9859"/>
                    <a:pt x="57109" y="9792"/>
                    <a:pt x="57520" y="9686"/>
                  </a:cubicBezTo>
                  <a:cubicBezTo>
                    <a:pt x="57905" y="9593"/>
                    <a:pt x="58316" y="9487"/>
                    <a:pt x="58754" y="9368"/>
                  </a:cubicBezTo>
                  <a:cubicBezTo>
                    <a:pt x="59191" y="9249"/>
                    <a:pt x="59615" y="9103"/>
                    <a:pt x="60027" y="8930"/>
                  </a:cubicBezTo>
                  <a:cubicBezTo>
                    <a:pt x="60438" y="8758"/>
                    <a:pt x="60815" y="8556"/>
                    <a:pt x="61160" y="8324"/>
                  </a:cubicBezTo>
                  <a:cubicBezTo>
                    <a:pt x="61505" y="8092"/>
                    <a:pt x="61777" y="7817"/>
                    <a:pt x="61976" y="7498"/>
                  </a:cubicBezTo>
                  <a:cubicBezTo>
                    <a:pt x="62082" y="7339"/>
                    <a:pt x="62155" y="7173"/>
                    <a:pt x="62194" y="7001"/>
                  </a:cubicBezTo>
                  <a:cubicBezTo>
                    <a:pt x="62234" y="6829"/>
                    <a:pt x="62254" y="6650"/>
                    <a:pt x="62254" y="6464"/>
                  </a:cubicBezTo>
                  <a:cubicBezTo>
                    <a:pt x="62254" y="6186"/>
                    <a:pt x="62201" y="5907"/>
                    <a:pt x="62095" y="5629"/>
                  </a:cubicBezTo>
                  <a:cubicBezTo>
                    <a:pt x="61989" y="5350"/>
                    <a:pt x="61843" y="5095"/>
                    <a:pt x="61657" y="4863"/>
                  </a:cubicBezTo>
                  <a:cubicBezTo>
                    <a:pt x="61472" y="4631"/>
                    <a:pt x="61253" y="4432"/>
                    <a:pt x="61001" y="4266"/>
                  </a:cubicBezTo>
                  <a:cubicBezTo>
                    <a:pt x="60749" y="4101"/>
                    <a:pt x="60477" y="3985"/>
                    <a:pt x="60186" y="3918"/>
                  </a:cubicBezTo>
                  <a:cubicBezTo>
                    <a:pt x="59881" y="3852"/>
                    <a:pt x="59569" y="3819"/>
                    <a:pt x="59251" y="3819"/>
                  </a:cubicBezTo>
                  <a:cubicBezTo>
                    <a:pt x="58654" y="3819"/>
                    <a:pt x="58077" y="3918"/>
                    <a:pt x="57520" y="4117"/>
                  </a:cubicBezTo>
                  <a:cubicBezTo>
                    <a:pt x="56964" y="4316"/>
                    <a:pt x="56446" y="4581"/>
                    <a:pt x="55969" y="4913"/>
                  </a:cubicBezTo>
                  <a:cubicBezTo>
                    <a:pt x="55372" y="5310"/>
                    <a:pt x="54938" y="5828"/>
                    <a:pt x="54666" y="6464"/>
                  </a:cubicBezTo>
                  <a:cubicBezTo>
                    <a:pt x="54394" y="7101"/>
                    <a:pt x="54259" y="7764"/>
                    <a:pt x="54259" y="8453"/>
                  </a:cubicBezTo>
                  <a:cubicBezTo>
                    <a:pt x="54259" y="9156"/>
                    <a:pt x="54414" y="9842"/>
                    <a:pt x="54726" y="10512"/>
                  </a:cubicBezTo>
                  <a:cubicBezTo>
                    <a:pt x="55038" y="11181"/>
                    <a:pt x="55472" y="11722"/>
                    <a:pt x="56029" y="12133"/>
                  </a:cubicBezTo>
                  <a:cubicBezTo>
                    <a:pt x="56373" y="12371"/>
                    <a:pt x="56745" y="12547"/>
                    <a:pt x="57143" y="12660"/>
                  </a:cubicBezTo>
                  <a:cubicBezTo>
                    <a:pt x="57540" y="12772"/>
                    <a:pt x="57931" y="12829"/>
                    <a:pt x="58316" y="12829"/>
                  </a:cubicBezTo>
                  <a:cubicBezTo>
                    <a:pt x="58966" y="12829"/>
                    <a:pt x="59612" y="12713"/>
                    <a:pt x="60255" y="12481"/>
                  </a:cubicBezTo>
                  <a:cubicBezTo>
                    <a:pt x="60898" y="12249"/>
                    <a:pt x="61498" y="11967"/>
                    <a:pt x="62055" y="11635"/>
                  </a:cubicBezTo>
                  <a:cubicBezTo>
                    <a:pt x="62254" y="11516"/>
                    <a:pt x="62400" y="11387"/>
                    <a:pt x="62493" y="11248"/>
                  </a:cubicBezTo>
                  <a:cubicBezTo>
                    <a:pt x="62586" y="11108"/>
                    <a:pt x="62632" y="10966"/>
                    <a:pt x="62632" y="10820"/>
                  </a:cubicBezTo>
                  <a:cubicBezTo>
                    <a:pt x="62632" y="10674"/>
                    <a:pt x="62596" y="10538"/>
                    <a:pt x="62523" y="10412"/>
                  </a:cubicBezTo>
                  <a:cubicBezTo>
                    <a:pt x="62450" y="10286"/>
                    <a:pt x="62350" y="10183"/>
                    <a:pt x="62224" y="10104"/>
                  </a:cubicBezTo>
                  <a:cubicBezTo>
                    <a:pt x="62098" y="10024"/>
                    <a:pt x="61946" y="9978"/>
                    <a:pt x="61767" y="9965"/>
                  </a:cubicBezTo>
                  <a:cubicBezTo>
                    <a:pt x="61588" y="9951"/>
                    <a:pt x="61392" y="9985"/>
                    <a:pt x="61180" y="10064"/>
                  </a:cubicBezTo>
                  <a:close/>
                  <a:moveTo>
                    <a:pt x="57520" y="6066"/>
                  </a:moveTo>
                  <a:cubicBezTo>
                    <a:pt x="57746" y="5960"/>
                    <a:pt x="58031" y="5851"/>
                    <a:pt x="58376" y="5738"/>
                  </a:cubicBezTo>
                  <a:cubicBezTo>
                    <a:pt x="58720" y="5625"/>
                    <a:pt x="59045" y="5569"/>
                    <a:pt x="59350" y="5569"/>
                  </a:cubicBezTo>
                  <a:cubicBezTo>
                    <a:pt x="59629" y="5569"/>
                    <a:pt x="59867" y="5642"/>
                    <a:pt x="60066" y="5788"/>
                  </a:cubicBezTo>
                  <a:cubicBezTo>
                    <a:pt x="60265" y="5934"/>
                    <a:pt x="60351" y="6199"/>
                    <a:pt x="60325" y="6583"/>
                  </a:cubicBezTo>
                  <a:cubicBezTo>
                    <a:pt x="60245" y="6743"/>
                    <a:pt x="60090" y="6888"/>
                    <a:pt x="59857" y="7021"/>
                  </a:cubicBezTo>
                  <a:cubicBezTo>
                    <a:pt x="59625" y="7154"/>
                    <a:pt x="59373" y="7270"/>
                    <a:pt x="59102" y="7369"/>
                  </a:cubicBezTo>
                  <a:cubicBezTo>
                    <a:pt x="58830" y="7469"/>
                    <a:pt x="58561" y="7555"/>
                    <a:pt x="58296" y="7628"/>
                  </a:cubicBezTo>
                  <a:cubicBezTo>
                    <a:pt x="58031" y="7701"/>
                    <a:pt x="57832" y="7757"/>
                    <a:pt x="57699" y="7797"/>
                  </a:cubicBezTo>
                  <a:cubicBezTo>
                    <a:pt x="57328" y="7903"/>
                    <a:pt x="57043" y="7986"/>
                    <a:pt x="56844" y="8045"/>
                  </a:cubicBezTo>
                  <a:cubicBezTo>
                    <a:pt x="56645" y="8105"/>
                    <a:pt x="56496" y="8148"/>
                    <a:pt x="56397" y="8175"/>
                  </a:cubicBezTo>
                  <a:cubicBezTo>
                    <a:pt x="56297" y="8201"/>
                    <a:pt x="56238" y="8218"/>
                    <a:pt x="56218" y="8224"/>
                  </a:cubicBezTo>
                  <a:lnTo>
                    <a:pt x="56188" y="8234"/>
                  </a:lnTo>
                  <a:cubicBezTo>
                    <a:pt x="56214" y="7770"/>
                    <a:pt x="56334" y="7349"/>
                    <a:pt x="56546" y="6971"/>
                  </a:cubicBezTo>
                  <a:cubicBezTo>
                    <a:pt x="56758" y="6593"/>
                    <a:pt x="57083" y="6292"/>
                    <a:pt x="57520" y="6066"/>
                  </a:cubicBezTo>
                  <a:close/>
                  <a:moveTo>
                    <a:pt x="71980" y="11576"/>
                  </a:moveTo>
                  <a:cubicBezTo>
                    <a:pt x="72007" y="11549"/>
                    <a:pt x="71990" y="11490"/>
                    <a:pt x="71930" y="11397"/>
                  </a:cubicBezTo>
                  <a:cubicBezTo>
                    <a:pt x="71871" y="11304"/>
                    <a:pt x="71794" y="11185"/>
                    <a:pt x="71702" y="11039"/>
                  </a:cubicBezTo>
                  <a:lnTo>
                    <a:pt x="71722" y="11039"/>
                  </a:lnTo>
                  <a:cubicBezTo>
                    <a:pt x="71615" y="10880"/>
                    <a:pt x="71513" y="10701"/>
                    <a:pt x="71413" y="10502"/>
                  </a:cubicBezTo>
                  <a:cubicBezTo>
                    <a:pt x="71314" y="10303"/>
                    <a:pt x="71251" y="10130"/>
                    <a:pt x="71224" y="9985"/>
                  </a:cubicBezTo>
                  <a:cubicBezTo>
                    <a:pt x="71158" y="9507"/>
                    <a:pt x="71112" y="9020"/>
                    <a:pt x="71085" y="8523"/>
                  </a:cubicBezTo>
                  <a:cubicBezTo>
                    <a:pt x="71059" y="8025"/>
                    <a:pt x="71045" y="7545"/>
                    <a:pt x="71045" y="7081"/>
                  </a:cubicBezTo>
                  <a:lnTo>
                    <a:pt x="71045" y="6743"/>
                  </a:lnTo>
                  <a:cubicBezTo>
                    <a:pt x="71045" y="6623"/>
                    <a:pt x="71049" y="6474"/>
                    <a:pt x="71055" y="6295"/>
                  </a:cubicBezTo>
                  <a:cubicBezTo>
                    <a:pt x="71062" y="6116"/>
                    <a:pt x="71065" y="5894"/>
                    <a:pt x="71065" y="5629"/>
                  </a:cubicBezTo>
                  <a:lnTo>
                    <a:pt x="71065" y="4634"/>
                  </a:lnTo>
                  <a:cubicBezTo>
                    <a:pt x="70919" y="4250"/>
                    <a:pt x="70684" y="4008"/>
                    <a:pt x="70359" y="3908"/>
                  </a:cubicBezTo>
                  <a:cubicBezTo>
                    <a:pt x="70034" y="3809"/>
                    <a:pt x="69666" y="3759"/>
                    <a:pt x="69255" y="3759"/>
                  </a:cubicBezTo>
                  <a:cubicBezTo>
                    <a:pt x="69043" y="3759"/>
                    <a:pt x="68824" y="3776"/>
                    <a:pt x="68599" y="3809"/>
                  </a:cubicBezTo>
                  <a:cubicBezTo>
                    <a:pt x="68373" y="3842"/>
                    <a:pt x="68155" y="3888"/>
                    <a:pt x="67943" y="3948"/>
                  </a:cubicBezTo>
                  <a:cubicBezTo>
                    <a:pt x="67730" y="4008"/>
                    <a:pt x="67541" y="4071"/>
                    <a:pt x="67376" y="4137"/>
                  </a:cubicBezTo>
                  <a:cubicBezTo>
                    <a:pt x="67210" y="4203"/>
                    <a:pt x="67081" y="4263"/>
                    <a:pt x="66988" y="4316"/>
                  </a:cubicBezTo>
                  <a:cubicBezTo>
                    <a:pt x="66550" y="4594"/>
                    <a:pt x="66143" y="4913"/>
                    <a:pt x="65765" y="5271"/>
                  </a:cubicBezTo>
                  <a:cubicBezTo>
                    <a:pt x="65387" y="5629"/>
                    <a:pt x="65052" y="6023"/>
                    <a:pt x="64760" y="6454"/>
                  </a:cubicBezTo>
                  <a:cubicBezTo>
                    <a:pt x="64469" y="6885"/>
                    <a:pt x="64240" y="7349"/>
                    <a:pt x="64074" y="7846"/>
                  </a:cubicBezTo>
                  <a:cubicBezTo>
                    <a:pt x="63908" y="8344"/>
                    <a:pt x="63825" y="8871"/>
                    <a:pt x="63825" y="9428"/>
                  </a:cubicBezTo>
                  <a:cubicBezTo>
                    <a:pt x="63825" y="9971"/>
                    <a:pt x="63931" y="10488"/>
                    <a:pt x="64144" y="10979"/>
                  </a:cubicBezTo>
                  <a:cubicBezTo>
                    <a:pt x="64356" y="11470"/>
                    <a:pt x="64714" y="11894"/>
                    <a:pt x="65218" y="12252"/>
                  </a:cubicBezTo>
                  <a:cubicBezTo>
                    <a:pt x="65562" y="12477"/>
                    <a:pt x="65904" y="12627"/>
                    <a:pt x="66242" y="12699"/>
                  </a:cubicBezTo>
                  <a:cubicBezTo>
                    <a:pt x="66580" y="12772"/>
                    <a:pt x="66928" y="12809"/>
                    <a:pt x="67286" y="12809"/>
                  </a:cubicBezTo>
                  <a:cubicBezTo>
                    <a:pt x="67777" y="12809"/>
                    <a:pt x="68231" y="12759"/>
                    <a:pt x="68649" y="12660"/>
                  </a:cubicBezTo>
                  <a:cubicBezTo>
                    <a:pt x="69066" y="12560"/>
                    <a:pt x="69514" y="12331"/>
                    <a:pt x="69991" y="11973"/>
                  </a:cubicBezTo>
                  <a:cubicBezTo>
                    <a:pt x="70057" y="12080"/>
                    <a:pt x="70140" y="12189"/>
                    <a:pt x="70240" y="12302"/>
                  </a:cubicBezTo>
                  <a:cubicBezTo>
                    <a:pt x="70339" y="12414"/>
                    <a:pt x="70442" y="12524"/>
                    <a:pt x="70548" y="12630"/>
                  </a:cubicBezTo>
                  <a:cubicBezTo>
                    <a:pt x="70787" y="12749"/>
                    <a:pt x="71012" y="12799"/>
                    <a:pt x="71224" y="12779"/>
                  </a:cubicBezTo>
                  <a:cubicBezTo>
                    <a:pt x="71436" y="12759"/>
                    <a:pt x="71612" y="12693"/>
                    <a:pt x="71751" y="12580"/>
                  </a:cubicBezTo>
                  <a:cubicBezTo>
                    <a:pt x="71891" y="12467"/>
                    <a:pt x="71983" y="12322"/>
                    <a:pt x="72030" y="12143"/>
                  </a:cubicBezTo>
                  <a:cubicBezTo>
                    <a:pt x="72076" y="11964"/>
                    <a:pt x="72060" y="11775"/>
                    <a:pt x="71980" y="11576"/>
                  </a:cubicBezTo>
                  <a:close/>
                  <a:moveTo>
                    <a:pt x="69295" y="10164"/>
                  </a:moveTo>
                  <a:cubicBezTo>
                    <a:pt x="68844" y="10535"/>
                    <a:pt x="68473" y="10807"/>
                    <a:pt x="68181" y="10979"/>
                  </a:cubicBezTo>
                  <a:cubicBezTo>
                    <a:pt x="67943" y="11059"/>
                    <a:pt x="67694" y="11098"/>
                    <a:pt x="67435" y="11098"/>
                  </a:cubicBezTo>
                  <a:cubicBezTo>
                    <a:pt x="67177" y="11098"/>
                    <a:pt x="66935" y="11049"/>
                    <a:pt x="66709" y="10949"/>
                  </a:cubicBezTo>
                  <a:cubicBezTo>
                    <a:pt x="66484" y="10850"/>
                    <a:pt x="66288" y="10704"/>
                    <a:pt x="66123" y="10512"/>
                  </a:cubicBezTo>
                  <a:cubicBezTo>
                    <a:pt x="65957" y="10319"/>
                    <a:pt x="65854" y="10077"/>
                    <a:pt x="65814" y="9786"/>
                  </a:cubicBezTo>
                  <a:cubicBezTo>
                    <a:pt x="65748" y="9414"/>
                    <a:pt x="65758" y="9033"/>
                    <a:pt x="65844" y="8642"/>
                  </a:cubicBezTo>
                  <a:cubicBezTo>
                    <a:pt x="65930" y="8251"/>
                    <a:pt x="66066" y="7876"/>
                    <a:pt x="66252" y="7518"/>
                  </a:cubicBezTo>
                  <a:cubicBezTo>
                    <a:pt x="66438" y="7160"/>
                    <a:pt x="66673" y="6835"/>
                    <a:pt x="66958" y="6544"/>
                  </a:cubicBezTo>
                  <a:cubicBezTo>
                    <a:pt x="67243" y="6252"/>
                    <a:pt x="67565" y="6027"/>
                    <a:pt x="67923" y="5867"/>
                  </a:cubicBezTo>
                  <a:cubicBezTo>
                    <a:pt x="68015" y="5828"/>
                    <a:pt x="68178" y="5761"/>
                    <a:pt x="68410" y="5669"/>
                  </a:cubicBezTo>
                  <a:cubicBezTo>
                    <a:pt x="68642" y="5576"/>
                    <a:pt x="68871" y="5516"/>
                    <a:pt x="69096" y="5490"/>
                  </a:cubicBezTo>
                  <a:cubicBezTo>
                    <a:pt x="69096" y="5755"/>
                    <a:pt x="69090" y="6027"/>
                    <a:pt x="69076" y="6305"/>
                  </a:cubicBezTo>
                  <a:cubicBezTo>
                    <a:pt x="69063" y="6583"/>
                    <a:pt x="69056" y="6895"/>
                    <a:pt x="69056" y="7240"/>
                  </a:cubicBezTo>
                  <a:cubicBezTo>
                    <a:pt x="69056" y="7730"/>
                    <a:pt x="69070" y="8224"/>
                    <a:pt x="69096" y="8722"/>
                  </a:cubicBezTo>
                  <a:cubicBezTo>
                    <a:pt x="69123" y="9219"/>
                    <a:pt x="69189" y="9699"/>
                    <a:pt x="69295" y="10164"/>
                  </a:cubicBezTo>
                  <a:close/>
                  <a:moveTo>
                    <a:pt x="74924" y="5629"/>
                  </a:moveTo>
                  <a:lnTo>
                    <a:pt x="75918" y="5629"/>
                  </a:lnTo>
                  <a:lnTo>
                    <a:pt x="75918" y="8672"/>
                  </a:lnTo>
                  <a:cubicBezTo>
                    <a:pt x="75918" y="9202"/>
                    <a:pt x="75922" y="9736"/>
                    <a:pt x="75928" y="10273"/>
                  </a:cubicBezTo>
                  <a:cubicBezTo>
                    <a:pt x="75935" y="10810"/>
                    <a:pt x="75938" y="11330"/>
                    <a:pt x="75938" y="11834"/>
                  </a:cubicBezTo>
                  <a:cubicBezTo>
                    <a:pt x="75978" y="12139"/>
                    <a:pt x="76094" y="12365"/>
                    <a:pt x="76286" y="12510"/>
                  </a:cubicBezTo>
                  <a:cubicBezTo>
                    <a:pt x="76478" y="12656"/>
                    <a:pt x="76687" y="12729"/>
                    <a:pt x="76913" y="12729"/>
                  </a:cubicBezTo>
                  <a:cubicBezTo>
                    <a:pt x="77138" y="12729"/>
                    <a:pt x="77357" y="12650"/>
                    <a:pt x="77569" y="12491"/>
                  </a:cubicBezTo>
                  <a:cubicBezTo>
                    <a:pt x="77781" y="12331"/>
                    <a:pt x="77887" y="12086"/>
                    <a:pt x="77887" y="11755"/>
                  </a:cubicBezTo>
                  <a:cubicBezTo>
                    <a:pt x="77887" y="11344"/>
                    <a:pt x="77884" y="10933"/>
                    <a:pt x="77877" y="10522"/>
                  </a:cubicBezTo>
                  <a:cubicBezTo>
                    <a:pt x="77871" y="10110"/>
                    <a:pt x="77867" y="9699"/>
                    <a:pt x="77867" y="9288"/>
                  </a:cubicBezTo>
                  <a:lnTo>
                    <a:pt x="77867" y="5629"/>
                  </a:lnTo>
                  <a:lnTo>
                    <a:pt x="79558" y="5629"/>
                  </a:lnTo>
                  <a:cubicBezTo>
                    <a:pt x="80168" y="5470"/>
                    <a:pt x="80473" y="5178"/>
                    <a:pt x="80473" y="4754"/>
                  </a:cubicBezTo>
                  <a:cubicBezTo>
                    <a:pt x="80473" y="4568"/>
                    <a:pt x="80403" y="4396"/>
                    <a:pt x="80264" y="4236"/>
                  </a:cubicBezTo>
                  <a:cubicBezTo>
                    <a:pt x="80125" y="4077"/>
                    <a:pt x="79909" y="3958"/>
                    <a:pt x="79618" y="3878"/>
                  </a:cubicBezTo>
                  <a:lnTo>
                    <a:pt x="77867" y="3878"/>
                  </a:lnTo>
                  <a:lnTo>
                    <a:pt x="77867" y="776"/>
                  </a:lnTo>
                  <a:cubicBezTo>
                    <a:pt x="77801" y="510"/>
                    <a:pt x="77675" y="315"/>
                    <a:pt x="77490" y="189"/>
                  </a:cubicBezTo>
                  <a:cubicBezTo>
                    <a:pt x="77304" y="63"/>
                    <a:pt x="77105" y="0"/>
                    <a:pt x="76893" y="0"/>
                  </a:cubicBezTo>
                  <a:cubicBezTo>
                    <a:pt x="76667" y="0"/>
                    <a:pt x="76465" y="70"/>
                    <a:pt x="76286" y="209"/>
                  </a:cubicBezTo>
                  <a:cubicBezTo>
                    <a:pt x="76107" y="348"/>
                    <a:pt x="75985" y="557"/>
                    <a:pt x="75918" y="835"/>
                  </a:cubicBezTo>
                  <a:lnTo>
                    <a:pt x="75918" y="3878"/>
                  </a:lnTo>
                  <a:lnTo>
                    <a:pt x="75003" y="3878"/>
                  </a:lnTo>
                  <a:cubicBezTo>
                    <a:pt x="74645" y="3878"/>
                    <a:pt x="74377" y="3971"/>
                    <a:pt x="74198" y="4157"/>
                  </a:cubicBezTo>
                  <a:cubicBezTo>
                    <a:pt x="74019" y="4343"/>
                    <a:pt x="73929" y="4541"/>
                    <a:pt x="73929" y="4754"/>
                  </a:cubicBezTo>
                  <a:cubicBezTo>
                    <a:pt x="73929" y="4966"/>
                    <a:pt x="74012" y="5151"/>
                    <a:pt x="74178" y="5310"/>
                  </a:cubicBezTo>
                  <a:cubicBezTo>
                    <a:pt x="74344" y="5470"/>
                    <a:pt x="74592" y="5576"/>
                    <a:pt x="74924" y="5629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70" name="climate-control-icon-body" descr="climate-control-icon-body"/>
            <p:cNvSpPr/>
            <p:nvPr/>
          </p:nvSpPr>
          <p:spPr>
            <a:xfrm>
              <a:off x="4349669" y="883120"/>
              <a:ext cx="189466" cy="150711"/>
            </a:xfrm>
            <a:custGeom>
              <a:avLst/>
              <a:gdLst/>
              <a:ahLst/>
              <a:cxnLst/>
              <a:rect l="0" t="0" r="r" b="b"/>
              <a:pathLst>
                <a:path w="34138" h="27155">
                  <a:moveTo>
                    <a:pt x="27931" y="0"/>
                  </a:moveTo>
                  <a:lnTo>
                    <a:pt x="34138" y="1552"/>
                  </a:lnTo>
                  <a:lnTo>
                    <a:pt x="30259" y="13966"/>
                  </a:lnTo>
                  <a:cubicBezTo>
                    <a:pt x="29483" y="16293"/>
                    <a:pt x="27155" y="17845"/>
                    <a:pt x="24828" y="17845"/>
                  </a:cubicBezTo>
                  <a:lnTo>
                    <a:pt x="13190" y="17845"/>
                  </a:lnTo>
                  <a:lnTo>
                    <a:pt x="3879" y="27155"/>
                  </a:lnTo>
                  <a:lnTo>
                    <a:pt x="0" y="23276"/>
                  </a:lnTo>
                  <a:lnTo>
                    <a:pt x="10086" y="11638"/>
                  </a:lnTo>
                  <a:lnTo>
                    <a:pt x="21724" y="11638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71" name="climate-control-icon-head" descr="climate-control-icon-head"/>
            <p:cNvSpPr/>
            <p:nvPr/>
          </p:nvSpPr>
          <p:spPr>
            <a:xfrm>
              <a:off x="4500380" y="822835"/>
              <a:ext cx="43060" cy="43060"/>
            </a:xfrm>
            <a:prstGeom prst="ellipse">
              <a:avLst/>
            </a:pr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72" name="climate-control-icon-air-0" descr="climate-control-icon-air-0"/>
            <p:cNvSpPr/>
            <p:nvPr/>
          </p:nvSpPr>
          <p:spPr>
            <a:xfrm>
              <a:off x="4328139" y="878814"/>
              <a:ext cx="116263" cy="51672"/>
            </a:xfrm>
            <a:custGeom>
              <a:avLst/>
              <a:gdLst/>
              <a:ahLst/>
              <a:cxnLst/>
              <a:rect l="0" t="0" r="r" b="b"/>
              <a:pathLst>
                <a:path w="20948" h="9310">
                  <a:moveTo>
                    <a:pt x="0" y="4655"/>
                  </a:moveTo>
                  <a:cubicBezTo>
                    <a:pt x="4655" y="0"/>
                    <a:pt x="6983" y="9310"/>
                    <a:pt x="11638" y="4655"/>
                  </a:cubicBezTo>
                  <a:cubicBezTo>
                    <a:pt x="14741" y="776"/>
                    <a:pt x="17845" y="8534"/>
                    <a:pt x="20948" y="4655"/>
                  </a:cubicBezTo>
                </a:path>
              </a:pathLst>
            </a:custGeom>
            <a:noFill/>
            <a:ln w="999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73" name="climate-control-icon-air-1" descr="climate-control-icon-air-1"/>
            <p:cNvSpPr/>
            <p:nvPr/>
          </p:nvSpPr>
          <p:spPr>
            <a:xfrm>
              <a:off x="4328139" y="904650"/>
              <a:ext cx="116263" cy="51672"/>
            </a:xfrm>
            <a:custGeom>
              <a:avLst/>
              <a:gdLst/>
              <a:ahLst/>
              <a:cxnLst/>
              <a:rect l="0" t="0" r="r" b="b"/>
              <a:pathLst>
                <a:path w="20948" h="9310">
                  <a:moveTo>
                    <a:pt x="0" y="4655"/>
                  </a:moveTo>
                  <a:cubicBezTo>
                    <a:pt x="4655" y="0"/>
                    <a:pt x="6983" y="9310"/>
                    <a:pt x="11638" y="4655"/>
                  </a:cubicBezTo>
                  <a:cubicBezTo>
                    <a:pt x="14741" y="776"/>
                    <a:pt x="17845" y="8534"/>
                    <a:pt x="20948" y="4655"/>
                  </a:cubicBezTo>
                </a:path>
              </a:pathLst>
            </a:custGeom>
            <a:noFill/>
            <a:ln w="999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74" name="fan-control-icon-blade-0" descr="fan-control-icon-blade-0"/>
            <p:cNvSpPr/>
            <p:nvPr/>
          </p:nvSpPr>
          <p:spPr>
            <a:xfrm>
              <a:off x="4939500" y="838050"/>
              <a:ext cx="136188" cy="126796"/>
            </a:xfrm>
            <a:custGeom>
              <a:avLst/>
              <a:gdLst/>
              <a:ahLst/>
              <a:cxnLst/>
              <a:rect l="0" t="0" r="r" b="b"/>
              <a:pathLst>
                <a:path w="24538" h="22846">
                  <a:moveTo>
                    <a:pt x="11000" y="20308"/>
                  </a:moveTo>
                  <a:cubicBezTo>
                    <a:pt x="0" y="16077"/>
                    <a:pt x="4231" y="0"/>
                    <a:pt x="14385" y="3385"/>
                  </a:cubicBezTo>
                  <a:cubicBezTo>
                    <a:pt x="24538" y="5077"/>
                    <a:pt x="23692" y="16077"/>
                    <a:pt x="12692" y="22846"/>
                  </a:cubicBezTo>
                  <a:close/>
                </a:path>
              </a:pathLst>
            </a:custGeom>
            <a:solidFill>
              <a:srgbClr val="243E57"/>
            </a:solidFill>
            <a:ln w="3885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75" name="fan-control-icon-blade-1" descr="fan-control-icon-blade-1"/>
            <p:cNvSpPr/>
            <p:nvPr/>
          </p:nvSpPr>
          <p:spPr>
            <a:xfrm>
              <a:off x="4995854" y="899100"/>
              <a:ext cx="126796" cy="136188"/>
            </a:xfrm>
            <a:custGeom>
              <a:avLst/>
              <a:gdLst/>
              <a:ahLst/>
              <a:cxnLst/>
              <a:rect l="0" t="0" r="r" b="b"/>
              <a:pathLst>
                <a:path w="22846" h="24538">
                  <a:moveTo>
                    <a:pt x="2538" y="11000"/>
                  </a:moveTo>
                  <a:cubicBezTo>
                    <a:pt x="6769" y="0"/>
                    <a:pt x="22846" y="4231"/>
                    <a:pt x="19462" y="14385"/>
                  </a:cubicBezTo>
                  <a:cubicBezTo>
                    <a:pt x="17769" y="24538"/>
                    <a:pt x="6769" y="23692"/>
                    <a:pt x="0" y="12692"/>
                  </a:cubicBezTo>
                  <a:close/>
                </a:path>
              </a:pathLst>
            </a:custGeom>
            <a:solidFill>
              <a:srgbClr val="243E57"/>
            </a:solidFill>
            <a:ln w="3885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76" name="fan-control-icon-blade-2" descr="fan-control-icon-blade-2"/>
            <p:cNvSpPr/>
            <p:nvPr/>
          </p:nvSpPr>
          <p:spPr>
            <a:xfrm>
              <a:off x="4925412" y="955454"/>
              <a:ext cx="136188" cy="126796"/>
            </a:xfrm>
            <a:custGeom>
              <a:avLst/>
              <a:gdLst/>
              <a:ahLst/>
              <a:cxnLst/>
              <a:rect l="0" t="0" r="r" b="b"/>
              <a:pathLst>
                <a:path w="24538" h="22846">
                  <a:moveTo>
                    <a:pt x="13538" y="2538"/>
                  </a:moveTo>
                  <a:cubicBezTo>
                    <a:pt x="24538" y="6769"/>
                    <a:pt x="20308" y="22846"/>
                    <a:pt x="10154" y="19462"/>
                  </a:cubicBezTo>
                  <a:cubicBezTo>
                    <a:pt x="0" y="17769"/>
                    <a:pt x="846" y="6769"/>
                    <a:pt x="11846" y="0"/>
                  </a:cubicBezTo>
                  <a:close/>
                </a:path>
              </a:pathLst>
            </a:custGeom>
            <a:solidFill>
              <a:srgbClr val="243E57"/>
            </a:solidFill>
            <a:ln w="3885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77" name="fan-control-icon-blade-3" descr="fan-control-icon-blade-3"/>
            <p:cNvSpPr/>
            <p:nvPr/>
          </p:nvSpPr>
          <p:spPr>
            <a:xfrm>
              <a:off x="4878450" y="885012"/>
              <a:ext cx="126796" cy="136188"/>
            </a:xfrm>
            <a:custGeom>
              <a:avLst/>
              <a:gdLst/>
              <a:ahLst/>
              <a:cxnLst/>
              <a:rect l="0" t="0" r="r" b="b"/>
              <a:pathLst>
                <a:path w="22846" h="24538">
                  <a:moveTo>
                    <a:pt x="20308" y="13538"/>
                  </a:moveTo>
                  <a:cubicBezTo>
                    <a:pt x="16077" y="24538"/>
                    <a:pt x="0" y="20308"/>
                    <a:pt x="3385" y="10154"/>
                  </a:cubicBezTo>
                  <a:cubicBezTo>
                    <a:pt x="5077" y="0"/>
                    <a:pt x="16077" y="846"/>
                    <a:pt x="22846" y="11846"/>
                  </a:cubicBezTo>
                  <a:close/>
                </a:path>
              </a:pathLst>
            </a:custGeom>
            <a:solidFill>
              <a:srgbClr val="243E57"/>
            </a:solidFill>
            <a:ln w="3885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78" name="fan-control-icon-hub" descr="fan-control-icon-hub"/>
            <p:cNvSpPr/>
            <p:nvPr/>
          </p:nvSpPr>
          <p:spPr>
            <a:xfrm>
              <a:off x="4979793" y="939393"/>
              <a:ext cx="41514" cy="41514"/>
            </a:xfrm>
            <a:prstGeom prst="ellipse">
              <a:avLst/>
            </a:prstGeom>
            <a:solidFill>
              <a:srgbClr val="FFFFFF"/>
            </a:solidFill>
            <a:ln w="7215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79" name="defrost-control-icon-window" descr="defrost-control-icon-window"/>
            <p:cNvSpPr/>
            <p:nvPr/>
          </p:nvSpPr>
          <p:spPr>
            <a:xfrm>
              <a:off x="5414216" y="864078"/>
              <a:ext cx="271567" cy="168701"/>
            </a:xfrm>
            <a:custGeom>
              <a:avLst/>
              <a:gdLst/>
              <a:ahLst/>
              <a:cxnLst/>
              <a:rect l="0" t="0" r="r" b="b"/>
              <a:pathLst>
                <a:path w="48931" h="30397">
                  <a:moveTo>
                    <a:pt x="6672" y="30397"/>
                  </a:moveTo>
                  <a:lnTo>
                    <a:pt x="0" y="8897"/>
                  </a:lnTo>
                  <a:cubicBezTo>
                    <a:pt x="17052" y="0"/>
                    <a:pt x="31879" y="0"/>
                    <a:pt x="48931" y="8897"/>
                  </a:cubicBezTo>
                  <a:lnTo>
                    <a:pt x="42259" y="30397"/>
                  </a:lnTo>
                  <a:close/>
                </a:path>
              </a:pathLst>
            </a:custGeom>
            <a:noFill/>
            <a:ln w="1332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80" name="defrost-control-icon-flow--1 shaft" descr="defrost-control-icon-flow--1 shaft"/>
            <p:cNvSpPr/>
            <p:nvPr/>
          </p:nvSpPr>
          <p:spPr>
            <a:xfrm>
              <a:off x="5496509" y="943566"/>
              <a:ext cx="24688" cy="89213"/>
            </a:xfrm>
            <a:custGeom>
              <a:avLst/>
              <a:gdLst/>
              <a:ahLst/>
              <a:cxnLst/>
              <a:rect l="0" t="0" r="r" b="b"/>
              <a:pathLst>
                <a:path w="4448" h="16074">
                  <a:moveTo>
                    <a:pt x="2224" y="16074"/>
                  </a:moveTo>
                  <a:cubicBezTo>
                    <a:pt x="0" y="9402"/>
                    <a:pt x="4448" y="5695"/>
                    <a:pt x="3025" y="0"/>
                  </a:cubicBezTo>
                </a:path>
              </a:pathLst>
            </a:custGeom>
            <a:noFill/>
            <a:ln w="1110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81" name="defrost-control-icon-flow--1 head" descr="defrost-control-icon-flow--1 head"/>
            <p:cNvSpPr/>
            <p:nvPr/>
          </p:nvSpPr>
          <p:spPr>
            <a:xfrm>
              <a:off x="5500777" y="925797"/>
              <a:ext cx="32306" cy="36344"/>
            </a:xfrm>
            <a:custGeom>
              <a:avLst/>
              <a:gdLst/>
              <a:ahLst/>
              <a:cxnLst/>
              <a:rect l="0" t="0" r="r" b="b"/>
              <a:pathLst>
                <a:path w="5821" h="6548">
                  <a:moveTo>
                    <a:pt x="1455" y="0"/>
                  </a:moveTo>
                  <a:lnTo>
                    <a:pt x="5821" y="5093"/>
                  </a:lnTo>
                  <a:lnTo>
                    <a:pt x="0" y="6548"/>
                  </a:ln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82" name="defrost-control-icon-flow-0 shaft" descr="defrost-control-icon-flow-0 shaft"/>
            <p:cNvSpPr/>
            <p:nvPr/>
          </p:nvSpPr>
          <p:spPr>
            <a:xfrm>
              <a:off x="5537656" y="943566"/>
              <a:ext cx="24688" cy="89213"/>
            </a:xfrm>
            <a:custGeom>
              <a:avLst/>
              <a:gdLst/>
              <a:ahLst/>
              <a:cxnLst/>
              <a:rect l="0" t="0" r="r" b="b"/>
              <a:pathLst>
                <a:path w="4448" h="16074">
                  <a:moveTo>
                    <a:pt x="2224" y="16074"/>
                  </a:moveTo>
                  <a:cubicBezTo>
                    <a:pt x="0" y="9402"/>
                    <a:pt x="4448" y="5695"/>
                    <a:pt x="3025" y="0"/>
                  </a:cubicBezTo>
                </a:path>
              </a:pathLst>
            </a:custGeom>
            <a:noFill/>
            <a:ln w="1110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83" name="defrost-control-icon-flow-0 head" descr="defrost-control-icon-flow-0 head"/>
            <p:cNvSpPr/>
            <p:nvPr/>
          </p:nvSpPr>
          <p:spPr>
            <a:xfrm>
              <a:off x="5541924" y="925797"/>
              <a:ext cx="32306" cy="36344"/>
            </a:xfrm>
            <a:custGeom>
              <a:avLst/>
              <a:gdLst/>
              <a:ahLst/>
              <a:cxnLst/>
              <a:rect l="0" t="0" r="r" b="b"/>
              <a:pathLst>
                <a:path w="5821" h="6548">
                  <a:moveTo>
                    <a:pt x="1455" y="0"/>
                  </a:moveTo>
                  <a:lnTo>
                    <a:pt x="5821" y="5093"/>
                  </a:lnTo>
                  <a:lnTo>
                    <a:pt x="0" y="6548"/>
                  </a:ln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84" name="defrost-control-icon-flow-1 shaft" descr="defrost-control-icon-flow-1 shaft"/>
            <p:cNvSpPr/>
            <p:nvPr/>
          </p:nvSpPr>
          <p:spPr>
            <a:xfrm>
              <a:off x="5578803" y="943566"/>
              <a:ext cx="24688" cy="89213"/>
            </a:xfrm>
            <a:custGeom>
              <a:avLst/>
              <a:gdLst/>
              <a:ahLst/>
              <a:cxnLst/>
              <a:rect l="0" t="0" r="r" b="b"/>
              <a:pathLst>
                <a:path w="4448" h="16074">
                  <a:moveTo>
                    <a:pt x="2224" y="16074"/>
                  </a:moveTo>
                  <a:cubicBezTo>
                    <a:pt x="0" y="9402"/>
                    <a:pt x="4448" y="5695"/>
                    <a:pt x="3025" y="0"/>
                  </a:cubicBezTo>
                </a:path>
              </a:pathLst>
            </a:custGeom>
            <a:noFill/>
            <a:ln w="1110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85" name="defrost-control-icon-flow-1 head" descr="defrost-control-icon-flow-1 head"/>
            <p:cNvSpPr/>
            <p:nvPr/>
          </p:nvSpPr>
          <p:spPr>
            <a:xfrm>
              <a:off x="5583070" y="925797"/>
              <a:ext cx="32306" cy="36344"/>
            </a:xfrm>
            <a:custGeom>
              <a:avLst/>
              <a:gdLst/>
              <a:ahLst/>
              <a:cxnLst/>
              <a:rect l="0" t="0" r="r" b="b"/>
              <a:pathLst>
                <a:path w="5821" h="6548">
                  <a:moveTo>
                    <a:pt x="1455" y="0"/>
                  </a:moveTo>
                  <a:lnTo>
                    <a:pt x="5821" y="5093"/>
                  </a:lnTo>
                  <a:lnTo>
                    <a:pt x="0" y="6548"/>
                  </a:ln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86" name="seat-heat-control-icon-body" descr="seat-heat-control-icon-body"/>
            <p:cNvSpPr/>
            <p:nvPr/>
          </p:nvSpPr>
          <p:spPr>
            <a:xfrm>
              <a:off x="5986919" y="883120"/>
              <a:ext cx="189466" cy="150711"/>
            </a:xfrm>
            <a:custGeom>
              <a:avLst/>
              <a:gdLst/>
              <a:ahLst/>
              <a:cxnLst/>
              <a:rect l="0" t="0" r="r" b="b"/>
              <a:pathLst>
                <a:path w="34138" h="27155">
                  <a:moveTo>
                    <a:pt x="27931" y="0"/>
                  </a:moveTo>
                  <a:lnTo>
                    <a:pt x="34138" y="1552"/>
                  </a:lnTo>
                  <a:lnTo>
                    <a:pt x="30259" y="13966"/>
                  </a:lnTo>
                  <a:cubicBezTo>
                    <a:pt x="29483" y="16293"/>
                    <a:pt x="27155" y="17845"/>
                    <a:pt x="24828" y="17845"/>
                  </a:cubicBezTo>
                  <a:lnTo>
                    <a:pt x="13190" y="17845"/>
                  </a:lnTo>
                  <a:lnTo>
                    <a:pt x="3879" y="27155"/>
                  </a:lnTo>
                  <a:lnTo>
                    <a:pt x="0" y="23276"/>
                  </a:lnTo>
                  <a:lnTo>
                    <a:pt x="10086" y="11638"/>
                  </a:lnTo>
                  <a:lnTo>
                    <a:pt x="21724" y="11638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87" name="seat-heat-control-icon-head" descr="seat-heat-control-icon-head"/>
            <p:cNvSpPr/>
            <p:nvPr/>
          </p:nvSpPr>
          <p:spPr>
            <a:xfrm>
              <a:off x="6137630" y="822835"/>
              <a:ext cx="43060" cy="43060"/>
            </a:xfrm>
            <a:prstGeom prst="ellipse">
              <a:avLst/>
            </a:pr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88" name="seat-heat-control-icon-heat-0" descr="seat-heat-control-icon-heat-0"/>
            <p:cNvSpPr/>
            <p:nvPr/>
          </p:nvSpPr>
          <p:spPr>
            <a:xfrm>
              <a:off x="5999837" y="900344"/>
              <a:ext cx="38754" cy="73203"/>
            </a:xfrm>
            <a:custGeom>
              <a:avLst/>
              <a:gdLst/>
              <a:ahLst/>
              <a:cxnLst/>
              <a:rect l="0" t="0" r="r" b="b"/>
              <a:pathLst>
                <a:path w="6983" h="13190">
                  <a:moveTo>
                    <a:pt x="3879" y="13190"/>
                  </a:moveTo>
                  <a:cubicBezTo>
                    <a:pt x="0" y="7759"/>
                    <a:pt x="6983" y="5431"/>
                    <a:pt x="3879" y="0"/>
                  </a:cubicBezTo>
                </a:path>
              </a:pathLst>
            </a:custGeom>
            <a:noFill/>
            <a:ln w="13875" cap="rnd" cmpd="sng">
              <a:solidFill>
                <a:srgbClr val="E28C50"/>
              </a:solidFill>
              <a:round/>
            </a:ln>
            <a:effectLst/>
          </p:spPr>
        </p:sp>
        <p:sp>
          <p:nvSpPr>
            <p:cNvPr id="89" name="seat-heat-control-icon-heat-1" descr="seat-heat-control-icon-heat-1"/>
            <p:cNvSpPr/>
            <p:nvPr/>
          </p:nvSpPr>
          <p:spPr>
            <a:xfrm>
              <a:off x="6034285" y="900344"/>
              <a:ext cx="38754" cy="73203"/>
            </a:xfrm>
            <a:custGeom>
              <a:avLst/>
              <a:gdLst/>
              <a:ahLst/>
              <a:cxnLst/>
              <a:rect l="0" t="0" r="r" b="b"/>
              <a:pathLst>
                <a:path w="6983" h="13190">
                  <a:moveTo>
                    <a:pt x="3879" y="13190"/>
                  </a:moveTo>
                  <a:cubicBezTo>
                    <a:pt x="0" y="7759"/>
                    <a:pt x="6983" y="5431"/>
                    <a:pt x="3879" y="0"/>
                  </a:cubicBezTo>
                </a:path>
              </a:pathLst>
            </a:custGeom>
            <a:noFill/>
            <a:ln w="13875" cap="rnd" cmpd="sng">
              <a:solidFill>
                <a:srgbClr val="E28C50"/>
              </a:solidFill>
              <a:round/>
            </a:ln>
            <a:effectLst/>
          </p:spPr>
        </p:sp>
        <p:sp>
          <p:nvSpPr>
            <p:cNvPr id="90" name="seat-heat-control-icon-heat-2" descr="seat-heat-control-icon-heat-2"/>
            <p:cNvSpPr/>
            <p:nvPr/>
          </p:nvSpPr>
          <p:spPr>
            <a:xfrm>
              <a:off x="6068734" y="900344"/>
              <a:ext cx="38754" cy="73203"/>
            </a:xfrm>
            <a:custGeom>
              <a:avLst/>
              <a:gdLst/>
              <a:ahLst/>
              <a:cxnLst/>
              <a:rect l="0" t="0" r="r" b="b"/>
              <a:pathLst>
                <a:path w="6983" h="13190">
                  <a:moveTo>
                    <a:pt x="3879" y="13190"/>
                  </a:moveTo>
                  <a:cubicBezTo>
                    <a:pt x="0" y="7759"/>
                    <a:pt x="6983" y="5431"/>
                    <a:pt x="3879" y="0"/>
                  </a:cubicBezTo>
                </a:path>
              </a:pathLst>
            </a:custGeom>
            <a:noFill/>
            <a:ln w="13875" cap="rnd" cmpd="sng">
              <a:solidFill>
                <a:srgbClr val="E28C50"/>
              </a:solidFill>
              <a:round/>
            </a:ln>
            <a:effectLst/>
          </p:spPr>
        </p:sp>
      </p:grpSp>
      <p:grpSp>
        <p:nvGrpSpPr>
          <p:cNvPr id="91" name="cockpit-navigation-icons"/>
          <p:cNvGrpSpPr/>
          <p:nvPr/>
        </p:nvGrpSpPr>
        <p:grpSpPr>
          <a:xfrm>
            <a:off x="3990450" y="649350"/>
            <a:ext cx="111000" cy="521700"/>
            <a:chOff x="3990450" y="649350"/>
            <a:chExt cx="111000" cy="521700"/>
          </a:xfrm>
        </p:grpSpPr>
        <p:sp>
          <p:nvSpPr>
            <p:cNvPr id="92" name="nav-home" descr="nav-home"/>
            <p:cNvSpPr/>
            <p:nvPr/>
          </p:nvSpPr>
          <p:spPr>
            <a:xfrm>
              <a:off x="3990450" y="649350"/>
              <a:ext cx="99900" cy="99900"/>
            </a:xfrm>
            <a:custGeom>
              <a:avLst/>
              <a:gdLst/>
              <a:ahLst/>
              <a:cxnLst/>
              <a:rect l="0" t="0" r="r" b="b"/>
              <a:pathLst>
                <a:path w="18000" h="18000">
                  <a:moveTo>
                    <a:pt x="0" y="9000"/>
                  </a:moveTo>
                  <a:lnTo>
                    <a:pt x="9000" y="0"/>
                  </a:lnTo>
                  <a:lnTo>
                    <a:pt x="18000" y="9000"/>
                  </a:lnTo>
                  <a:lnTo>
                    <a:pt x="15000" y="9000"/>
                  </a:lnTo>
                  <a:lnTo>
                    <a:pt x="15000" y="18000"/>
                  </a:lnTo>
                  <a:lnTo>
                    <a:pt x="3000" y="18000"/>
                  </a:lnTo>
                  <a:lnTo>
                    <a:pt x="3000" y="9000"/>
                  </a:lnTo>
                  <a:close/>
                </a:path>
              </a:pathLst>
            </a:custGeom>
            <a:solidFill>
              <a:srgbClr val="F6FAFD"/>
            </a:solidFill>
            <a:ln w="0" cap="rnd" cmpd="sng">
              <a:noFill/>
              <a:round/>
            </a:ln>
            <a:effectLst/>
          </p:spPr>
        </p:sp>
        <p:sp>
          <p:nvSpPr>
            <p:cNvPr id="93" name="nav-music" descr="nav-music"/>
            <p:cNvSpPr/>
            <p:nvPr/>
          </p:nvSpPr>
          <p:spPr>
            <a:xfrm>
              <a:off x="4057050" y="793650"/>
              <a:ext cx="44400" cy="88800"/>
            </a:xfrm>
            <a:custGeom>
              <a:avLst/>
              <a:gdLst/>
              <a:ahLst/>
              <a:cxnLst/>
              <a:rect l="0" t="0" r="r" b="b"/>
              <a:pathLst>
                <a:path w="8000" h="16000">
                  <a:moveTo>
                    <a:pt x="0" y="2000"/>
                  </a:moveTo>
                  <a:lnTo>
                    <a:pt x="0" y="16000"/>
                  </a:lnTo>
                  <a:moveTo>
                    <a:pt x="0" y="3000"/>
                  </a:moveTo>
                  <a:lnTo>
                    <a:pt x="8000" y="0"/>
                  </a:lnTo>
                </a:path>
              </a:pathLst>
            </a:custGeom>
            <a:noFill/>
            <a:ln w="16650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94" name="nav-music-note" descr="nav-music-note"/>
            <p:cNvSpPr/>
            <p:nvPr/>
          </p:nvSpPr>
          <p:spPr>
            <a:xfrm>
              <a:off x="4015425" y="863025"/>
              <a:ext cx="38850" cy="38850"/>
            </a:xfrm>
            <a:prstGeom prst="ellipse">
              <a:avLst/>
            </a:prstGeom>
            <a:solidFill>
              <a:srgbClr val="F6FAFD"/>
            </a:solidFill>
            <a:ln w="5550" cap="rnd" cmpd="sng">
              <a:noFill/>
              <a:round/>
            </a:ln>
            <a:effectLst/>
          </p:spPr>
        </p:sp>
        <p:sp>
          <p:nvSpPr>
            <p:cNvPr id="95" name="nav-phone" descr="nav-phone"/>
            <p:cNvSpPr/>
            <p:nvPr/>
          </p:nvSpPr>
          <p:spPr>
            <a:xfrm>
              <a:off x="4012650" y="937950"/>
              <a:ext cx="88800" cy="88800"/>
            </a:xfrm>
            <a:custGeom>
              <a:avLst/>
              <a:gdLst/>
              <a:ahLst/>
              <a:cxnLst/>
              <a:rect l="0" t="0" r="r" b="b"/>
              <a:pathLst>
                <a:path w="16000" h="16000">
                  <a:moveTo>
                    <a:pt x="0" y="3000"/>
                  </a:moveTo>
                  <a:cubicBezTo>
                    <a:pt x="0" y="10000"/>
                    <a:pt x="6000" y="16000"/>
                    <a:pt x="13000" y="16000"/>
                  </a:cubicBezTo>
                  <a:lnTo>
                    <a:pt x="16000" y="12000"/>
                  </a:lnTo>
                  <a:lnTo>
                    <a:pt x="11000" y="8000"/>
                  </a:lnTo>
                  <a:lnTo>
                    <a:pt x="8000" y="11000"/>
                  </a:lnTo>
                  <a:lnTo>
                    <a:pt x="4000" y="7000"/>
                  </a:lnTo>
                  <a:lnTo>
                    <a:pt x="7000" y="4000"/>
                  </a:lnTo>
                  <a:lnTo>
                    <a:pt x="3000" y="0"/>
                  </a:lnTo>
                  <a:close/>
                </a:path>
              </a:pathLst>
            </a:custGeom>
            <a:solidFill>
              <a:srgbClr val="F6FAFD"/>
            </a:solidFill>
            <a:ln w="0" cap="rnd" cmpd="sng">
              <a:noFill/>
              <a:round/>
            </a:ln>
            <a:effectLst/>
          </p:spPr>
        </p:sp>
        <p:sp>
          <p:nvSpPr>
            <p:cNvPr id="96" name="nav-settings-ring" descr="nav-settings-ring"/>
            <p:cNvSpPr/>
            <p:nvPr/>
          </p:nvSpPr>
          <p:spPr>
            <a:xfrm>
              <a:off x="4012650" y="1087800"/>
              <a:ext cx="66600" cy="66600"/>
            </a:xfrm>
            <a:prstGeom prst="ellipse">
              <a:avLst/>
            </a:prstGeom>
            <a:noFill/>
            <a:ln w="11100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97" name="nav-settings-hole" descr="nav-settings-hole"/>
            <p:cNvSpPr/>
            <p:nvPr/>
          </p:nvSpPr>
          <p:spPr>
            <a:xfrm>
              <a:off x="4034850" y="1110000"/>
              <a:ext cx="22200" cy="22200"/>
            </a:xfrm>
            <a:prstGeom prst="ellipse">
              <a:avLst/>
            </a:prstGeom>
            <a:solidFill>
              <a:srgbClr val="F6FAFD"/>
            </a:solidFill>
            <a:ln w="5550" cap="rnd" cmpd="sng">
              <a:noFill/>
              <a:round/>
            </a:ln>
            <a:effectLst/>
          </p:spPr>
        </p:sp>
        <p:sp>
          <p:nvSpPr>
            <p:cNvPr id="98" name="nav-settings-tooth-0" descr="nav-settings-tooth-0"/>
            <p:cNvSpPr/>
            <p:nvPr/>
          </p:nvSpPr>
          <p:spPr>
            <a:xfrm>
              <a:off x="4079250" y="1121100"/>
              <a:ext cx="16650" cy="56"/>
            </a:xfrm>
            <a:custGeom>
              <a:avLst/>
              <a:gdLst/>
              <a:ahLst/>
              <a:cxnLst/>
              <a:rect l="0" t="0" r="r" b="b"/>
              <a:pathLst>
                <a:path w="3000" h="10">
                  <a:moveTo>
                    <a:pt x="0" y="0"/>
                  </a:moveTo>
                  <a:lnTo>
                    <a:pt x="3000" y="0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99" name="nav-settings-tooth-1" descr="nav-settings-tooth-1"/>
            <p:cNvSpPr/>
            <p:nvPr/>
          </p:nvSpPr>
          <p:spPr>
            <a:xfrm>
              <a:off x="4069497" y="1144647"/>
              <a:ext cx="11773" cy="11773"/>
            </a:xfrm>
            <a:custGeom>
              <a:avLst/>
              <a:gdLst/>
              <a:ahLst/>
              <a:cxnLst/>
              <a:rect l="0" t="0" r="r" b="b"/>
              <a:pathLst>
                <a:path w="2121" h="2121">
                  <a:moveTo>
                    <a:pt x="0" y="0"/>
                  </a:moveTo>
                  <a:lnTo>
                    <a:pt x="2121" y="2121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100" name="nav-settings-tooth-2" descr="nav-settings-tooth-2"/>
            <p:cNvSpPr/>
            <p:nvPr/>
          </p:nvSpPr>
          <p:spPr>
            <a:xfrm>
              <a:off x="4045950" y="1154400"/>
              <a:ext cx="56" cy="16650"/>
            </a:xfrm>
            <a:custGeom>
              <a:avLst/>
              <a:gdLst/>
              <a:ahLst/>
              <a:cxnLst/>
              <a:rect l="0" t="0" r="r" b="b"/>
              <a:pathLst>
                <a:path w="10" h="3000">
                  <a:moveTo>
                    <a:pt x="0" y="0"/>
                  </a:moveTo>
                  <a:lnTo>
                    <a:pt x="0" y="3000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101" name="nav-settings-tooth-3" descr="nav-settings-tooth-3"/>
            <p:cNvSpPr/>
            <p:nvPr/>
          </p:nvSpPr>
          <p:spPr>
            <a:xfrm>
              <a:off x="4010630" y="1144647"/>
              <a:ext cx="11773" cy="11773"/>
            </a:xfrm>
            <a:custGeom>
              <a:avLst/>
              <a:gdLst/>
              <a:ahLst/>
              <a:cxnLst/>
              <a:rect l="0" t="0" r="r" b="b"/>
              <a:pathLst>
                <a:path w="2121" h="2121">
                  <a:moveTo>
                    <a:pt x="2121" y="0"/>
                  </a:moveTo>
                  <a:lnTo>
                    <a:pt x="0" y="2121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102" name="nav-settings-tooth-4" descr="nav-settings-tooth-4"/>
            <p:cNvSpPr/>
            <p:nvPr/>
          </p:nvSpPr>
          <p:spPr>
            <a:xfrm>
              <a:off x="3996000" y="1121100"/>
              <a:ext cx="16650" cy="56"/>
            </a:xfrm>
            <a:custGeom>
              <a:avLst/>
              <a:gdLst/>
              <a:ahLst/>
              <a:cxnLst/>
              <a:rect l="0" t="0" r="r" b="b"/>
              <a:pathLst>
                <a:path w="3000" h="10">
                  <a:moveTo>
                    <a:pt x="3000" y="0"/>
                  </a:moveTo>
                  <a:lnTo>
                    <a:pt x="0" y="0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103" name="nav-settings-tooth-5" descr="nav-settings-tooth-5"/>
            <p:cNvSpPr/>
            <p:nvPr/>
          </p:nvSpPr>
          <p:spPr>
            <a:xfrm>
              <a:off x="4010630" y="1085780"/>
              <a:ext cx="11773" cy="11773"/>
            </a:xfrm>
            <a:custGeom>
              <a:avLst/>
              <a:gdLst/>
              <a:ahLst/>
              <a:cxnLst/>
              <a:rect l="0" t="0" r="r" b="b"/>
              <a:pathLst>
                <a:path w="2121" h="2121">
                  <a:moveTo>
                    <a:pt x="2121" y="2121"/>
                  </a:moveTo>
                  <a:lnTo>
                    <a:pt x="0" y="0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104" name="nav-settings-tooth-6" descr="nav-settings-tooth-6"/>
            <p:cNvSpPr/>
            <p:nvPr/>
          </p:nvSpPr>
          <p:spPr>
            <a:xfrm>
              <a:off x="4045950" y="1071150"/>
              <a:ext cx="56" cy="16650"/>
            </a:xfrm>
            <a:custGeom>
              <a:avLst/>
              <a:gdLst/>
              <a:ahLst/>
              <a:cxnLst/>
              <a:rect l="0" t="0" r="r" b="b"/>
              <a:pathLst>
                <a:path w="10" h="3000">
                  <a:moveTo>
                    <a:pt x="0" y="3000"/>
                  </a:moveTo>
                  <a:lnTo>
                    <a:pt x="0" y="0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  <p:sp>
          <p:nvSpPr>
            <p:cNvPr id="105" name="nav-settings-tooth-7" descr="nav-settings-tooth-7"/>
            <p:cNvSpPr/>
            <p:nvPr/>
          </p:nvSpPr>
          <p:spPr>
            <a:xfrm>
              <a:off x="4069497" y="1085780"/>
              <a:ext cx="11773" cy="11773"/>
            </a:xfrm>
            <a:custGeom>
              <a:avLst/>
              <a:gdLst/>
              <a:ahLst/>
              <a:cxnLst/>
              <a:rect l="0" t="0" r="r" b="b"/>
              <a:pathLst>
                <a:path w="2121" h="2121">
                  <a:moveTo>
                    <a:pt x="0" y="2121"/>
                  </a:moveTo>
                  <a:lnTo>
                    <a:pt x="2121" y="0"/>
                  </a:lnTo>
                </a:path>
              </a:pathLst>
            </a:custGeom>
            <a:noFill/>
            <a:ln w="13875" cap="rnd" cmpd="sng">
              <a:solidFill>
                <a:srgbClr val="F6FAFD"/>
              </a:solidFill>
              <a:round/>
            </a:ln>
            <a:effectLst/>
          </p:spPr>
        </p:sp>
      </p:grpSp>
      <p:grpSp>
        <p:nvGrpSpPr>
          <p:cNvPr id="106" name="vehicle-state-strip"/>
          <p:cNvGrpSpPr/>
          <p:nvPr/>
        </p:nvGrpSpPr>
        <p:grpSpPr>
          <a:xfrm>
            <a:off x="4079250" y="1304250"/>
            <a:ext cx="1953600" cy="432900"/>
            <a:chOff x="4079250" y="1304250"/>
            <a:chExt cx="1953600" cy="432900"/>
          </a:xfrm>
        </p:grpSpPr>
        <p:sp>
          <p:nvSpPr>
            <p:cNvPr id="107" name="state-observation-strip" descr="state-observation-strip"/>
            <p:cNvSpPr/>
            <p:nvPr/>
          </p:nvSpPr>
          <p:spPr>
            <a:xfrm>
              <a:off x="4079250" y="1304250"/>
              <a:ext cx="1953600" cy="432900"/>
            </a:xfrm>
            <a:prstGeom prst="roundRect">
              <a:avLst>
                <a:gd name="adj" fmla="val 14103"/>
              </a:avLst>
            </a:prstGeom>
            <a:gradFill rotWithShape="1">
              <a:gsLst>
                <a:gs pos="0">
                  <a:srgbClr val="F5FBFF"/>
                </a:gs>
                <a:gs pos="100000">
                  <a:srgbClr val="EDF7FD"/>
                </a:gs>
              </a:gsLst>
              <a:lin ang="5400000" scaled="1"/>
            </a:gradFill>
            <a:ln w="10545" cap="rnd" cmpd="sng">
              <a:solidFill>
                <a:srgbClr val="73ABDF"/>
              </a:solidFill>
              <a:round/>
            </a:ln>
            <a:effectLst/>
          </p:spPr>
        </p:sp>
        <p:sp>
          <p:nvSpPr>
            <p:cNvPr id="108" name="vehicle-state-heading" descr="Vehicle-state signals"/>
            <p:cNvSpPr/>
            <p:nvPr/>
          </p:nvSpPr>
          <p:spPr>
            <a:xfrm>
              <a:off x="4164714" y="1325309"/>
              <a:ext cx="999503" cy="101857"/>
            </a:xfrm>
            <a:custGeom>
              <a:avLst/>
              <a:gdLst/>
              <a:ahLst/>
              <a:cxnLst/>
              <a:rect l="0" t="0" r="r" b="b"/>
              <a:pathLst>
                <a:path w="180091" h="18353">
                  <a:moveTo>
                    <a:pt x="9301" y="987"/>
                  </a:moveTo>
                  <a:cubicBezTo>
                    <a:pt x="8741" y="1966"/>
                    <a:pt x="8233" y="2978"/>
                    <a:pt x="7778" y="4020"/>
                  </a:cubicBezTo>
                  <a:cubicBezTo>
                    <a:pt x="7324" y="5063"/>
                    <a:pt x="6872" y="6130"/>
                    <a:pt x="6424" y="7222"/>
                  </a:cubicBezTo>
                  <a:cubicBezTo>
                    <a:pt x="6382" y="7334"/>
                    <a:pt x="6333" y="7446"/>
                    <a:pt x="6277" y="7558"/>
                  </a:cubicBezTo>
                  <a:cubicBezTo>
                    <a:pt x="6221" y="7670"/>
                    <a:pt x="6172" y="7782"/>
                    <a:pt x="6130" y="7894"/>
                  </a:cubicBezTo>
                  <a:lnTo>
                    <a:pt x="5794" y="8713"/>
                  </a:lnTo>
                  <a:lnTo>
                    <a:pt x="5794" y="8692"/>
                  </a:lnTo>
                  <a:lnTo>
                    <a:pt x="5291" y="9867"/>
                  </a:lnTo>
                  <a:cubicBezTo>
                    <a:pt x="4997" y="9042"/>
                    <a:pt x="4724" y="8286"/>
                    <a:pt x="4472" y="7600"/>
                  </a:cubicBezTo>
                  <a:cubicBezTo>
                    <a:pt x="4220" y="6914"/>
                    <a:pt x="3964" y="6235"/>
                    <a:pt x="3706" y="5564"/>
                  </a:cubicBezTo>
                  <a:cubicBezTo>
                    <a:pt x="3447" y="4892"/>
                    <a:pt x="3177" y="4188"/>
                    <a:pt x="2897" y="3454"/>
                  </a:cubicBezTo>
                  <a:cubicBezTo>
                    <a:pt x="2617" y="2719"/>
                    <a:pt x="2295" y="1890"/>
                    <a:pt x="1931" y="966"/>
                  </a:cubicBezTo>
                  <a:cubicBezTo>
                    <a:pt x="1680" y="588"/>
                    <a:pt x="1358" y="399"/>
                    <a:pt x="966" y="399"/>
                  </a:cubicBezTo>
                  <a:cubicBezTo>
                    <a:pt x="700" y="399"/>
                    <a:pt x="472" y="483"/>
                    <a:pt x="283" y="651"/>
                  </a:cubicBezTo>
                  <a:cubicBezTo>
                    <a:pt x="94" y="819"/>
                    <a:pt x="0" y="1064"/>
                    <a:pt x="0" y="1386"/>
                  </a:cubicBezTo>
                  <a:lnTo>
                    <a:pt x="0" y="1491"/>
                  </a:lnTo>
                  <a:lnTo>
                    <a:pt x="10" y="1522"/>
                  </a:lnTo>
                  <a:lnTo>
                    <a:pt x="21" y="1533"/>
                  </a:lnTo>
                  <a:cubicBezTo>
                    <a:pt x="735" y="3450"/>
                    <a:pt x="1449" y="5354"/>
                    <a:pt x="2162" y="7243"/>
                  </a:cubicBezTo>
                  <a:cubicBezTo>
                    <a:pt x="2876" y="9133"/>
                    <a:pt x="3604" y="11029"/>
                    <a:pt x="4346" y="12933"/>
                  </a:cubicBezTo>
                  <a:cubicBezTo>
                    <a:pt x="4458" y="13143"/>
                    <a:pt x="4598" y="13300"/>
                    <a:pt x="4766" y="13405"/>
                  </a:cubicBezTo>
                  <a:cubicBezTo>
                    <a:pt x="4934" y="13510"/>
                    <a:pt x="5116" y="13562"/>
                    <a:pt x="5312" y="13562"/>
                  </a:cubicBezTo>
                  <a:cubicBezTo>
                    <a:pt x="5522" y="13562"/>
                    <a:pt x="5717" y="13499"/>
                    <a:pt x="5899" y="13373"/>
                  </a:cubicBezTo>
                  <a:cubicBezTo>
                    <a:pt x="6081" y="13248"/>
                    <a:pt x="6221" y="13066"/>
                    <a:pt x="6319" y="12828"/>
                  </a:cubicBezTo>
                  <a:cubicBezTo>
                    <a:pt x="7019" y="10994"/>
                    <a:pt x="7747" y="9140"/>
                    <a:pt x="8503" y="7264"/>
                  </a:cubicBezTo>
                  <a:cubicBezTo>
                    <a:pt x="9259" y="5389"/>
                    <a:pt x="10154" y="3548"/>
                    <a:pt x="11190" y="1743"/>
                  </a:cubicBezTo>
                  <a:cubicBezTo>
                    <a:pt x="11218" y="1673"/>
                    <a:pt x="11239" y="1603"/>
                    <a:pt x="11253" y="1533"/>
                  </a:cubicBezTo>
                  <a:cubicBezTo>
                    <a:pt x="11267" y="1463"/>
                    <a:pt x="11274" y="1393"/>
                    <a:pt x="11274" y="1323"/>
                  </a:cubicBezTo>
                  <a:cubicBezTo>
                    <a:pt x="11274" y="1043"/>
                    <a:pt x="11173" y="819"/>
                    <a:pt x="10970" y="651"/>
                  </a:cubicBezTo>
                  <a:cubicBezTo>
                    <a:pt x="10767" y="483"/>
                    <a:pt x="10532" y="399"/>
                    <a:pt x="10266" y="399"/>
                  </a:cubicBezTo>
                  <a:cubicBezTo>
                    <a:pt x="10056" y="399"/>
                    <a:pt x="9874" y="448"/>
                    <a:pt x="9720" y="546"/>
                  </a:cubicBezTo>
                  <a:cubicBezTo>
                    <a:pt x="9566" y="644"/>
                    <a:pt x="9427" y="791"/>
                    <a:pt x="9301" y="987"/>
                  </a:cubicBezTo>
                  <a:close/>
                  <a:moveTo>
                    <a:pt x="19966" y="10623"/>
                  </a:moveTo>
                  <a:cubicBezTo>
                    <a:pt x="19560" y="10875"/>
                    <a:pt x="19115" y="11117"/>
                    <a:pt x="18633" y="11348"/>
                  </a:cubicBezTo>
                  <a:cubicBezTo>
                    <a:pt x="18150" y="11578"/>
                    <a:pt x="17684" y="11708"/>
                    <a:pt x="17236" y="11736"/>
                  </a:cubicBezTo>
                  <a:cubicBezTo>
                    <a:pt x="16705" y="11778"/>
                    <a:pt x="16257" y="11680"/>
                    <a:pt x="15893" y="11442"/>
                  </a:cubicBezTo>
                  <a:cubicBezTo>
                    <a:pt x="15529" y="11204"/>
                    <a:pt x="15249" y="10882"/>
                    <a:pt x="15053" y="10476"/>
                  </a:cubicBezTo>
                  <a:cubicBezTo>
                    <a:pt x="15081" y="10476"/>
                    <a:pt x="15155" y="10462"/>
                    <a:pt x="15273" y="10434"/>
                  </a:cubicBezTo>
                  <a:cubicBezTo>
                    <a:pt x="15392" y="10406"/>
                    <a:pt x="15669" y="10336"/>
                    <a:pt x="16103" y="10224"/>
                  </a:cubicBezTo>
                  <a:cubicBezTo>
                    <a:pt x="16509" y="10126"/>
                    <a:pt x="16943" y="10014"/>
                    <a:pt x="17404" y="9888"/>
                  </a:cubicBezTo>
                  <a:cubicBezTo>
                    <a:pt x="17866" y="9762"/>
                    <a:pt x="18314" y="9608"/>
                    <a:pt x="18748" y="9427"/>
                  </a:cubicBezTo>
                  <a:cubicBezTo>
                    <a:pt x="19182" y="9245"/>
                    <a:pt x="19581" y="9031"/>
                    <a:pt x="19945" y="8786"/>
                  </a:cubicBezTo>
                  <a:cubicBezTo>
                    <a:pt x="20309" y="8541"/>
                    <a:pt x="20596" y="8251"/>
                    <a:pt x="20806" y="7915"/>
                  </a:cubicBezTo>
                  <a:cubicBezTo>
                    <a:pt x="20917" y="7747"/>
                    <a:pt x="20994" y="7572"/>
                    <a:pt x="21036" y="7390"/>
                  </a:cubicBezTo>
                  <a:cubicBezTo>
                    <a:pt x="21078" y="7208"/>
                    <a:pt x="21099" y="7019"/>
                    <a:pt x="21099" y="6823"/>
                  </a:cubicBezTo>
                  <a:cubicBezTo>
                    <a:pt x="21099" y="6529"/>
                    <a:pt x="21043" y="6235"/>
                    <a:pt x="20931" y="5941"/>
                  </a:cubicBezTo>
                  <a:cubicBezTo>
                    <a:pt x="20820" y="5648"/>
                    <a:pt x="20666" y="5378"/>
                    <a:pt x="20470" y="5133"/>
                  </a:cubicBezTo>
                  <a:cubicBezTo>
                    <a:pt x="20274" y="4888"/>
                    <a:pt x="20043" y="4678"/>
                    <a:pt x="19777" y="4503"/>
                  </a:cubicBezTo>
                  <a:cubicBezTo>
                    <a:pt x="19511" y="4328"/>
                    <a:pt x="19224" y="4206"/>
                    <a:pt x="18916" y="4136"/>
                  </a:cubicBezTo>
                  <a:cubicBezTo>
                    <a:pt x="18594" y="4066"/>
                    <a:pt x="18265" y="4031"/>
                    <a:pt x="17929" y="4031"/>
                  </a:cubicBezTo>
                  <a:cubicBezTo>
                    <a:pt x="17299" y="4031"/>
                    <a:pt x="16691" y="4136"/>
                    <a:pt x="16103" y="4346"/>
                  </a:cubicBezTo>
                  <a:cubicBezTo>
                    <a:pt x="15515" y="4556"/>
                    <a:pt x="14969" y="4836"/>
                    <a:pt x="14465" y="5186"/>
                  </a:cubicBezTo>
                  <a:cubicBezTo>
                    <a:pt x="13835" y="5606"/>
                    <a:pt x="13377" y="6151"/>
                    <a:pt x="13090" y="6823"/>
                  </a:cubicBezTo>
                  <a:cubicBezTo>
                    <a:pt x="12803" y="7495"/>
                    <a:pt x="12660" y="8195"/>
                    <a:pt x="12660" y="8923"/>
                  </a:cubicBezTo>
                  <a:cubicBezTo>
                    <a:pt x="12660" y="9664"/>
                    <a:pt x="12824" y="10389"/>
                    <a:pt x="13153" y="11096"/>
                  </a:cubicBezTo>
                  <a:cubicBezTo>
                    <a:pt x="13482" y="11802"/>
                    <a:pt x="13940" y="12373"/>
                    <a:pt x="14528" y="12807"/>
                  </a:cubicBezTo>
                  <a:cubicBezTo>
                    <a:pt x="14892" y="13059"/>
                    <a:pt x="15284" y="13244"/>
                    <a:pt x="15704" y="13363"/>
                  </a:cubicBezTo>
                  <a:cubicBezTo>
                    <a:pt x="16124" y="13482"/>
                    <a:pt x="16537" y="13541"/>
                    <a:pt x="16943" y="13541"/>
                  </a:cubicBezTo>
                  <a:cubicBezTo>
                    <a:pt x="17628" y="13541"/>
                    <a:pt x="18311" y="13419"/>
                    <a:pt x="18990" y="13174"/>
                  </a:cubicBezTo>
                  <a:cubicBezTo>
                    <a:pt x="19668" y="12929"/>
                    <a:pt x="20302" y="12632"/>
                    <a:pt x="20890" y="12282"/>
                  </a:cubicBezTo>
                  <a:cubicBezTo>
                    <a:pt x="21099" y="12156"/>
                    <a:pt x="21253" y="12019"/>
                    <a:pt x="21351" y="11872"/>
                  </a:cubicBezTo>
                  <a:cubicBezTo>
                    <a:pt x="21449" y="11725"/>
                    <a:pt x="21498" y="11575"/>
                    <a:pt x="21498" y="11421"/>
                  </a:cubicBezTo>
                  <a:cubicBezTo>
                    <a:pt x="21498" y="11267"/>
                    <a:pt x="21460" y="11124"/>
                    <a:pt x="21383" y="10991"/>
                  </a:cubicBezTo>
                  <a:cubicBezTo>
                    <a:pt x="21306" y="10858"/>
                    <a:pt x="21201" y="10749"/>
                    <a:pt x="21068" y="10665"/>
                  </a:cubicBezTo>
                  <a:cubicBezTo>
                    <a:pt x="20935" y="10581"/>
                    <a:pt x="20774" y="10532"/>
                    <a:pt x="20585" y="10518"/>
                  </a:cubicBezTo>
                  <a:cubicBezTo>
                    <a:pt x="20396" y="10504"/>
                    <a:pt x="20190" y="10539"/>
                    <a:pt x="19966" y="10623"/>
                  </a:cubicBezTo>
                  <a:close/>
                  <a:moveTo>
                    <a:pt x="16103" y="6403"/>
                  </a:moveTo>
                  <a:cubicBezTo>
                    <a:pt x="16341" y="6291"/>
                    <a:pt x="16642" y="6176"/>
                    <a:pt x="17006" y="6057"/>
                  </a:cubicBezTo>
                  <a:cubicBezTo>
                    <a:pt x="17369" y="5938"/>
                    <a:pt x="17712" y="5878"/>
                    <a:pt x="18034" y="5878"/>
                  </a:cubicBezTo>
                  <a:cubicBezTo>
                    <a:pt x="18328" y="5878"/>
                    <a:pt x="18580" y="5955"/>
                    <a:pt x="18790" y="6109"/>
                  </a:cubicBezTo>
                  <a:cubicBezTo>
                    <a:pt x="19000" y="6263"/>
                    <a:pt x="19091" y="6543"/>
                    <a:pt x="19063" y="6949"/>
                  </a:cubicBezTo>
                  <a:cubicBezTo>
                    <a:pt x="18979" y="7117"/>
                    <a:pt x="18815" y="7271"/>
                    <a:pt x="18570" y="7411"/>
                  </a:cubicBezTo>
                  <a:cubicBezTo>
                    <a:pt x="18325" y="7551"/>
                    <a:pt x="18059" y="7673"/>
                    <a:pt x="17772" y="7778"/>
                  </a:cubicBezTo>
                  <a:cubicBezTo>
                    <a:pt x="17485" y="7883"/>
                    <a:pt x="17201" y="7974"/>
                    <a:pt x="16922" y="8051"/>
                  </a:cubicBezTo>
                  <a:cubicBezTo>
                    <a:pt x="16642" y="8128"/>
                    <a:pt x="16432" y="8188"/>
                    <a:pt x="16292" y="8230"/>
                  </a:cubicBezTo>
                  <a:cubicBezTo>
                    <a:pt x="15900" y="8342"/>
                    <a:pt x="15599" y="8429"/>
                    <a:pt x="15389" y="8492"/>
                  </a:cubicBezTo>
                  <a:cubicBezTo>
                    <a:pt x="15179" y="8555"/>
                    <a:pt x="15022" y="8601"/>
                    <a:pt x="14917" y="8629"/>
                  </a:cubicBezTo>
                  <a:cubicBezTo>
                    <a:pt x="14812" y="8657"/>
                    <a:pt x="14749" y="8674"/>
                    <a:pt x="14728" y="8681"/>
                  </a:cubicBezTo>
                  <a:lnTo>
                    <a:pt x="14696" y="8692"/>
                  </a:lnTo>
                  <a:cubicBezTo>
                    <a:pt x="14724" y="8202"/>
                    <a:pt x="14850" y="7757"/>
                    <a:pt x="15074" y="7359"/>
                  </a:cubicBezTo>
                  <a:cubicBezTo>
                    <a:pt x="15298" y="6960"/>
                    <a:pt x="15641" y="6641"/>
                    <a:pt x="16103" y="6403"/>
                  </a:cubicBezTo>
                  <a:close/>
                  <a:moveTo>
                    <a:pt x="25130" y="12492"/>
                  </a:moveTo>
                  <a:lnTo>
                    <a:pt x="25130" y="8482"/>
                  </a:lnTo>
                  <a:cubicBezTo>
                    <a:pt x="25382" y="8174"/>
                    <a:pt x="25627" y="7880"/>
                    <a:pt x="25865" y="7600"/>
                  </a:cubicBezTo>
                  <a:cubicBezTo>
                    <a:pt x="26103" y="7320"/>
                    <a:pt x="26341" y="7086"/>
                    <a:pt x="26579" y="6897"/>
                  </a:cubicBezTo>
                  <a:cubicBezTo>
                    <a:pt x="26817" y="6708"/>
                    <a:pt x="27058" y="6571"/>
                    <a:pt x="27303" y="6487"/>
                  </a:cubicBezTo>
                  <a:cubicBezTo>
                    <a:pt x="27548" y="6403"/>
                    <a:pt x="27811" y="6389"/>
                    <a:pt x="28091" y="6445"/>
                  </a:cubicBezTo>
                  <a:cubicBezTo>
                    <a:pt x="28455" y="6683"/>
                    <a:pt x="28717" y="7012"/>
                    <a:pt x="28878" y="7432"/>
                  </a:cubicBezTo>
                  <a:cubicBezTo>
                    <a:pt x="29039" y="7852"/>
                    <a:pt x="29133" y="8286"/>
                    <a:pt x="29161" y="8734"/>
                  </a:cubicBezTo>
                  <a:cubicBezTo>
                    <a:pt x="29175" y="9406"/>
                    <a:pt x="29182" y="10060"/>
                    <a:pt x="29182" y="10697"/>
                  </a:cubicBezTo>
                  <a:lnTo>
                    <a:pt x="29182" y="12639"/>
                  </a:lnTo>
                  <a:cubicBezTo>
                    <a:pt x="29224" y="12961"/>
                    <a:pt x="29350" y="13199"/>
                    <a:pt x="29560" y="13352"/>
                  </a:cubicBezTo>
                  <a:cubicBezTo>
                    <a:pt x="29770" y="13506"/>
                    <a:pt x="29994" y="13583"/>
                    <a:pt x="30232" y="13583"/>
                  </a:cubicBezTo>
                  <a:cubicBezTo>
                    <a:pt x="30498" y="13583"/>
                    <a:pt x="30725" y="13499"/>
                    <a:pt x="30914" y="13331"/>
                  </a:cubicBezTo>
                  <a:cubicBezTo>
                    <a:pt x="31103" y="13164"/>
                    <a:pt x="31212" y="12912"/>
                    <a:pt x="31240" y="12576"/>
                  </a:cubicBezTo>
                  <a:cubicBezTo>
                    <a:pt x="31240" y="12408"/>
                    <a:pt x="31236" y="12233"/>
                    <a:pt x="31229" y="12051"/>
                  </a:cubicBezTo>
                  <a:cubicBezTo>
                    <a:pt x="31222" y="11869"/>
                    <a:pt x="31219" y="11634"/>
                    <a:pt x="31219" y="11348"/>
                  </a:cubicBezTo>
                  <a:lnTo>
                    <a:pt x="31219" y="8671"/>
                  </a:lnTo>
                  <a:cubicBezTo>
                    <a:pt x="31205" y="8279"/>
                    <a:pt x="31145" y="7873"/>
                    <a:pt x="31040" y="7453"/>
                  </a:cubicBezTo>
                  <a:cubicBezTo>
                    <a:pt x="30935" y="7033"/>
                    <a:pt x="30781" y="6638"/>
                    <a:pt x="30578" y="6267"/>
                  </a:cubicBezTo>
                  <a:cubicBezTo>
                    <a:pt x="30376" y="5896"/>
                    <a:pt x="30120" y="5567"/>
                    <a:pt x="29812" y="5280"/>
                  </a:cubicBezTo>
                  <a:cubicBezTo>
                    <a:pt x="29504" y="4993"/>
                    <a:pt x="29133" y="4787"/>
                    <a:pt x="28699" y="4661"/>
                  </a:cubicBezTo>
                  <a:cubicBezTo>
                    <a:pt x="28112" y="4465"/>
                    <a:pt x="27541" y="4437"/>
                    <a:pt x="26988" y="4577"/>
                  </a:cubicBezTo>
                  <a:cubicBezTo>
                    <a:pt x="26436" y="4717"/>
                    <a:pt x="25816" y="5025"/>
                    <a:pt x="25130" y="5501"/>
                  </a:cubicBezTo>
                  <a:lnTo>
                    <a:pt x="25130" y="987"/>
                  </a:lnTo>
                  <a:cubicBezTo>
                    <a:pt x="25032" y="721"/>
                    <a:pt x="24889" y="521"/>
                    <a:pt x="24700" y="388"/>
                  </a:cubicBezTo>
                  <a:cubicBezTo>
                    <a:pt x="24511" y="255"/>
                    <a:pt x="24298" y="189"/>
                    <a:pt x="24060" y="189"/>
                  </a:cubicBezTo>
                  <a:cubicBezTo>
                    <a:pt x="23822" y="189"/>
                    <a:pt x="23612" y="262"/>
                    <a:pt x="23430" y="409"/>
                  </a:cubicBezTo>
                  <a:cubicBezTo>
                    <a:pt x="23248" y="556"/>
                    <a:pt x="23122" y="770"/>
                    <a:pt x="23052" y="1050"/>
                  </a:cubicBezTo>
                  <a:lnTo>
                    <a:pt x="23052" y="12576"/>
                  </a:lnTo>
                  <a:cubicBezTo>
                    <a:pt x="23094" y="12884"/>
                    <a:pt x="23220" y="13115"/>
                    <a:pt x="23430" y="13269"/>
                  </a:cubicBezTo>
                  <a:cubicBezTo>
                    <a:pt x="23640" y="13422"/>
                    <a:pt x="23864" y="13499"/>
                    <a:pt x="24102" y="13499"/>
                  </a:cubicBezTo>
                  <a:cubicBezTo>
                    <a:pt x="24368" y="13499"/>
                    <a:pt x="24599" y="13415"/>
                    <a:pt x="24794" y="13248"/>
                  </a:cubicBezTo>
                  <a:cubicBezTo>
                    <a:pt x="24990" y="13080"/>
                    <a:pt x="25102" y="12828"/>
                    <a:pt x="25130" y="12492"/>
                  </a:cubicBezTo>
                  <a:close/>
                  <a:moveTo>
                    <a:pt x="35502" y="12471"/>
                  </a:moveTo>
                  <a:lnTo>
                    <a:pt x="35439" y="4514"/>
                  </a:lnTo>
                  <a:cubicBezTo>
                    <a:pt x="35369" y="4234"/>
                    <a:pt x="35236" y="4027"/>
                    <a:pt x="35040" y="3894"/>
                  </a:cubicBezTo>
                  <a:cubicBezTo>
                    <a:pt x="34844" y="3762"/>
                    <a:pt x="34634" y="3695"/>
                    <a:pt x="34410" y="3695"/>
                  </a:cubicBezTo>
                  <a:cubicBezTo>
                    <a:pt x="34158" y="3695"/>
                    <a:pt x="33941" y="3769"/>
                    <a:pt x="33759" y="3915"/>
                  </a:cubicBezTo>
                  <a:cubicBezTo>
                    <a:pt x="33577" y="4062"/>
                    <a:pt x="33451" y="4283"/>
                    <a:pt x="33381" y="4577"/>
                  </a:cubicBezTo>
                  <a:lnTo>
                    <a:pt x="33444" y="12555"/>
                  </a:lnTo>
                  <a:cubicBezTo>
                    <a:pt x="33486" y="12877"/>
                    <a:pt x="33605" y="13115"/>
                    <a:pt x="33801" y="13269"/>
                  </a:cubicBezTo>
                  <a:cubicBezTo>
                    <a:pt x="33997" y="13422"/>
                    <a:pt x="34221" y="13499"/>
                    <a:pt x="34473" y="13499"/>
                  </a:cubicBezTo>
                  <a:cubicBezTo>
                    <a:pt x="34725" y="13499"/>
                    <a:pt x="34956" y="13415"/>
                    <a:pt x="35166" y="13248"/>
                  </a:cubicBezTo>
                  <a:cubicBezTo>
                    <a:pt x="35376" y="13080"/>
                    <a:pt x="35488" y="12821"/>
                    <a:pt x="35502" y="12471"/>
                  </a:cubicBezTo>
                  <a:close/>
                  <a:moveTo>
                    <a:pt x="33234" y="1239"/>
                  </a:moveTo>
                  <a:cubicBezTo>
                    <a:pt x="33234" y="1561"/>
                    <a:pt x="33350" y="1834"/>
                    <a:pt x="33581" y="2057"/>
                  </a:cubicBezTo>
                  <a:cubicBezTo>
                    <a:pt x="33812" y="2281"/>
                    <a:pt x="34088" y="2393"/>
                    <a:pt x="34410" y="2393"/>
                  </a:cubicBezTo>
                  <a:cubicBezTo>
                    <a:pt x="34746" y="2393"/>
                    <a:pt x="35029" y="2281"/>
                    <a:pt x="35260" y="2057"/>
                  </a:cubicBezTo>
                  <a:cubicBezTo>
                    <a:pt x="35491" y="1834"/>
                    <a:pt x="35607" y="1561"/>
                    <a:pt x="35607" y="1239"/>
                  </a:cubicBezTo>
                  <a:cubicBezTo>
                    <a:pt x="35607" y="917"/>
                    <a:pt x="35491" y="640"/>
                    <a:pt x="35260" y="409"/>
                  </a:cubicBezTo>
                  <a:cubicBezTo>
                    <a:pt x="35029" y="178"/>
                    <a:pt x="34746" y="63"/>
                    <a:pt x="34410" y="63"/>
                  </a:cubicBezTo>
                  <a:cubicBezTo>
                    <a:pt x="34088" y="63"/>
                    <a:pt x="33812" y="178"/>
                    <a:pt x="33581" y="409"/>
                  </a:cubicBezTo>
                  <a:cubicBezTo>
                    <a:pt x="33350" y="640"/>
                    <a:pt x="33234" y="917"/>
                    <a:pt x="33234" y="1239"/>
                  </a:cubicBezTo>
                  <a:close/>
                  <a:moveTo>
                    <a:pt x="43396" y="10833"/>
                  </a:moveTo>
                  <a:lnTo>
                    <a:pt x="43375" y="10833"/>
                  </a:lnTo>
                  <a:cubicBezTo>
                    <a:pt x="43137" y="11085"/>
                    <a:pt x="42885" y="11274"/>
                    <a:pt x="42619" y="11400"/>
                  </a:cubicBezTo>
                  <a:cubicBezTo>
                    <a:pt x="42353" y="11526"/>
                    <a:pt x="42101" y="11589"/>
                    <a:pt x="41863" y="11589"/>
                  </a:cubicBezTo>
                  <a:cubicBezTo>
                    <a:pt x="41541" y="11589"/>
                    <a:pt x="41233" y="11491"/>
                    <a:pt x="40939" y="11295"/>
                  </a:cubicBezTo>
                  <a:cubicBezTo>
                    <a:pt x="40645" y="11099"/>
                    <a:pt x="40407" y="10791"/>
                    <a:pt x="40225" y="10371"/>
                  </a:cubicBezTo>
                  <a:cubicBezTo>
                    <a:pt x="40127" y="10161"/>
                    <a:pt x="40061" y="9937"/>
                    <a:pt x="40026" y="9699"/>
                  </a:cubicBezTo>
                  <a:cubicBezTo>
                    <a:pt x="39991" y="9462"/>
                    <a:pt x="39973" y="9224"/>
                    <a:pt x="39973" y="8986"/>
                  </a:cubicBezTo>
                  <a:cubicBezTo>
                    <a:pt x="39973" y="8552"/>
                    <a:pt x="40036" y="8125"/>
                    <a:pt x="40162" y="7705"/>
                  </a:cubicBezTo>
                  <a:cubicBezTo>
                    <a:pt x="40288" y="7285"/>
                    <a:pt x="40456" y="6907"/>
                    <a:pt x="40666" y="6571"/>
                  </a:cubicBezTo>
                  <a:cubicBezTo>
                    <a:pt x="40876" y="6235"/>
                    <a:pt x="41128" y="5966"/>
                    <a:pt x="41422" y="5763"/>
                  </a:cubicBezTo>
                  <a:cubicBezTo>
                    <a:pt x="41716" y="5560"/>
                    <a:pt x="42031" y="5459"/>
                    <a:pt x="42367" y="5459"/>
                  </a:cubicBezTo>
                  <a:cubicBezTo>
                    <a:pt x="42619" y="5459"/>
                    <a:pt x="42881" y="5525"/>
                    <a:pt x="43154" y="5658"/>
                  </a:cubicBezTo>
                  <a:cubicBezTo>
                    <a:pt x="43427" y="5791"/>
                    <a:pt x="43710" y="6011"/>
                    <a:pt x="44004" y="6319"/>
                  </a:cubicBezTo>
                  <a:cubicBezTo>
                    <a:pt x="44228" y="6431"/>
                    <a:pt x="44442" y="6491"/>
                    <a:pt x="44645" y="6498"/>
                  </a:cubicBezTo>
                  <a:cubicBezTo>
                    <a:pt x="44848" y="6505"/>
                    <a:pt x="45023" y="6473"/>
                    <a:pt x="45170" y="6403"/>
                  </a:cubicBezTo>
                  <a:cubicBezTo>
                    <a:pt x="45317" y="6333"/>
                    <a:pt x="45432" y="6228"/>
                    <a:pt x="45516" y="6088"/>
                  </a:cubicBezTo>
                  <a:cubicBezTo>
                    <a:pt x="45600" y="5948"/>
                    <a:pt x="45642" y="5787"/>
                    <a:pt x="45642" y="5606"/>
                  </a:cubicBezTo>
                  <a:cubicBezTo>
                    <a:pt x="45642" y="5438"/>
                    <a:pt x="45572" y="5235"/>
                    <a:pt x="45432" y="4997"/>
                  </a:cubicBezTo>
                  <a:cubicBezTo>
                    <a:pt x="45110" y="4675"/>
                    <a:pt x="44792" y="4423"/>
                    <a:pt x="44477" y="4241"/>
                  </a:cubicBezTo>
                  <a:cubicBezTo>
                    <a:pt x="44162" y="4059"/>
                    <a:pt x="43808" y="3898"/>
                    <a:pt x="43417" y="3758"/>
                  </a:cubicBezTo>
                  <a:cubicBezTo>
                    <a:pt x="43221" y="3688"/>
                    <a:pt x="43032" y="3643"/>
                    <a:pt x="42850" y="3622"/>
                  </a:cubicBezTo>
                  <a:cubicBezTo>
                    <a:pt x="42668" y="3601"/>
                    <a:pt x="42479" y="3590"/>
                    <a:pt x="42283" y="3590"/>
                  </a:cubicBezTo>
                  <a:cubicBezTo>
                    <a:pt x="41653" y="3590"/>
                    <a:pt x="41076" y="3744"/>
                    <a:pt x="40551" y="4052"/>
                  </a:cubicBezTo>
                  <a:cubicBezTo>
                    <a:pt x="40026" y="4360"/>
                    <a:pt x="39575" y="4759"/>
                    <a:pt x="39197" y="5249"/>
                  </a:cubicBezTo>
                  <a:cubicBezTo>
                    <a:pt x="38819" y="5738"/>
                    <a:pt x="38521" y="6281"/>
                    <a:pt x="38304" y="6876"/>
                  </a:cubicBezTo>
                  <a:cubicBezTo>
                    <a:pt x="38087" y="7471"/>
                    <a:pt x="37958" y="8062"/>
                    <a:pt x="37916" y="8650"/>
                  </a:cubicBezTo>
                  <a:cubicBezTo>
                    <a:pt x="37846" y="9476"/>
                    <a:pt x="37986" y="10287"/>
                    <a:pt x="38336" y="11085"/>
                  </a:cubicBezTo>
                  <a:lnTo>
                    <a:pt x="38336" y="11064"/>
                  </a:lnTo>
                  <a:cubicBezTo>
                    <a:pt x="38476" y="11456"/>
                    <a:pt x="38672" y="11799"/>
                    <a:pt x="38924" y="12093"/>
                  </a:cubicBezTo>
                  <a:cubicBezTo>
                    <a:pt x="39176" y="12387"/>
                    <a:pt x="39459" y="12635"/>
                    <a:pt x="39774" y="12838"/>
                  </a:cubicBezTo>
                  <a:cubicBezTo>
                    <a:pt x="40089" y="13041"/>
                    <a:pt x="40425" y="13192"/>
                    <a:pt x="40782" y="13290"/>
                  </a:cubicBezTo>
                  <a:cubicBezTo>
                    <a:pt x="41139" y="13387"/>
                    <a:pt x="41499" y="13436"/>
                    <a:pt x="41863" y="13436"/>
                  </a:cubicBezTo>
                  <a:cubicBezTo>
                    <a:pt x="42423" y="13436"/>
                    <a:pt x="42962" y="13331"/>
                    <a:pt x="43480" y="13122"/>
                  </a:cubicBezTo>
                  <a:cubicBezTo>
                    <a:pt x="43997" y="12912"/>
                    <a:pt x="44452" y="12590"/>
                    <a:pt x="44844" y="12156"/>
                  </a:cubicBezTo>
                  <a:cubicBezTo>
                    <a:pt x="45054" y="11904"/>
                    <a:pt x="45159" y="11659"/>
                    <a:pt x="45159" y="11421"/>
                  </a:cubicBezTo>
                  <a:cubicBezTo>
                    <a:pt x="45159" y="11183"/>
                    <a:pt x="45068" y="10977"/>
                    <a:pt x="44886" y="10802"/>
                  </a:cubicBezTo>
                  <a:cubicBezTo>
                    <a:pt x="44704" y="10627"/>
                    <a:pt x="44473" y="10539"/>
                    <a:pt x="44193" y="10539"/>
                  </a:cubicBezTo>
                  <a:cubicBezTo>
                    <a:pt x="44053" y="10539"/>
                    <a:pt x="43913" y="10560"/>
                    <a:pt x="43773" y="10602"/>
                  </a:cubicBezTo>
                  <a:cubicBezTo>
                    <a:pt x="43634" y="10644"/>
                    <a:pt x="43508" y="10721"/>
                    <a:pt x="43396" y="10833"/>
                  </a:cubicBezTo>
                  <a:close/>
                  <a:moveTo>
                    <a:pt x="49925" y="12072"/>
                  </a:moveTo>
                  <a:lnTo>
                    <a:pt x="49820" y="12019"/>
                  </a:lnTo>
                  <a:cubicBezTo>
                    <a:pt x="49778" y="11998"/>
                    <a:pt x="49743" y="11974"/>
                    <a:pt x="49715" y="11946"/>
                  </a:cubicBezTo>
                  <a:lnTo>
                    <a:pt x="49715" y="819"/>
                  </a:lnTo>
                  <a:cubicBezTo>
                    <a:pt x="49617" y="553"/>
                    <a:pt x="49477" y="353"/>
                    <a:pt x="49295" y="220"/>
                  </a:cubicBezTo>
                  <a:cubicBezTo>
                    <a:pt x="49113" y="87"/>
                    <a:pt x="48903" y="21"/>
                    <a:pt x="48665" y="21"/>
                  </a:cubicBezTo>
                  <a:cubicBezTo>
                    <a:pt x="48427" y="21"/>
                    <a:pt x="48217" y="94"/>
                    <a:pt x="48035" y="241"/>
                  </a:cubicBezTo>
                  <a:cubicBezTo>
                    <a:pt x="47853" y="388"/>
                    <a:pt x="47727" y="602"/>
                    <a:pt x="47657" y="882"/>
                  </a:cubicBezTo>
                  <a:lnTo>
                    <a:pt x="47657" y="12387"/>
                  </a:lnTo>
                  <a:cubicBezTo>
                    <a:pt x="47685" y="12555"/>
                    <a:pt x="47720" y="12688"/>
                    <a:pt x="47762" y="12786"/>
                  </a:cubicBezTo>
                  <a:cubicBezTo>
                    <a:pt x="47804" y="12884"/>
                    <a:pt x="47888" y="12989"/>
                    <a:pt x="48014" y="13101"/>
                  </a:cubicBezTo>
                  <a:lnTo>
                    <a:pt x="48917" y="13688"/>
                  </a:lnTo>
                  <a:cubicBezTo>
                    <a:pt x="49127" y="13800"/>
                    <a:pt x="49327" y="13853"/>
                    <a:pt x="49515" y="13846"/>
                  </a:cubicBezTo>
                  <a:cubicBezTo>
                    <a:pt x="49704" y="13839"/>
                    <a:pt x="49869" y="13793"/>
                    <a:pt x="50009" y="13709"/>
                  </a:cubicBezTo>
                  <a:cubicBezTo>
                    <a:pt x="50149" y="13625"/>
                    <a:pt x="50261" y="13513"/>
                    <a:pt x="50345" y="13373"/>
                  </a:cubicBezTo>
                  <a:cubicBezTo>
                    <a:pt x="50429" y="13234"/>
                    <a:pt x="50471" y="13080"/>
                    <a:pt x="50471" y="12912"/>
                  </a:cubicBezTo>
                  <a:cubicBezTo>
                    <a:pt x="50471" y="12618"/>
                    <a:pt x="50289" y="12338"/>
                    <a:pt x="49925" y="12072"/>
                  </a:cubicBezTo>
                  <a:close/>
                  <a:moveTo>
                    <a:pt x="60107" y="10623"/>
                  </a:moveTo>
                  <a:cubicBezTo>
                    <a:pt x="59701" y="10875"/>
                    <a:pt x="59257" y="11117"/>
                    <a:pt x="58774" y="11348"/>
                  </a:cubicBezTo>
                  <a:cubicBezTo>
                    <a:pt x="58291" y="11578"/>
                    <a:pt x="57826" y="11708"/>
                    <a:pt x="57378" y="11736"/>
                  </a:cubicBezTo>
                  <a:cubicBezTo>
                    <a:pt x="56846" y="11778"/>
                    <a:pt x="56398" y="11680"/>
                    <a:pt x="56034" y="11442"/>
                  </a:cubicBezTo>
                  <a:cubicBezTo>
                    <a:pt x="55670" y="11204"/>
                    <a:pt x="55390" y="10882"/>
                    <a:pt x="55194" y="10476"/>
                  </a:cubicBezTo>
                  <a:cubicBezTo>
                    <a:pt x="55222" y="10476"/>
                    <a:pt x="55296" y="10462"/>
                    <a:pt x="55415" y="10434"/>
                  </a:cubicBezTo>
                  <a:cubicBezTo>
                    <a:pt x="55534" y="10406"/>
                    <a:pt x="55810" y="10336"/>
                    <a:pt x="56244" y="10224"/>
                  </a:cubicBezTo>
                  <a:cubicBezTo>
                    <a:pt x="56650" y="10126"/>
                    <a:pt x="57084" y="10014"/>
                    <a:pt x="57546" y="9888"/>
                  </a:cubicBezTo>
                  <a:cubicBezTo>
                    <a:pt x="58008" y="9762"/>
                    <a:pt x="58456" y="9608"/>
                    <a:pt x="58890" y="9427"/>
                  </a:cubicBezTo>
                  <a:cubicBezTo>
                    <a:pt x="59323" y="9245"/>
                    <a:pt x="59722" y="9031"/>
                    <a:pt x="60086" y="8786"/>
                  </a:cubicBezTo>
                  <a:cubicBezTo>
                    <a:pt x="60450" y="8541"/>
                    <a:pt x="60737" y="8251"/>
                    <a:pt x="60947" y="7915"/>
                  </a:cubicBezTo>
                  <a:cubicBezTo>
                    <a:pt x="61059" y="7747"/>
                    <a:pt x="61136" y="7572"/>
                    <a:pt x="61178" y="7390"/>
                  </a:cubicBezTo>
                  <a:cubicBezTo>
                    <a:pt x="61220" y="7208"/>
                    <a:pt x="61241" y="7019"/>
                    <a:pt x="61241" y="6823"/>
                  </a:cubicBezTo>
                  <a:cubicBezTo>
                    <a:pt x="61241" y="6529"/>
                    <a:pt x="61185" y="6235"/>
                    <a:pt x="61073" y="5941"/>
                  </a:cubicBezTo>
                  <a:cubicBezTo>
                    <a:pt x="60961" y="5648"/>
                    <a:pt x="60807" y="5378"/>
                    <a:pt x="60611" y="5133"/>
                  </a:cubicBezTo>
                  <a:cubicBezTo>
                    <a:pt x="60415" y="4888"/>
                    <a:pt x="60184" y="4678"/>
                    <a:pt x="59918" y="4503"/>
                  </a:cubicBezTo>
                  <a:cubicBezTo>
                    <a:pt x="59652" y="4328"/>
                    <a:pt x="59365" y="4206"/>
                    <a:pt x="59057" y="4136"/>
                  </a:cubicBezTo>
                  <a:cubicBezTo>
                    <a:pt x="58736" y="4066"/>
                    <a:pt x="58407" y="4031"/>
                    <a:pt x="58071" y="4031"/>
                  </a:cubicBezTo>
                  <a:cubicBezTo>
                    <a:pt x="57441" y="4031"/>
                    <a:pt x="56832" y="4136"/>
                    <a:pt x="56244" y="4346"/>
                  </a:cubicBezTo>
                  <a:cubicBezTo>
                    <a:pt x="55656" y="4556"/>
                    <a:pt x="55110" y="4836"/>
                    <a:pt x="54607" y="5186"/>
                  </a:cubicBezTo>
                  <a:cubicBezTo>
                    <a:pt x="53977" y="5606"/>
                    <a:pt x="53518" y="6151"/>
                    <a:pt x="53231" y="6823"/>
                  </a:cubicBezTo>
                  <a:cubicBezTo>
                    <a:pt x="52945" y="7495"/>
                    <a:pt x="52801" y="8195"/>
                    <a:pt x="52801" y="8923"/>
                  </a:cubicBezTo>
                  <a:cubicBezTo>
                    <a:pt x="52801" y="9664"/>
                    <a:pt x="52966" y="10389"/>
                    <a:pt x="53294" y="11096"/>
                  </a:cubicBezTo>
                  <a:cubicBezTo>
                    <a:pt x="53623" y="11802"/>
                    <a:pt x="54082" y="12373"/>
                    <a:pt x="54670" y="12807"/>
                  </a:cubicBezTo>
                  <a:cubicBezTo>
                    <a:pt x="55034" y="13059"/>
                    <a:pt x="55425" y="13244"/>
                    <a:pt x="55845" y="13363"/>
                  </a:cubicBezTo>
                  <a:cubicBezTo>
                    <a:pt x="56265" y="13482"/>
                    <a:pt x="56678" y="13541"/>
                    <a:pt x="57084" y="13541"/>
                  </a:cubicBezTo>
                  <a:cubicBezTo>
                    <a:pt x="57770" y="13541"/>
                    <a:pt x="58452" y="13419"/>
                    <a:pt x="59131" y="13174"/>
                  </a:cubicBezTo>
                  <a:cubicBezTo>
                    <a:pt x="59810" y="12929"/>
                    <a:pt x="60443" y="12632"/>
                    <a:pt x="61031" y="12282"/>
                  </a:cubicBezTo>
                  <a:cubicBezTo>
                    <a:pt x="61241" y="12156"/>
                    <a:pt x="61395" y="12019"/>
                    <a:pt x="61493" y="11872"/>
                  </a:cubicBezTo>
                  <a:cubicBezTo>
                    <a:pt x="61591" y="11725"/>
                    <a:pt x="61640" y="11575"/>
                    <a:pt x="61640" y="11421"/>
                  </a:cubicBezTo>
                  <a:cubicBezTo>
                    <a:pt x="61640" y="11267"/>
                    <a:pt x="61601" y="11124"/>
                    <a:pt x="61524" y="10991"/>
                  </a:cubicBezTo>
                  <a:cubicBezTo>
                    <a:pt x="61447" y="10858"/>
                    <a:pt x="61342" y="10749"/>
                    <a:pt x="61209" y="10665"/>
                  </a:cubicBezTo>
                  <a:cubicBezTo>
                    <a:pt x="61076" y="10581"/>
                    <a:pt x="60915" y="10532"/>
                    <a:pt x="60727" y="10518"/>
                  </a:cubicBezTo>
                  <a:cubicBezTo>
                    <a:pt x="60538" y="10504"/>
                    <a:pt x="60331" y="10539"/>
                    <a:pt x="60107" y="10623"/>
                  </a:cubicBezTo>
                  <a:close/>
                  <a:moveTo>
                    <a:pt x="56244" y="6403"/>
                  </a:moveTo>
                  <a:cubicBezTo>
                    <a:pt x="56482" y="6291"/>
                    <a:pt x="56783" y="6176"/>
                    <a:pt x="57147" y="6057"/>
                  </a:cubicBezTo>
                  <a:cubicBezTo>
                    <a:pt x="57511" y="5938"/>
                    <a:pt x="57854" y="5878"/>
                    <a:pt x="58176" y="5878"/>
                  </a:cubicBezTo>
                  <a:cubicBezTo>
                    <a:pt x="58470" y="5878"/>
                    <a:pt x="58722" y="5955"/>
                    <a:pt x="58931" y="6109"/>
                  </a:cubicBezTo>
                  <a:cubicBezTo>
                    <a:pt x="59141" y="6263"/>
                    <a:pt x="59232" y="6543"/>
                    <a:pt x="59204" y="6949"/>
                  </a:cubicBezTo>
                  <a:cubicBezTo>
                    <a:pt x="59120" y="7117"/>
                    <a:pt x="58956" y="7271"/>
                    <a:pt x="58711" y="7411"/>
                  </a:cubicBezTo>
                  <a:cubicBezTo>
                    <a:pt x="58466" y="7551"/>
                    <a:pt x="58200" y="7673"/>
                    <a:pt x="57913" y="7778"/>
                  </a:cubicBezTo>
                  <a:cubicBezTo>
                    <a:pt x="57626" y="7883"/>
                    <a:pt x="57343" y="7974"/>
                    <a:pt x="57063" y="8051"/>
                  </a:cubicBezTo>
                  <a:cubicBezTo>
                    <a:pt x="56783" y="8128"/>
                    <a:pt x="56573" y="8188"/>
                    <a:pt x="56433" y="8230"/>
                  </a:cubicBezTo>
                  <a:cubicBezTo>
                    <a:pt x="56041" y="8342"/>
                    <a:pt x="55740" y="8429"/>
                    <a:pt x="55530" y="8492"/>
                  </a:cubicBezTo>
                  <a:cubicBezTo>
                    <a:pt x="55320" y="8555"/>
                    <a:pt x="55163" y="8601"/>
                    <a:pt x="55058" y="8629"/>
                  </a:cubicBezTo>
                  <a:cubicBezTo>
                    <a:pt x="54953" y="8657"/>
                    <a:pt x="54890" y="8674"/>
                    <a:pt x="54869" y="8681"/>
                  </a:cubicBezTo>
                  <a:lnTo>
                    <a:pt x="54838" y="8692"/>
                  </a:lnTo>
                  <a:cubicBezTo>
                    <a:pt x="54866" y="8202"/>
                    <a:pt x="54992" y="7757"/>
                    <a:pt x="55215" y="7359"/>
                  </a:cubicBezTo>
                  <a:cubicBezTo>
                    <a:pt x="55439" y="6960"/>
                    <a:pt x="55782" y="6641"/>
                    <a:pt x="56244" y="6403"/>
                  </a:cubicBezTo>
                  <a:close/>
                  <a:moveTo>
                    <a:pt x="63802" y="9888"/>
                  </a:moveTo>
                  <a:lnTo>
                    <a:pt x="66573" y="9888"/>
                  </a:lnTo>
                  <a:cubicBezTo>
                    <a:pt x="67021" y="9888"/>
                    <a:pt x="67487" y="9885"/>
                    <a:pt x="67970" y="9878"/>
                  </a:cubicBezTo>
                  <a:cubicBezTo>
                    <a:pt x="68452" y="9871"/>
                    <a:pt x="68925" y="9867"/>
                    <a:pt x="69387" y="9867"/>
                  </a:cubicBezTo>
                  <a:cubicBezTo>
                    <a:pt x="69709" y="9783"/>
                    <a:pt x="69950" y="9657"/>
                    <a:pt x="70111" y="9490"/>
                  </a:cubicBezTo>
                  <a:cubicBezTo>
                    <a:pt x="70272" y="9322"/>
                    <a:pt x="70352" y="9140"/>
                    <a:pt x="70352" y="8944"/>
                  </a:cubicBezTo>
                  <a:cubicBezTo>
                    <a:pt x="70352" y="8748"/>
                    <a:pt x="70279" y="8562"/>
                    <a:pt x="70132" y="8387"/>
                  </a:cubicBezTo>
                  <a:cubicBezTo>
                    <a:pt x="69985" y="8212"/>
                    <a:pt x="69758" y="8083"/>
                    <a:pt x="69450" y="7999"/>
                  </a:cubicBezTo>
                  <a:lnTo>
                    <a:pt x="69040" y="7999"/>
                  </a:lnTo>
                  <a:cubicBezTo>
                    <a:pt x="68851" y="7999"/>
                    <a:pt x="68631" y="8002"/>
                    <a:pt x="68379" y="8009"/>
                  </a:cubicBezTo>
                  <a:cubicBezTo>
                    <a:pt x="68127" y="8016"/>
                    <a:pt x="67851" y="8020"/>
                    <a:pt x="67550" y="8020"/>
                  </a:cubicBezTo>
                  <a:lnTo>
                    <a:pt x="63886" y="8020"/>
                  </a:lnTo>
                  <a:cubicBezTo>
                    <a:pt x="63508" y="8020"/>
                    <a:pt x="63225" y="8121"/>
                    <a:pt x="63036" y="8324"/>
                  </a:cubicBezTo>
                  <a:cubicBezTo>
                    <a:pt x="62847" y="8527"/>
                    <a:pt x="62752" y="8741"/>
                    <a:pt x="62752" y="8965"/>
                  </a:cubicBezTo>
                  <a:cubicBezTo>
                    <a:pt x="62752" y="9175"/>
                    <a:pt x="62840" y="9367"/>
                    <a:pt x="63015" y="9542"/>
                  </a:cubicBezTo>
                  <a:cubicBezTo>
                    <a:pt x="63190" y="9717"/>
                    <a:pt x="63452" y="9832"/>
                    <a:pt x="63802" y="9888"/>
                  </a:cubicBezTo>
                  <a:close/>
                  <a:moveTo>
                    <a:pt x="71549" y="11652"/>
                  </a:moveTo>
                  <a:lnTo>
                    <a:pt x="71570" y="11652"/>
                  </a:lnTo>
                  <a:cubicBezTo>
                    <a:pt x="72018" y="12268"/>
                    <a:pt x="72613" y="12751"/>
                    <a:pt x="73355" y="13101"/>
                  </a:cubicBezTo>
                  <a:cubicBezTo>
                    <a:pt x="74097" y="13450"/>
                    <a:pt x="74859" y="13625"/>
                    <a:pt x="75643" y="13625"/>
                  </a:cubicBezTo>
                  <a:cubicBezTo>
                    <a:pt x="75993" y="13625"/>
                    <a:pt x="76343" y="13541"/>
                    <a:pt x="76693" y="13373"/>
                  </a:cubicBezTo>
                  <a:cubicBezTo>
                    <a:pt x="77043" y="13206"/>
                    <a:pt x="77354" y="12982"/>
                    <a:pt x="77627" y="12702"/>
                  </a:cubicBezTo>
                  <a:cubicBezTo>
                    <a:pt x="77900" y="12422"/>
                    <a:pt x="78120" y="12103"/>
                    <a:pt x="78288" y="11746"/>
                  </a:cubicBezTo>
                  <a:cubicBezTo>
                    <a:pt x="78456" y="11390"/>
                    <a:pt x="78540" y="11022"/>
                    <a:pt x="78540" y="10644"/>
                  </a:cubicBezTo>
                  <a:cubicBezTo>
                    <a:pt x="78540" y="10168"/>
                    <a:pt x="78467" y="9762"/>
                    <a:pt x="78320" y="9427"/>
                  </a:cubicBezTo>
                  <a:cubicBezTo>
                    <a:pt x="78173" y="9091"/>
                    <a:pt x="77966" y="8804"/>
                    <a:pt x="77701" y="8566"/>
                  </a:cubicBezTo>
                  <a:cubicBezTo>
                    <a:pt x="77435" y="8328"/>
                    <a:pt x="77120" y="8128"/>
                    <a:pt x="76756" y="7967"/>
                  </a:cubicBezTo>
                  <a:cubicBezTo>
                    <a:pt x="76392" y="7806"/>
                    <a:pt x="75993" y="7663"/>
                    <a:pt x="75559" y="7537"/>
                  </a:cubicBezTo>
                  <a:cubicBezTo>
                    <a:pt x="75405" y="7495"/>
                    <a:pt x="75244" y="7450"/>
                    <a:pt x="75076" y="7401"/>
                  </a:cubicBezTo>
                  <a:cubicBezTo>
                    <a:pt x="74908" y="7352"/>
                    <a:pt x="74751" y="7292"/>
                    <a:pt x="74604" y="7222"/>
                  </a:cubicBezTo>
                  <a:cubicBezTo>
                    <a:pt x="74457" y="7152"/>
                    <a:pt x="74324" y="7065"/>
                    <a:pt x="74205" y="6960"/>
                  </a:cubicBezTo>
                  <a:cubicBezTo>
                    <a:pt x="74086" y="6855"/>
                    <a:pt x="73985" y="6725"/>
                    <a:pt x="73901" y="6571"/>
                  </a:cubicBezTo>
                  <a:cubicBezTo>
                    <a:pt x="73859" y="6179"/>
                    <a:pt x="73936" y="5899"/>
                    <a:pt x="74131" y="5731"/>
                  </a:cubicBezTo>
                  <a:cubicBezTo>
                    <a:pt x="74327" y="5564"/>
                    <a:pt x="74572" y="5469"/>
                    <a:pt x="74866" y="5448"/>
                  </a:cubicBezTo>
                  <a:cubicBezTo>
                    <a:pt x="75160" y="5427"/>
                    <a:pt x="75458" y="5455"/>
                    <a:pt x="75759" y="5532"/>
                  </a:cubicBezTo>
                  <a:cubicBezTo>
                    <a:pt x="76059" y="5609"/>
                    <a:pt x="76294" y="5690"/>
                    <a:pt x="76462" y="5773"/>
                  </a:cubicBezTo>
                  <a:cubicBezTo>
                    <a:pt x="76672" y="5885"/>
                    <a:pt x="76871" y="5941"/>
                    <a:pt x="77060" y="5941"/>
                  </a:cubicBezTo>
                  <a:cubicBezTo>
                    <a:pt x="77249" y="5941"/>
                    <a:pt x="77417" y="5899"/>
                    <a:pt x="77564" y="5815"/>
                  </a:cubicBezTo>
                  <a:cubicBezTo>
                    <a:pt x="77711" y="5731"/>
                    <a:pt x="77830" y="5623"/>
                    <a:pt x="77921" y="5490"/>
                  </a:cubicBezTo>
                  <a:cubicBezTo>
                    <a:pt x="78012" y="5357"/>
                    <a:pt x="78057" y="5207"/>
                    <a:pt x="78057" y="5039"/>
                  </a:cubicBezTo>
                  <a:cubicBezTo>
                    <a:pt x="78057" y="4899"/>
                    <a:pt x="78008" y="4752"/>
                    <a:pt x="77910" y="4598"/>
                  </a:cubicBezTo>
                  <a:cubicBezTo>
                    <a:pt x="77813" y="4444"/>
                    <a:pt x="77666" y="4297"/>
                    <a:pt x="77470" y="4157"/>
                  </a:cubicBezTo>
                  <a:cubicBezTo>
                    <a:pt x="76966" y="3877"/>
                    <a:pt x="76395" y="3681"/>
                    <a:pt x="75759" y="3569"/>
                  </a:cubicBezTo>
                  <a:cubicBezTo>
                    <a:pt x="75122" y="3457"/>
                    <a:pt x="74509" y="3478"/>
                    <a:pt x="73922" y="3632"/>
                  </a:cubicBezTo>
                  <a:cubicBezTo>
                    <a:pt x="73628" y="3702"/>
                    <a:pt x="73351" y="3831"/>
                    <a:pt x="73092" y="4020"/>
                  </a:cubicBezTo>
                  <a:cubicBezTo>
                    <a:pt x="72833" y="4209"/>
                    <a:pt x="72609" y="4433"/>
                    <a:pt x="72420" y="4692"/>
                  </a:cubicBezTo>
                  <a:cubicBezTo>
                    <a:pt x="72231" y="4951"/>
                    <a:pt x="72081" y="5235"/>
                    <a:pt x="71969" y="5543"/>
                  </a:cubicBezTo>
                  <a:cubicBezTo>
                    <a:pt x="71857" y="5850"/>
                    <a:pt x="71801" y="6151"/>
                    <a:pt x="71801" y="6445"/>
                  </a:cubicBezTo>
                  <a:cubicBezTo>
                    <a:pt x="71801" y="6655"/>
                    <a:pt x="71843" y="6883"/>
                    <a:pt x="71927" y="7128"/>
                  </a:cubicBezTo>
                  <a:cubicBezTo>
                    <a:pt x="72011" y="7373"/>
                    <a:pt x="72130" y="7600"/>
                    <a:pt x="72284" y="7810"/>
                  </a:cubicBezTo>
                  <a:cubicBezTo>
                    <a:pt x="72452" y="8034"/>
                    <a:pt x="72627" y="8219"/>
                    <a:pt x="72809" y="8366"/>
                  </a:cubicBezTo>
                  <a:cubicBezTo>
                    <a:pt x="72991" y="8513"/>
                    <a:pt x="73180" y="8636"/>
                    <a:pt x="73376" y="8734"/>
                  </a:cubicBezTo>
                  <a:cubicBezTo>
                    <a:pt x="73572" y="8832"/>
                    <a:pt x="73775" y="8912"/>
                    <a:pt x="73985" y="8975"/>
                  </a:cubicBezTo>
                  <a:cubicBezTo>
                    <a:pt x="74194" y="9038"/>
                    <a:pt x="74404" y="9098"/>
                    <a:pt x="74614" y="9154"/>
                  </a:cubicBezTo>
                  <a:cubicBezTo>
                    <a:pt x="74740" y="9196"/>
                    <a:pt x="74877" y="9231"/>
                    <a:pt x="75024" y="9259"/>
                  </a:cubicBezTo>
                  <a:cubicBezTo>
                    <a:pt x="75171" y="9287"/>
                    <a:pt x="75325" y="9329"/>
                    <a:pt x="75486" y="9385"/>
                  </a:cubicBezTo>
                  <a:cubicBezTo>
                    <a:pt x="75647" y="9441"/>
                    <a:pt x="75801" y="9524"/>
                    <a:pt x="75948" y="9636"/>
                  </a:cubicBezTo>
                  <a:cubicBezTo>
                    <a:pt x="76094" y="9748"/>
                    <a:pt x="76231" y="9902"/>
                    <a:pt x="76357" y="10098"/>
                  </a:cubicBezTo>
                  <a:cubicBezTo>
                    <a:pt x="76455" y="10252"/>
                    <a:pt x="76504" y="10420"/>
                    <a:pt x="76504" y="10602"/>
                  </a:cubicBezTo>
                  <a:cubicBezTo>
                    <a:pt x="76504" y="10784"/>
                    <a:pt x="76465" y="10952"/>
                    <a:pt x="76388" y="11106"/>
                  </a:cubicBezTo>
                  <a:cubicBezTo>
                    <a:pt x="76311" y="11260"/>
                    <a:pt x="76192" y="11397"/>
                    <a:pt x="76031" y="11515"/>
                  </a:cubicBezTo>
                  <a:cubicBezTo>
                    <a:pt x="75871" y="11634"/>
                    <a:pt x="75685" y="11715"/>
                    <a:pt x="75475" y="11757"/>
                  </a:cubicBezTo>
                  <a:cubicBezTo>
                    <a:pt x="75027" y="11841"/>
                    <a:pt x="74600" y="11750"/>
                    <a:pt x="74194" y="11484"/>
                  </a:cubicBezTo>
                  <a:cubicBezTo>
                    <a:pt x="73789" y="11218"/>
                    <a:pt x="73439" y="10889"/>
                    <a:pt x="73145" y="10497"/>
                  </a:cubicBezTo>
                  <a:cubicBezTo>
                    <a:pt x="72865" y="10315"/>
                    <a:pt x="72606" y="10224"/>
                    <a:pt x="72368" y="10224"/>
                  </a:cubicBezTo>
                  <a:cubicBezTo>
                    <a:pt x="72004" y="10224"/>
                    <a:pt x="71728" y="10361"/>
                    <a:pt x="71539" y="10634"/>
                  </a:cubicBezTo>
                  <a:cubicBezTo>
                    <a:pt x="71350" y="10907"/>
                    <a:pt x="71353" y="11246"/>
                    <a:pt x="71549" y="11652"/>
                  </a:cubicBezTo>
                  <a:close/>
                  <a:moveTo>
                    <a:pt x="81669" y="5941"/>
                  </a:moveTo>
                  <a:lnTo>
                    <a:pt x="82718" y="5941"/>
                  </a:lnTo>
                  <a:lnTo>
                    <a:pt x="82718" y="9154"/>
                  </a:lnTo>
                  <a:cubicBezTo>
                    <a:pt x="82718" y="9713"/>
                    <a:pt x="82722" y="10277"/>
                    <a:pt x="82729" y="10844"/>
                  </a:cubicBezTo>
                  <a:cubicBezTo>
                    <a:pt x="82736" y="11410"/>
                    <a:pt x="82739" y="11960"/>
                    <a:pt x="82739" y="12492"/>
                  </a:cubicBezTo>
                  <a:cubicBezTo>
                    <a:pt x="82781" y="12814"/>
                    <a:pt x="82904" y="13052"/>
                    <a:pt x="83107" y="13206"/>
                  </a:cubicBezTo>
                  <a:cubicBezTo>
                    <a:pt x="83310" y="13359"/>
                    <a:pt x="83530" y="13436"/>
                    <a:pt x="83768" y="13436"/>
                  </a:cubicBezTo>
                  <a:cubicBezTo>
                    <a:pt x="84006" y="13436"/>
                    <a:pt x="84237" y="13352"/>
                    <a:pt x="84461" y="13185"/>
                  </a:cubicBezTo>
                  <a:cubicBezTo>
                    <a:pt x="84685" y="13017"/>
                    <a:pt x="84797" y="12758"/>
                    <a:pt x="84797" y="12408"/>
                  </a:cubicBezTo>
                  <a:cubicBezTo>
                    <a:pt x="84797" y="11974"/>
                    <a:pt x="84793" y="11540"/>
                    <a:pt x="84786" y="11106"/>
                  </a:cubicBezTo>
                  <a:cubicBezTo>
                    <a:pt x="84779" y="10672"/>
                    <a:pt x="84776" y="10238"/>
                    <a:pt x="84776" y="9804"/>
                  </a:cubicBezTo>
                  <a:lnTo>
                    <a:pt x="84776" y="5941"/>
                  </a:lnTo>
                  <a:lnTo>
                    <a:pt x="86560" y="5941"/>
                  </a:lnTo>
                  <a:cubicBezTo>
                    <a:pt x="87204" y="5773"/>
                    <a:pt x="87526" y="5466"/>
                    <a:pt x="87526" y="5018"/>
                  </a:cubicBezTo>
                  <a:cubicBezTo>
                    <a:pt x="87526" y="4822"/>
                    <a:pt x="87452" y="4640"/>
                    <a:pt x="87306" y="4472"/>
                  </a:cubicBezTo>
                  <a:cubicBezTo>
                    <a:pt x="87159" y="4304"/>
                    <a:pt x="86931" y="4178"/>
                    <a:pt x="86623" y="4094"/>
                  </a:cubicBezTo>
                  <a:lnTo>
                    <a:pt x="84776" y="4094"/>
                  </a:lnTo>
                  <a:lnTo>
                    <a:pt x="84776" y="819"/>
                  </a:lnTo>
                  <a:cubicBezTo>
                    <a:pt x="84706" y="539"/>
                    <a:pt x="84573" y="332"/>
                    <a:pt x="84377" y="199"/>
                  </a:cubicBezTo>
                  <a:cubicBezTo>
                    <a:pt x="84181" y="66"/>
                    <a:pt x="83971" y="0"/>
                    <a:pt x="83747" y="0"/>
                  </a:cubicBezTo>
                  <a:cubicBezTo>
                    <a:pt x="83509" y="0"/>
                    <a:pt x="83296" y="73"/>
                    <a:pt x="83107" y="220"/>
                  </a:cubicBezTo>
                  <a:cubicBezTo>
                    <a:pt x="82918" y="367"/>
                    <a:pt x="82788" y="588"/>
                    <a:pt x="82718" y="882"/>
                  </a:cubicBezTo>
                  <a:lnTo>
                    <a:pt x="82718" y="4094"/>
                  </a:lnTo>
                  <a:lnTo>
                    <a:pt x="81752" y="4094"/>
                  </a:lnTo>
                  <a:cubicBezTo>
                    <a:pt x="81375" y="4094"/>
                    <a:pt x="81091" y="4192"/>
                    <a:pt x="80902" y="4388"/>
                  </a:cubicBezTo>
                  <a:cubicBezTo>
                    <a:pt x="80713" y="4584"/>
                    <a:pt x="80619" y="4794"/>
                    <a:pt x="80619" y="5018"/>
                  </a:cubicBezTo>
                  <a:cubicBezTo>
                    <a:pt x="80619" y="5242"/>
                    <a:pt x="80706" y="5438"/>
                    <a:pt x="80881" y="5606"/>
                  </a:cubicBezTo>
                  <a:cubicBezTo>
                    <a:pt x="81056" y="5773"/>
                    <a:pt x="81319" y="5885"/>
                    <a:pt x="81669" y="5941"/>
                  </a:cubicBezTo>
                  <a:close/>
                  <a:moveTo>
                    <a:pt x="97435" y="12219"/>
                  </a:moveTo>
                  <a:cubicBezTo>
                    <a:pt x="97463" y="12191"/>
                    <a:pt x="97446" y="12128"/>
                    <a:pt x="97383" y="12030"/>
                  </a:cubicBezTo>
                  <a:cubicBezTo>
                    <a:pt x="97320" y="11932"/>
                    <a:pt x="97239" y="11806"/>
                    <a:pt x="97141" y="11652"/>
                  </a:cubicBezTo>
                  <a:lnTo>
                    <a:pt x="97162" y="11652"/>
                  </a:lnTo>
                  <a:cubicBezTo>
                    <a:pt x="97050" y="11484"/>
                    <a:pt x="96942" y="11295"/>
                    <a:pt x="96837" y="11085"/>
                  </a:cubicBezTo>
                  <a:cubicBezTo>
                    <a:pt x="96732" y="10875"/>
                    <a:pt x="96666" y="10693"/>
                    <a:pt x="96638" y="10539"/>
                  </a:cubicBezTo>
                  <a:cubicBezTo>
                    <a:pt x="96568" y="10035"/>
                    <a:pt x="96519" y="9521"/>
                    <a:pt x="96491" y="8996"/>
                  </a:cubicBezTo>
                  <a:cubicBezTo>
                    <a:pt x="96463" y="8471"/>
                    <a:pt x="96449" y="7964"/>
                    <a:pt x="96449" y="7474"/>
                  </a:cubicBezTo>
                  <a:lnTo>
                    <a:pt x="96449" y="7117"/>
                  </a:lnTo>
                  <a:cubicBezTo>
                    <a:pt x="96449" y="6991"/>
                    <a:pt x="96452" y="6834"/>
                    <a:pt x="96459" y="6645"/>
                  </a:cubicBezTo>
                  <a:cubicBezTo>
                    <a:pt x="96466" y="6456"/>
                    <a:pt x="96470" y="6221"/>
                    <a:pt x="96470" y="5941"/>
                  </a:cubicBezTo>
                  <a:lnTo>
                    <a:pt x="96470" y="4892"/>
                  </a:lnTo>
                  <a:cubicBezTo>
                    <a:pt x="96316" y="4486"/>
                    <a:pt x="96067" y="4230"/>
                    <a:pt x="95724" y="4125"/>
                  </a:cubicBezTo>
                  <a:cubicBezTo>
                    <a:pt x="95381" y="4020"/>
                    <a:pt x="94993" y="3968"/>
                    <a:pt x="94559" y="3968"/>
                  </a:cubicBezTo>
                  <a:cubicBezTo>
                    <a:pt x="94335" y="3968"/>
                    <a:pt x="94104" y="3985"/>
                    <a:pt x="93866" y="4020"/>
                  </a:cubicBezTo>
                  <a:cubicBezTo>
                    <a:pt x="93628" y="4055"/>
                    <a:pt x="93397" y="4104"/>
                    <a:pt x="93173" y="4167"/>
                  </a:cubicBezTo>
                  <a:cubicBezTo>
                    <a:pt x="92950" y="4230"/>
                    <a:pt x="92750" y="4297"/>
                    <a:pt x="92575" y="4367"/>
                  </a:cubicBezTo>
                  <a:cubicBezTo>
                    <a:pt x="92400" y="4437"/>
                    <a:pt x="92264" y="4500"/>
                    <a:pt x="92166" y="4556"/>
                  </a:cubicBezTo>
                  <a:cubicBezTo>
                    <a:pt x="91704" y="4850"/>
                    <a:pt x="91273" y="5186"/>
                    <a:pt x="90875" y="5564"/>
                  </a:cubicBezTo>
                  <a:cubicBezTo>
                    <a:pt x="90476" y="5941"/>
                    <a:pt x="90122" y="6358"/>
                    <a:pt x="89814" y="6813"/>
                  </a:cubicBezTo>
                  <a:cubicBezTo>
                    <a:pt x="89506" y="7268"/>
                    <a:pt x="89265" y="7757"/>
                    <a:pt x="89090" y="8282"/>
                  </a:cubicBezTo>
                  <a:cubicBezTo>
                    <a:pt x="88915" y="8807"/>
                    <a:pt x="88828" y="9364"/>
                    <a:pt x="88828" y="9951"/>
                  </a:cubicBezTo>
                  <a:cubicBezTo>
                    <a:pt x="88828" y="10525"/>
                    <a:pt x="88940" y="11071"/>
                    <a:pt x="89164" y="11589"/>
                  </a:cubicBezTo>
                  <a:cubicBezTo>
                    <a:pt x="89387" y="12107"/>
                    <a:pt x="89765" y="12555"/>
                    <a:pt x="90297" y="12933"/>
                  </a:cubicBezTo>
                  <a:cubicBezTo>
                    <a:pt x="90661" y="13171"/>
                    <a:pt x="91022" y="13328"/>
                    <a:pt x="91378" y="13405"/>
                  </a:cubicBezTo>
                  <a:cubicBezTo>
                    <a:pt x="91735" y="13482"/>
                    <a:pt x="92103" y="13520"/>
                    <a:pt x="92481" y="13520"/>
                  </a:cubicBezTo>
                  <a:cubicBezTo>
                    <a:pt x="92999" y="13520"/>
                    <a:pt x="93478" y="13468"/>
                    <a:pt x="93919" y="13363"/>
                  </a:cubicBezTo>
                  <a:cubicBezTo>
                    <a:pt x="94360" y="13258"/>
                    <a:pt x="94832" y="13017"/>
                    <a:pt x="95336" y="12639"/>
                  </a:cubicBezTo>
                  <a:cubicBezTo>
                    <a:pt x="95406" y="12751"/>
                    <a:pt x="95493" y="12866"/>
                    <a:pt x="95598" y="12985"/>
                  </a:cubicBezTo>
                  <a:cubicBezTo>
                    <a:pt x="95703" y="13104"/>
                    <a:pt x="95812" y="13220"/>
                    <a:pt x="95924" y="13331"/>
                  </a:cubicBezTo>
                  <a:cubicBezTo>
                    <a:pt x="96176" y="13457"/>
                    <a:pt x="96414" y="13510"/>
                    <a:pt x="96638" y="13489"/>
                  </a:cubicBezTo>
                  <a:cubicBezTo>
                    <a:pt x="96862" y="13468"/>
                    <a:pt x="97047" y="13398"/>
                    <a:pt x="97194" y="13279"/>
                  </a:cubicBezTo>
                  <a:cubicBezTo>
                    <a:pt x="97341" y="13160"/>
                    <a:pt x="97439" y="13006"/>
                    <a:pt x="97488" y="12817"/>
                  </a:cubicBezTo>
                  <a:cubicBezTo>
                    <a:pt x="97537" y="12628"/>
                    <a:pt x="97519" y="12429"/>
                    <a:pt x="97435" y="12219"/>
                  </a:cubicBezTo>
                  <a:close/>
                  <a:moveTo>
                    <a:pt x="94601" y="10728"/>
                  </a:moveTo>
                  <a:cubicBezTo>
                    <a:pt x="94125" y="11120"/>
                    <a:pt x="93733" y="11407"/>
                    <a:pt x="93425" y="11589"/>
                  </a:cubicBezTo>
                  <a:cubicBezTo>
                    <a:pt x="93173" y="11673"/>
                    <a:pt x="92911" y="11715"/>
                    <a:pt x="92638" y="11715"/>
                  </a:cubicBezTo>
                  <a:cubicBezTo>
                    <a:pt x="92365" y="11715"/>
                    <a:pt x="92110" y="11662"/>
                    <a:pt x="91872" y="11557"/>
                  </a:cubicBezTo>
                  <a:cubicBezTo>
                    <a:pt x="91634" y="11452"/>
                    <a:pt x="91427" y="11299"/>
                    <a:pt x="91252" y="11096"/>
                  </a:cubicBezTo>
                  <a:cubicBezTo>
                    <a:pt x="91078" y="10893"/>
                    <a:pt x="90969" y="10637"/>
                    <a:pt x="90927" y="10329"/>
                  </a:cubicBezTo>
                  <a:cubicBezTo>
                    <a:pt x="90857" y="9937"/>
                    <a:pt x="90868" y="9535"/>
                    <a:pt x="90959" y="9122"/>
                  </a:cubicBezTo>
                  <a:cubicBezTo>
                    <a:pt x="91050" y="8709"/>
                    <a:pt x="91193" y="8314"/>
                    <a:pt x="91389" y="7936"/>
                  </a:cubicBezTo>
                  <a:cubicBezTo>
                    <a:pt x="91585" y="7558"/>
                    <a:pt x="91833" y="7215"/>
                    <a:pt x="92134" y="6907"/>
                  </a:cubicBezTo>
                  <a:cubicBezTo>
                    <a:pt x="92435" y="6599"/>
                    <a:pt x="92775" y="6361"/>
                    <a:pt x="93152" y="6193"/>
                  </a:cubicBezTo>
                  <a:cubicBezTo>
                    <a:pt x="93250" y="6151"/>
                    <a:pt x="93422" y="6081"/>
                    <a:pt x="93667" y="5983"/>
                  </a:cubicBezTo>
                  <a:cubicBezTo>
                    <a:pt x="93912" y="5885"/>
                    <a:pt x="94153" y="5822"/>
                    <a:pt x="94391" y="5794"/>
                  </a:cubicBezTo>
                  <a:cubicBezTo>
                    <a:pt x="94391" y="6074"/>
                    <a:pt x="94384" y="6361"/>
                    <a:pt x="94370" y="6655"/>
                  </a:cubicBezTo>
                  <a:cubicBezTo>
                    <a:pt x="94356" y="6949"/>
                    <a:pt x="94349" y="7278"/>
                    <a:pt x="94349" y="7642"/>
                  </a:cubicBezTo>
                  <a:cubicBezTo>
                    <a:pt x="94349" y="8160"/>
                    <a:pt x="94363" y="8681"/>
                    <a:pt x="94391" y="9206"/>
                  </a:cubicBezTo>
                  <a:cubicBezTo>
                    <a:pt x="94419" y="9731"/>
                    <a:pt x="94489" y="10238"/>
                    <a:pt x="94601" y="10728"/>
                  </a:cubicBezTo>
                  <a:close/>
                  <a:moveTo>
                    <a:pt x="100543" y="5941"/>
                  </a:moveTo>
                  <a:lnTo>
                    <a:pt x="101592" y="5941"/>
                  </a:lnTo>
                  <a:lnTo>
                    <a:pt x="101592" y="9154"/>
                  </a:lnTo>
                  <a:cubicBezTo>
                    <a:pt x="101592" y="9713"/>
                    <a:pt x="101596" y="10277"/>
                    <a:pt x="101603" y="10844"/>
                  </a:cubicBezTo>
                  <a:cubicBezTo>
                    <a:pt x="101610" y="11410"/>
                    <a:pt x="101613" y="11960"/>
                    <a:pt x="101613" y="12492"/>
                  </a:cubicBezTo>
                  <a:cubicBezTo>
                    <a:pt x="101655" y="12814"/>
                    <a:pt x="101778" y="13052"/>
                    <a:pt x="101981" y="13206"/>
                  </a:cubicBezTo>
                  <a:cubicBezTo>
                    <a:pt x="102184" y="13359"/>
                    <a:pt x="102404" y="13436"/>
                    <a:pt x="102642" y="13436"/>
                  </a:cubicBezTo>
                  <a:cubicBezTo>
                    <a:pt x="102880" y="13436"/>
                    <a:pt x="103111" y="13352"/>
                    <a:pt x="103335" y="13185"/>
                  </a:cubicBezTo>
                  <a:cubicBezTo>
                    <a:pt x="103559" y="13017"/>
                    <a:pt x="103671" y="12758"/>
                    <a:pt x="103671" y="12408"/>
                  </a:cubicBezTo>
                  <a:cubicBezTo>
                    <a:pt x="103671" y="11974"/>
                    <a:pt x="103667" y="11540"/>
                    <a:pt x="103660" y="11106"/>
                  </a:cubicBezTo>
                  <a:cubicBezTo>
                    <a:pt x="103653" y="10672"/>
                    <a:pt x="103650" y="10238"/>
                    <a:pt x="103650" y="9804"/>
                  </a:cubicBezTo>
                  <a:lnTo>
                    <a:pt x="103650" y="5941"/>
                  </a:lnTo>
                  <a:lnTo>
                    <a:pt x="105434" y="5941"/>
                  </a:lnTo>
                  <a:cubicBezTo>
                    <a:pt x="106078" y="5773"/>
                    <a:pt x="106400" y="5466"/>
                    <a:pt x="106400" y="5018"/>
                  </a:cubicBezTo>
                  <a:cubicBezTo>
                    <a:pt x="106400" y="4822"/>
                    <a:pt x="106327" y="4640"/>
                    <a:pt x="106180" y="4472"/>
                  </a:cubicBezTo>
                  <a:cubicBezTo>
                    <a:pt x="106033" y="4304"/>
                    <a:pt x="105805" y="4178"/>
                    <a:pt x="105497" y="4094"/>
                  </a:cubicBezTo>
                  <a:lnTo>
                    <a:pt x="103650" y="4094"/>
                  </a:lnTo>
                  <a:lnTo>
                    <a:pt x="103650" y="819"/>
                  </a:lnTo>
                  <a:cubicBezTo>
                    <a:pt x="103580" y="539"/>
                    <a:pt x="103447" y="332"/>
                    <a:pt x="103251" y="199"/>
                  </a:cubicBezTo>
                  <a:cubicBezTo>
                    <a:pt x="103055" y="66"/>
                    <a:pt x="102845" y="0"/>
                    <a:pt x="102621" y="0"/>
                  </a:cubicBezTo>
                  <a:cubicBezTo>
                    <a:pt x="102383" y="0"/>
                    <a:pt x="102170" y="73"/>
                    <a:pt x="101981" y="220"/>
                  </a:cubicBezTo>
                  <a:cubicBezTo>
                    <a:pt x="101792" y="367"/>
                    <a:pt x="101662" y="588"/>
                    <a:pt x="101592" y="882"/>
                  </a:cubicBezTo>
                  <a:lnTo>
                    <a:pt x="101592" y="4094"/>
                  </a:lnTo>
                  <a:lnTo>
                    <a:pt x="100627" y="4094"/>
                  </a:lnTo>
                  <a:cubicBezTo>
                    <a:pt x="100249" y="4094"/>
                    <a:pt x="99965" y="4192"/>
                    <a:pt x="99776" y="4388"/>
                  </a:cubicBezTo>
                  <a:cubicBezTo>
                    <a:pt x="99587" y="4584"/>
                    <a:pt x="99493" y="4794"/>
                    <a:pt x="99493" y="5018"/>
                  </a:cubicBezTo>
                  <a:cubicBezTo>
                    <a:pt x="99493" y="5242"/>
                    <a:pt x="99580" y="5438"/>
                    <a:pt x="99755" y="5606"/>
                  </a:cubicBezTo>
                  <a:cubicBezTo>
                    <a:pt x="99930" y="5773"/>
                    <a:pt x="100193" y="5885"/>
                    <a:pt x="100543" y="5941"/>
                  </a:cubicBezTo>
                  <a:close/>
                  <a:moveTo>
                    <a:pt x="114903" y="10623"/>
                  </a:moveTo>
                  <a:cubicBezTo>
                    <a:pt x="114497" y="10875"/>
                    <a:pt x="114052" y="11117"/>
                    <a:pt x="113570" y="11348"/>
                  </a:cubicBezTo>
                  <a:cubicBezTo>
                    <a:pt x="113087" y="11578"/>
                    <a:pt x="112621" y="11708"/>
                    <a:pt x="112173" y="11736"/>
                  </a:cubicBezTo>
                  <a:cubicBezTo>
                    <a:pt x="111642" y="11778"/>
                    <a:pt x="111194" y="11680"/>
                    <a:pt x="110830" y="11442"/>
                  </a:cubicBezTo>
                  <a:cubicBezTo>
                    <a:pt x="110466" y="11204"/>
                    <a:pt x="110186" y="10882"/>
                    <a:pt x="109990" y="10476"/>
                  </a:cubicBezTo>
                  <a:cubicBezTo>
                    <a:pt x="110018" y="10476"/>
                    <a:pt x="110092" y="10462"/>
                    <a:pt x="110210" y="10434"/>
                  </a:cubicBezTo>
                  <a:cubicBezTo>
                    <a:pt x="110329" y="10406"/>
                    <a:pt x="110606" y="10336"/>
                    <a:pt x="111040" y="10224"/>
                  </a:cubicBezTo>
                  <a:cubicBezTo>
                    <a:pt x="111446" y="10126"/>
                    <a:pt x="111880" y="10014"/>
                    <a:pt x="112341" y="9888"/>
                  </a:cubicBezTo>
                  <a:cubicBezTo>
                    <a:pt x="112803" y="9762"/>
                    <a:pt x="113251" y="9608"/>
                    <a:pt x="113685" y="9427"/>
                  </a:cubicBezTo>
                  <a:cubicBezTo>
                    <a:pt x="114119" y="9245"/>
                    <a:pt x="114518" y="9031"/>
                    <a:pt x="114882" y="8786"/>
                  </a:cubicBezTo>
                  <a:cubicBezTo>
                    <a:pt x="115246" y="8541"/>
                    <a:pt x="115533" y="8251"/>
                    <a:pt x="115743" y="7915"/>
                  </a:cubicBezTo>
                  <a:cubicBezTo>
                    <a:pt x="115855" y="7747"/>
                    <a:pt x="115931" y="7572"/>
                    <a:pt x="115973" y="7390"/>
                  </a:cubicBezTo>
                  <a:cubicBezTo>
                    <a:pt x="116015" y="7208"/>
                    <a:pt x="116036" y="7019"/>
                    <a:pt x="116036" y="6823"/>
                  </a:cubicBezTo>
                  <a:cubicBezTo>
                    <a:pt x="116036" y="6529"/>
                    <a:pt x="115980" y="6235"/>
                    <a:pt x="115869" y="5941"/>
                  </a:cubicBezTo>
                  <a:cubicBezTo>
                    <a:pt x="115757" y="5648"/>
                    <a:pt x="115603" y="5378"/>
                    <a:pt x="115407" y="5133"/>
                  </a:cubicBezTo>
                  <a:cubicBezTo>
                    <a:pt x="115211" y="4888"/>
                    <a:pt x="114980" y="4678"/>
                    <a:pt x="114714" y="4503"/>
                  </a:cubicBezTo>
                  <a:cubicBezTo>
                    <a:pt x="114448" y="4328"/>
                    <a:pt x="114161" y="4206"/>
                    <a:pt x="113853" y="4136"/>
                  </a:cubicBezTo>
                  <a:cubicBezTo>
                    <a:pt x="113531" y="4066"/>
                    <a:pt x="113202" y="4031"/>
                    <a:pt x="112866" y="4031"/>
                  </a:cubicBezTo>
                  <a:cubicBezTo>
                    <a:pt x="112236" y="4031"/>
                    <a:pt x="111628" y="4136"/>
                    <a:pt x="111040" y="4346"/>
                  </a:cubicBezTo>
                  <a:cubicBezTo>
                    <a:pt x="110452" y="4556"/>
                    <a:pt x="109906" y="4836"/>
                    <a:pt x="109402" y="5186"/>
                  </a:cubicBezTo>
                  <a:cubicBezTo>
                    <a:pt x="108772" y="5606"/>
                    <a:pt x="108314" y="6151"/>
                    <a:pt x="108027" y="6823"/>
                  </a:cubicBezTo>
                  <a:cubicBezTo>
                    <a:pt x="107740" y="7495"/>
                    <a:pt x="107597" y="8195"/>
                    <a:pt x="107597" y="8923"/>
                  </a:cubicBezTo>
                  <a:cubicBezTo>
                    <a:pt x="107597" y="9664"/>
                    <a:pt x="107761" y="10389"/>
                    <a:pt x="108090" y="11096"/>
                  </a:cubicBezTo>
                  <a:cubicBezTo>
                    <a:pt x="108419" y="11802"/>
                    <a:pt x="108877" y="12373"/>
                    <a:pt x="109465" y="12807"/>
                  </a:cubicBezTo>
                  <a:cubicBezTo>
                    <a:pt x="109829" y="13059"/>
                    <a:pt x="110221" y="13244"/>
                    <a:pt x="110641" y="13363"/>
                  </a:cubicBezTo>
                  <a:cubicBezTo>
                    <a:pt x="111061" y="13482"/>
                    <a:pt x="111474" y="13541"/>
                    <a:pt x="111880" y="13541"/>
                  </a:cubicBezTo>
                  <a:cubicBezTo>
                    <a:pt x="112565" y="13541"/>
                    <a:pt x="113248" y="13419"/>
                    <a:pt x="113927" y="13174"/>
                  </a:cubicBezTo>
                  <a:cubicBezTo>
                    <a:pt x="114605" y="12929"/>
                    <a:pt x="115239" y="12632"/>
                    <a:pt x="115827" y="12282"/>
                  </a:cubicBezTo>
                  <a:cubicBezTo>
                    <a:pt x="116036" y="12156"/>
                    <a:pt x="116190" y="12019"/>
                    <a:pt x="116288" y="11872"/>
                  </a:cubicBezTo>
                  <a:cubicBezTo>
                    <a:pt x="116386" y="11725"/>
                    <a:pt x="116435" y="11575"/>
                    <a:pt x="116435" y="11421"/>
                  </a:cubicBezTo>
                  <a:cubicBezTo>
                    <a:pt x="116435" y="11267"/>
                    <a:pt x="116397" y="11124"/>
                    <a:pt x="116320" y="10991"/>
                  </a:cubicBezTo>
                  <a:cubicBezTo>
                    <a:pt x="116243" y="10858"/>
                    <a:pt x="116138" y="10749"/>
                    <a:pt x="116005" y="10665"/>
                  </a:cubicBezTo>
                  <a:cubicBezTo>
                    <a:pt x="115872" y="10581"/>
                    <a:pt x="115711" y="10532"/>
                    <a:pt x="115522" y="10518"/>
                  </a:cubicBezTo>
                  <a:cubicBezTo>
                    <a:pt x="115333" y="10504"/>
                    <a:pt x="115127" y="10539"/>
                    <a:pt x="114903" y="10623"/>
                  </a:cubicBezTo>
                  <a:close/>
                  <a:moveTo>
                    <a:pt x="111040" y="6403"/>
                  </a:moveTo>
                  <a:cubicBezTo>
                    <a:pt x="111278" y="6291"/>
                    <a:pt x="111579" y="6176"/>
                    <a:pt x="111943" y="6057"/>
                  </a:cubicBezTo>
                  <a:cubicBezTo>
                    <a:pt x="112306" y="5938"/>
                    <a:pt x="112649" y="5878"/>
                    <a:pt x="112971" y="5878"/>
                  </a:cubicBezTo>
                  <a:cubicBezTo>
                    <a:pt x="113265" y="5878"/>
                    <a:pt x="113517" y="5955"/>
                    <a:pt x="113727" y="6109"/>
                  </a:cubicBezTo>
                  <a:cubicBezTo>
                    <a:pt x="113937" y="6263"/>
                    <a:pt x="114028" y="6543"/>
                    <a:pt x="114000" y="6949"/>
                  </a:cubicBezTo>
                  <a:cubicBezTo>
                    <a:pt x="113916" y="7117"/>
                    <a:pt x="113752" y="7271"/>
                    <a:pt x="113507" y="7411"/>
                  </a:cubicBezTo>
                  <a:cubicBezTo>
                    <a:pt x="113262" y="7551"/>
                    <a:pt x="112996" y="7673"/>
                    <a:pt x="112709" y="7778"/>
                  </a:cubicBezTo>
                  <a:cubicBezTo>
                    <a:pt x="112422" y="7883"/>
                    <a:pt x="112138" y="7974"/>
                    <a:pt x="111859" y="8051"/>
                  </a:cubicBezTo>
                  <a:cubicBezTo>
                    <a:pt x="111579" y="8128"/>
                    <a:pt x="111369" y="8188"/>
                    <a:pt x="111229" y="8230"/>
                  </a:cubicBezTo>
                  <a:cubicBezTo>
                    <a:pt x="110837" y="8342"/>
                    <a:pt x="110536" y="8429"/>
                    <a:pt x="110326" y="8492"/>
                  </a:cubicBezTo>
                  <a:cubicBezTo>
                    <a:pt x="110116" y="8555"/>
                    <a:pt x="109959" y="8601"/>
                    <a:pt x="109854" y="8629"/>
                  </a:cubicBezTo>
                  <a:cubicBezTo>
                    <a:pt x="109749" y="8657"/>
                    <a:pt x="109686" y="8674"/>
                    <a:pt x="109665" y="8681"/>
                  </a:cubicBezTo>
                  <a:lnTo>
                    <a:pt x="109633" y="8692"/>
                  </a:lnTo>
                  <a:cubicBezTo>
                    <a:pt x="109661" y="8202"/>
                    <a:pt x="109787" y="7757"/>
                    <a:pt x="110011" y="7359"/>
                  </a:cubicBezTo>
                  <a:cubicBezTo>
                    <a:pt x="110235" y="6960"/>
                    <a:pt x="110578" y="6641"/>
                    <a:pt x="111040" y="6403"/>
                  </a:cubicBezTo>
                  <a:close/>
                  <a:moveTo>
                    <a:pt x="124560" y="11652"/>
                  </a:moveTo>
                  <a:lnTo>
                    <a:pt x="124581" y="11652"/>
                  </a:lnTo>
                  <a:cubicBezTo>
                    <a:pt x="125029" y="12268"/>
                    <a:pt x="125624" y="12751"/>
                    <a:pt x="126366" y="13101"/>
                  </a:cubicBezTo>
                  <a:cubicBezTo>
                    <a:pt x="127108" y="13450"/>
                    <a:pt x="127870" y="13625"/>
                    <a:pt x="128654" y="13625"/>
                  </a:cubicBezTo>
                  <a:cubicBezTo>
                    <a:pt x="129004" y="13625"/>
                    <a:pt x="129354" y="13541"/>
                    <a:pt x="129704" y="13373"/>
                  </a:cubicBezTo>
                  <a:cubicBezTo>
                    <a:pt x="130054" y="13206"/>
                    <a:pt x="130365" y="12982"/>
                    <a:pt x="130638" y="12702"/>
                  </a:cubicBezTo>
                  <a:cubicBezTo>
                    <a:pt x="130911" y="12422"/>
                    <a:pt x="131131" y="12103"/>
                    <a:pt x="131299" y="11746"/>
                  </a:cubicBezTo>
                  <a:cubicBezTo>
                    <a:pt x="131467" y="11390"/>
                    <a:pt x="131551" y="11022"/>
                    <a:pt x="131551" y="10644"/>
                  </a:cubicBezTo>
                  <a:cubicBezTo>
                    <a:pt x="131551" y="10168"/>
                    <a:pt x="131478" y="9762"/>
                    <a:pt x="131331" y="9427"/>
                  </a:cubicBezTo>
                  <a:cubicBezTo>
                    <a:pt x="131184" y="9091"/>
                    <a:pt x="130978" y="8804"/>
                    <a:pt x="130712" y="8566"/>
                  </a:cubicBezTo>
                  <a:cubicBezTo>
                    <a:pt x="130446" y="8328"/>
                    <a:pt x="130131" y="8128"/>
                    <a:pt x="129767" y="7967"/>
                  </a:cubicBezTo>
                  <a:cubicBezTo>
                    <a:pt x="129403" y="7806"/>
                    <a:pt x="129004" y="7663"/>
                    <a:pt x="128570" y="7537"/>
                  </a:cubicBezTo>
                  <a:cubicBezTo>
                    <a:pt x="128416" y="7495"/>
                    <a:pt x="128255" y="7450"/>
                    <a:pt x="128087" y="7401"/>
                  </a:cubicBezTo>
                  <a:cubicBezTo>
                    <a:pt x="127919" y="7352"/>
                    <a:pt x="127762" y="7292"/>
                    <a:pt x="127615" y="7222"/>
                  </a:cubicBezTo>
                  <a:cubicBezTo>
                    <a:pt x="127468" y="7152"/>
                    <a:pt x="127335" y="7065"/>
                    <a:pt x="127216" y="6960"/>
                  </a:cubicBezTo>
                  <a:cubicBezTo>
                    <a:pt x="127097" y="6855"/>
                    <a:pt x="126996" y="6725"/>
                    <a:pt x="126912" y="6571"/>
                  </a:cubicBezTo>
                  <a:cubicBezTo>
                    <a:pt x="126870" y="6179"/>
                    <a:pt x="126947" y="5899"/>
                    <a:pt x="127143" y="5731"/>
                  </a:cubicBezTo>
                  <a:cubicBezTo>
                    <a:pt x="127338" y="5564"/>
                    <a:pt x="127583" y="5469"/>
                    <a:pt x="127877" y="5448"/>
                  </a:cubicBezTo>
                  <a:cubicBezTo>
                    <a:pt x="128171" y="5427"/>
                    <a:pt x="128469" y="5455"/>
                    <a:pt x="128770" y="5532"/>
                  </a:cubicBezTo>
                  <a:cubicBezTo>
                    <a:pt x="129071" y="5609"/>
                    <a:pt x="129305" y="5690"/>
                    <a:pt x="129473" y="5773"/>
                  </a:cubicBezTo>
                  <a:cubicBezTo>
                    <a:pt x="129683" y="5885"/>
                    <a:pt x="129882" y="5941"/>
                    <a:pt x="130071" y="5941"/>
                  </a:cubicBezTo>
                  <a:cubicBezTo>
                    <a:pt x="130260" y="5941"/>
                    <a:pt x="130428" y="5899"/>
                    <a:pt x="130575" y="5815"/>
                  </a:cubicBezTo>
                  <a:cubicBezTo>
                    <a:pt x="130722" y="5731"/>
                    <a:pt x="130841" y="5623"/>
                    <a:pt x="130932" y="5490"/>
                  </a:cubicBezTo>
                  <a:cubicBezTo>
                    <a:pt x="131023" y="5357"/>
                    <a:pt x="131069" y="5207"/>
                    <a:pt x="131069" y="5039"/>
                  </a:cubicBezTo>
                  <a:cubicBezTo>
                    <a:pt x="131069" y="4899"/>
                    <a:pt x="131020" y="4752"/>
                    <a:pt x="130922" y="4598"/>
                  </a:cubicBezTo>
                  <a:cubicBezTo>
                    <a:pt x="130824" y="4444"/>
                    <a:pt x="130677" y="4297"/>
                    <a:pt x="130481" y="4157"/>
                  </a:cubicBezTo>
                  <a:cubicBezTo>
                    <a:pt x="129977" y="3877"/>
                    <a:pt x="129406" y="3681"/>
                    <a:pt x="128770" y="3569"/>
                  </a:cubicBezTo>
                  <a:cubicBezTo>
                    <a:pt x="128133" y="3457"/>
                    <a:pt x="127520" y="3478"/>
                    <a:pt x="126933" y="3632"/>
                  </a:cubicBezTo>
                  <a:cubicBezTo>
                    <a:pt x="126639" y="3702"/>
                    <a:pt x="126362" y="3831"/>
                    <a:pt x="126103" y="4020"/>
                  </a:cubicBezTo>
                  <a:cubicBezTo>
                    <a:pt x="125844" y="4209"/>
                    <a:pt x="125620" y="4433"/>
                    <a:pt x="125431" y="4692"/>
                  </a:cubicBezTo>
                  <a:cubicBezTo>
                    <a:pt x="125243" y="4951"/>
                    <a:pt x="125092" y="5235"/>
                    <a:pt x="124980" y="5543"/>
                  </a:cubicBezTo>
                  <a:cubicBezTo>
                    <a:pt x="124868" y="5850"/>
                    <a:pt x="124812" y="6151"/>
                    <a:pt x="124812" y="6445"/>
                  </a:cubicBezTo>
                  <a:cubicBezTo>
                    <a:pt x="124812" y="6655"/>
                    <a:pt x="124854" y="6883"/>
                    <a:pt x="124938" y="7128"/>
                  </a:cubicBezTo>
                  <a:cubicBezTo>
                    <a:pt x="125022" y="7373"/>
                    <a:pt x="125141" y="7600"/>
                    <a:pt x="125295" y="7810"/>
                  </a:cubicBezTo>
                  <a:cubicBezTo>
                    <a:pt x="125463" y="8034"/>
                    <a:pt x="125638" y="8219"/>
                    <a:pt x="125820" y="8366"/>
                  </a:cubicBezTo>
                  <a:cubicBezTo>
                    <a:pt x="126002" y="8513"/>
                    <a:pt x="126191" y="8636"/>
                    <a:pt x="126387" y="8734"/>
                  </a:cubicBezTo>
                  <a:cubicBezTo>
                    <a:pt x="126583" y="8832"/>
                    <a:pt x="126786" y="8912"/>
                    <a:pt x="126996" y="8975"/>
                  </a:cubicBezTo>
                  <a:cubicBezTo>
                    <a:pt x="127206" y="9038"/>
                    <a:pt x="127415" y="9098"/>
                    <a:pt x="127625" y="9154"/>
                  </a:cubicBezTo>
                  <a:cubicBezTo>
                    <a:pt x="127751" y="9196"/>
                    <a:pt x="127888" y="9231"/>
                    <a:pt x="128035" y="9259"/>
                  </a:cubicBezTo>
                  <a:cubicBezTo>
                    <a:pt x="128182" y="9287"/>
                    <a:pt x="128336" y="9329"/>
                    <a:pt x="128497" y="9385"/>
                  </a:cubicBezTo>
                  <a:cubicBezTo>
                    <a:pt x="128658" y="9441"/>
                    <a:pt x="128812" y="9524"/>
                    <a:pt x="128959" y="9636"/>
                  </a:cubicBezTo>
                  <a:cubicBezTo>
                    <a:pt x="129106" y="9748"/>
                    <a:pt x="129242" y="9902"/>
                    <a:pt x="129368" y="10098"/>
                  </a:cubicBezTo>
                  <a:cubicBezTo>
                    <a:pt x="129466" y="10252"/>
                    <a:pt x="129515" y="10420"/>
                    <a:pt x="129515" y="10602"/>
                  </a:cubicBezTo>
                  <a:cubicBezTo>
                    <a:pt x="129515" y="10784"/>
                    <a:pt x="129476" y="10952"/>
                    <a:pt x="129399" y="11106"/>
                  </a:cubicBezTo>
                  <a:cubicBezTo>
                    <a:pt x="129322" y="11260"/>
                    <a:pt x="129203" y="11397"/>
                    <a:pt x="129043" y="11515"/>
                  </a:cubicBezTo>
                  <a:cubicBezTo>
                    <a:pt x="128882" y="11634"/>
                    <a:pt x="128696" y="11715"/>
                    <a:pt x="128486" y="11757"/>
                  </a:cubicBezTo>
                  <a:cubicBezTo>
                    <a:pt x="128038" y="11841"/>
                    <a:pt x="127611" y="11750"/>
                    <a:pt x="127206" y="11484"/>
                  </a:cubicBezTo>
                  <a:cubicBezTo>
                    <a:pt x="126800" y="11218"/>
                    <a:pt x="126450" y="10889"/>
                    <a:pt x="126156" y="10497"/>
                  </a:cubicBezTo>
                  <a:cubicBezTo>
                    <a:pt x="125876" y="10315"/>
                    <a:pt x="125617" y="10224"/>
                    <a:pt x="125379" y="10224"/>
                  </a:cubicBezTo>
                  <a:cubicBezTo>
                    <a:pt x="125015" y="10224"/>
                    <a:pt x="124739" y="10361"/>
                    <a:pt x="124550" y="10634"/>
                  </a:cubicBezTo>
                  <a:cubicBezTo>
                    <a:pt x="124361" y="10907"/>
                    <a:pt x="124364" y="11246"/>
                    <a:pt x="124560" y="11652"/>
                  </a:cubicBezTo>
                  <a:close/>
                  <a:moveTo>
                    <a:pt x="135561" y="12471"/>
                  </a:moveTo>
                  <a:lnTo>
                    <a:pt x="135498" y="4514"/>
                  </a:lnTo>
                  <a:cubicBezTo>
                    <a:pt x="135428" y="4234"/>
                    <a:pt x="135295" y="4027"/>
                    <a:pt x="135099" y="3894"/>
                  </a:cubicBezTo>
                  <a:cubicBezTo>
                    <a:pt x="134903" y="3762"/>
                    <a:pt x="134694" y="3695"/>
                    <a:pt x="134470" y="3695"/>
                  </a:cubicBezTo>
                  <a:cubicBezTo>
                    <a:pt x="134218" y="3695"/>
                    <a:pt x="134001" y="3769"/>
                    <a:pt x="133819" y="3915"/>
                  </a:cubicBezTo>
                  <a:cubicBezTo>
                    <a:pt x="133637" y="4062"/>
                    <a:pt x="133511" y="4283"/>
                    <a:pt x="133441" y="4577"/>
                  </a:cubicBezTo>
                  <a:lnTo>
                    <a:pt x="133504" y="12555"/>
                  </a:lnTo>
                  <a:cubicBezTo>
                    <a:pt x="133546" y="12877"/>
                    <a:pt x="133665" y="13115"/>
                    <a:pt x="133861" y="13269"/>
                  </a:cubicBezTo>
                  <a:cubicBezTo>
                    <a:pt x="134057" y="13422"/>
                    <a:pt x="134281" y="13499"/>
                    <a:pt x="134533" y="13499"/>
                  </a:cubicBezTo>
                  <a:cubicBezTo>
                    <a:pt x="134785" y="13499"/>
                    <a:pt x="135015" y="13415"/>
                    <a:pt x="135225" y="13248"/>
                  </a:cubicBezTo>
                  <a:cubicBezTo>
                    <a:pt x="135435" y="13080"/>
                    <a:pt x="135547" y="12821"/>
                    <a:pt x="135561" y="12471"/>
                  </a:cubicBezTo>
                  <a:close/>
                  <a:moveTo>
                    <a:pt x="133294" y="1239"/>
                  </a:moveTo>
                  <a:cubicBezTo>
                    <a:pt x="133294" y="1561"/>
                    <a:pt x="133409" y="1834"/>
                    <a:pt x="133640" y="2057"/>
                  </a:cubicBezTo>
                  <a:cubicBezTo>
                    <a:pt x="133871" y="2281"/>
                    <a:pt x="134148" y="2393"/>
                    <a:pt x="134470" y="2393"/>
                  </a:cubicBezTo>
                  <a:cubicBezTo>
                    <a:pt x="134806" y="2393"/>
                    <a:pt x="135089" y="2281"/>
                    <a:pt x="135320" y="2057"/>
                  </a:cubicBezTo>
                  <a:cubicBezTo>
                    <a:pt x="135551" y="1834"/>
                    <a:pt x="135666" y="1561"/>
                    <a:pt x="135666" y="1239"/>
                  </a:cubicBezTo>
                  <a:cubicBezTo>
                    <a:pt x="135666" y="917"/>
                    <a:pt x="135551" y="640"/>
                    <a:pt x="135320" y="409"/>
                  </a:cubicBezTo>
                  <a:cubicBezTo>
                    <a:pt x="135089" y="178"/>
                    <a:pt x="134806" y="63"/>
                    <a:pt x="134470" y="63"/>
                  </a:cubicBezTo>
                  <a:cubicBezTo>
                    <a:pt x="134148" y="63"/>
                    <a:pt x="133871" y="178"/>
                    <a:pt x="133640" y="409"/>
                  </a:cubicBezTo>
                  <a:cubicBezTo>
                    <a:pt x="133409" y="640"/>
                    <a:pt x="133294" y="917"/>
                    <a:pt x="133294" y="1239"/>
                  </a:cubicBezTo>
                  <a:close/>
                  <a:moveTo>
                    <a:pt x="138186" y="16460"/>
                  </a:moveTo>
                  <a:cubicBezTo>
                    <a:pt x="138228" y="16866"/>
                    <a:pt x="138431" y="17194"/>
                    <a:pt x="138794" y="17446"/>
                  </a:cubicBezTo>
                  <a:cubicBezTo>
                    <a:pt x="139158" y="17698"/>
                    <a:pt x="139585" y="17898"/>
                    <a:pt x="140075" y="18045"/>
                  </a:cubicBezTo>
                  <a:cubicBezTo>
                    <a:pt x="140565" y="18192"/>
                    <a:pt x="141058" y="18283"/>
                    <a:pt x="141555" y="18318"/>
                  </a:cubicBezTo>
                  <a:cubicBezTo>
                    <a:pt x="142052" y="18353"/>
                    <a:pt x="142462" y="18349"/>
                    <a:pt x="142783" y="18307"/>
                  </a:cubicBezTo>
                  <a:cubicBezTo>
                    <a:pt x="143105" y="18279"/>
                    <a:pt x="143427" y="18199"/>
                    <a:pt x="143749" y="18066"/>
                  </a:cubicBezTo>
                  <a:cubicBezTo>
                    <a:pt x="144071" y="17933"/>
                    <a:pt x="144365" y="17782"/>
                    <a:pt x="144631" y="17614"/>
                  </a:cubicBezTo>
                  <a:cubicBezTo>
                    <a:pt x="145289" y="17180"/>
                    <a:pt x="145733" y="16694"/>
                    <a:pt x="145964" y="16155"/>
                  </a:cubicBezTo>
                  <a:cubicBezTo>
                    <a:pt x="146195" y="15616"/>
                    <a:pt x="146310" y="14976"/>
                    <a:pt x="146310" y="14234"/>
                  </a:cubicBezTo>
                  <a:lnTo>
                    <a:pt x="146310" y="5438"/>
                  </a:lnTo>
                  <a:cubicBezTo>
                    <a:pt x="146241" y="5158"/>
                    <a:pt x="146108" y="4951"/>
                    <a:pt x="145912" y="4818"/>
                  </a:cubicBezTo>
                  <a:cubicBezTo>
                    <a:pt x="145716" y="4685"/>
                    <a:pt x="145499" y="4619"/>
                    <a:pt x="145261" y="4619"/>
                  </a:cubicBezTo>
                  <a:cubicBezTo>
                    <a:pt x="144911" y="4619"/>
                    <a:pt x="144638" y="4759"/>
                    <a:pt x="144442" y="5039"/>
                  </a:cubicBezTo>
                  <a:cubicBezTo>
                    <a:pt x="144078" y="4801"/>
                    <a:pt x="143704" y="4601"/>
                    <a:pt x="143319" y="4440"/>
                  </a:cubicBezTo>
                  <a:cubicBezTo>
                    <a:pt x="142934" y="4279"/>
                    <a:pt x="142503" y="4199"/>
                    <a:pt x="142028" y="4199"/>
                  </a:cubicBezTo>
                  <a:cubicBezTo>
                    <a:pt x="141594" y="4199"/>
                    <a:pt x="141174" y="4272"/>
                    <a:pt x="140768" y="4419"/>
                  </a:cubicBezTo>
                  <a:cubicBezTo>
                    <a:pt x="140362" y="4566"/>
                    <a:pt x="139981" y="4766"/>
                    <a:pt x="139624" y="5018"/>
                  </a:cubicBezTo>
                  <a:cubicBezTo>
                    <a:pt x="139267" y="5270"/>
                    <a:pt x="138952" y="5571"/>
                    <a:pt x="138679" y="5920"/>
                  </a:cubicBezTo>
                  <a:cubicBezTo>
                    <a:pt x="138406" y="6270"/>
                    <a:pt x="138193" y="6641"/>
                    <a:pt x="138039" y="7033"/>
                  </a:cubicBezTo>
                  <a:cubicBezTo>
                    <a:pt x="137913" y="7355"/>
                    <a:pt x="137822" y="7684"/>
                    <a:pt x="137766" y="8020"/>
                  </a:cubicBezTo>
                  <a:cubicBezTo>
                    <a:pt x="137710" y="8356"/>
                    <a:pt x="137682" y="8685"/>
                    <a:pt x="137682" y="9007"/>
                  </a:cubicBezTo>
                  <a:cubicBezTo>
                    <a:pt x="137682" y="9580"/>
                    <a:pt x="137783" y="10144"/>
                    <a:pt x="137986" y="10697"/>
                  </a:cubicBezTo>
                  <a:cubicBezTo>
                    <a:pt x="138189" y="11250"/>
                    <a:pt x="138473" y="11746"/>
                    <a:pt x="138836" y="12187"/>
                  </a:cubicBezTo>
                  <a:cubicBezTo>
                    <a:pt x="139200" y="12628"/>
                    <a:pt x="139645" y="12985"/>
                    <a:pt x="140170" y="13258"/>
                  </a:cubicBezTo>
                  <a:cubicBezTo>
                    <a:pt x="140694" y="13531"/>
                    <a:pt x="141272" y="13667"/>
                    <a:pt x="141902" y="13667"/>
                  </a:cubicBezTo>
                  <a:cubicBezTo>
                    <a:pt x="142126" y="13667"/>
                    <a:pt x="142350" y="13650"/>
                    <a:pt x="142573" y="13615"/>
                  </a:cubicBezTo>
                  <a:cubicBezTo>
                    <a:pt x="142797" y="13580"/>
                    <a:pt x="143077" y="13520"/>
                    <a:pt x="143413" y="13436"/>
                  </a:cubicBezTo>
                  <a:lnTo>
                    <a:pt x="144253" y="13164"/>
                  </a:lnTo>
                  <a:lnTo>
                    <a:pt x="144253" y="14297"/>
                  </a:lnTo>
                  <a:cubicBezTo>
                    <a:pt x="144253" y="15011"/>
                    <a:pt x="144082" y="15553"/>
                    <a:pt x="143739" y="15924"/>
                  </a:cubicBezTo>
                  <a:cubicBezTo>
                    <a:pt x="143396" y="16295"/>
                    <a:pt x="142825" y="16481"/>
                    <a:pt x="142028" y="16481"/>
                  </a:cubicBezTo>
                  <a:cubicBezTo>
                    <a:pt x="141286" y="16481"/>
                    <a:pt x="140509" y="16215"/>
                    <a:pt x="139697" y="15683"/>
                  </a:cubicBezTo>
                  <a:cubicBezTo>
                    <a:pt x="139249" y="15543"/>
                    <a:pt x="138885" y="15564"/>
                    <a:pt x="138606" y="15746"/>
                  </a:cubicBezTo>
                  <a:cubicBezTo>
                    <a:pt x="138326" y="15928"/>
                    <a:pt x="138186" y="16166"/>
                    <a:pt x="138186" y="16460"/>
                  </a:cubicBezTo>
                  <a:close/>
                  <a:moveTo>
                    <a:pt x="144253" y="10938"/>
                  </a:moveTo>
                  <a:cubicBezTo>
                    <a:pt x="143483" y="11512"/>
                    <a:pt x="142776" y="11799"/>
                    <a:pt x="142133" y="11799"/>
                  </a:cubicBezTo>
                  <a:cubicBezTo>
                    <a:pt x="141811" y="11799"/>
                    <a:pt x="141503" y="11732"/>
                    <a:pt x="141209" y="11599"/>
                  </a:cubicBezTo>
                  <a:cubicBezTo>
                    <a:pt x="140915" y="11466"/>
                    <a:pt x="140659" y="11278"/>
                    <a:pt x="140443" y="11033"/>
                  </a:cubicBezTo>
                  <a:cubicBezTo>
                    <a:pt x="140226" y="10788"/>
                    <a:pt x="140054" y="10487"/>
                    <a:pt x="139928" y="10130"/>
                  </a:cubicBezTo>
                  <a:cubicBezTo>
                    <a:pt x="139802" y="9773"/>
                    <a:pt x="139739" y="9371"/>
                    <a:pt x="139739" y="8923"/>
                  </a:cubicBezTo>
                  <a:cubicBezTo>
                    <a:pt x="139739" y="8713"/>
                    <a:pt x="139764" y="8440"/>
                    <a:pt x="139813" y="8104"/>
                  </a:cubicBezTo>
                  <a:cubicBezTo>
                    <a:pt x="139862" y="7768"/>
                    <a:pt x="139977" y="7443"/>
                    <a:pt x="140159" y="7128"/>
                  </a:cubicBezTo>
                  <a:cubicBezTo>
                    <a:pt x="140341" y="6813"/>
                    <a:pt x="140603" y="6550"/>
                    <a:pt x="140946" y="6340"/>
                  </a:cubicBezTo>
                  <a:cubicBezTo>
                    <a:pt x="141289" y="6130"/>
                    <a:pt x="141748" y="6046"/>
                    <a:pt x="142322" y="6088"/>
                  </a:cubicBezTo>
                  <a:cubicBezTo>
                    <a:pt x="142685" y="6116"/>
                    <a:pt x="143025" y="6256"/>
                    <a:pt x="143340" y="6508"/>
                  </a:cubicBezTo>
                  <a:cubicBezTo>
                    <a:pt x="143655" y="6760"/>
                    <a:pt x="143952" y="7012"/>
                    <a:pt x="144232" y="7264"/>
                  </a:cubicBezTo>
                  <a:cubicBezTo>
                    <a:pt x="144232" y="7894"/>
                    <a:pt x="144236" y="8506"/>
                    <a:pt x="144243" y="9101"/>
                  </a:cubicBezTo>
                  <a:cubicBezTo>
                    <a:pt x="144250" y="9696"/>
                    <a:pt x="144253" y="10308"/>
                    <a:pt x="144253" y="10938"/>
                  </a:cubicBezTo>
                  <a:close/>
                  <a:moveTo>
                    <a:pt x="155800" y="12513"/>
                  </a:moveTo>
                  <a:lnTo>
                    <a:pt x="155800" y="8692"/>
                  </a:lnTo>
                  <a:cubicBezTo>
                    <a:pt x="155800" y="8440"/>
                    <a:pt x="155814" y="8170"/>
                    <a:pt x="155842" y="7883"/>
                  </a:cubicBezTo>
                  <a:cubicBezTo>
                    <a:pt x="155870" y="7597"/>
                    <a:pt x="155884" y="7306"/>
                    <a:pt x="155884" y="7012"/>
                  </a:cubicBezTo>
                  <a:cubicBezTo>
                    <a:pt x="155884" y="6718"/>
                    <a:pt x="155863" y="6431"/>
                    <a:pt x="155821" y="6151"/>
                  </a:cubicBezTo>
                  <a:cubicBezTo>
                    <a:pt x="155779" y="5871"/>
                    <a:pt x="155688" y="5606"/>
                    <a:pt x="155548" y="5354"/>
                  </a:cubicBezTo>
                  <a:cubicBezTo>
                    <a:pt x="155254" y="4836"/>
                    <a:pt x="154866" y="4451"/>
                    <a:pt x="154383" y="4199"/>
                  </a:cubicBezTo>
                  <a:cubicBezTo>
                    <a:pt x="153900" y="3947"/>
                    <a:pt x="153393" y="3821"/>
                    <a:pt x="152861" y="3821"/>
                  </a:cubicBezTo>
                  <a:cubicBezTo>
                    <a:pt x="152371" y="3821"/>
                    <a:pt x="151895" y="3901"/>
                    <a:pt x="151433" y="4062"/>
                  </a:cubicBezTo>
                  <a:cubicBezTo>
                    <a:pt x="150971" y="4223"/>
                    <a:pt x="150537" y="4444"/>
                    <a:pt x="150131" y="4724"/>
                  </a:cubicBezTo>
                  <a:cubicBezTo>
                    <a:pt x="150062" y="4486"/>
                    <a:pt x="149929" y="4307"/>
                    <a:pt x="149733" y="4188"/>
                  </a:cubicBezTo>
                  <a:cubicBezTo>
                    <a:pt x="149537" y="4069"/>
                    <a:pt x="149341" y="4010"/>
                    <a:pt x="149145" y="4010"/>
                  </a:cubicBezTo>
                  <a:cubicBezTo>
                    <a:pt x="148907" y="4010"/>
                    <a:pt x="148693" y="4080"/>
                    <a:pt x="148504" y="4220"/>
                  </a:cubicBezTo>
                  <a:cubicBezTo>
                    <a:pt x="148315" y="4360"/>
                    <a:pt x="148186" y="4584"/>
                    <a:pt x="148116" y="4892"/>
                  </a:cubicBezTo>
                  <a:cubicBezTo>
                    <a:pt x="148116" y="5564"/>
                    <a:pt x="148120" y="6211"/>
                    <a:pt x="148127" y="6834"/>
                  </a:cubicBezTo>
                  <a:cubicBezTo>
                    <a:pt x="148134" y="7457"/>
                    <a:pt x="148137" y="8076"/>
                    <a:pt x="148137" y="8692"/>
                  </a:cubicBezTo>
                  <a:lnTo>
                    <a:pt x="148137" y="12471"/>
                  </a:lnTo>
                  <a:cubicBezTo>
                    <a:pt x="148179" y="12793"/>
                    <a:pt x="148301" y="13031"/>
                    <a:pt x="148504" y="13185"/>
                  </a:cubicBezTo>
                  <a:cubicBezTo>
                    <a:pt x="148707" y="13338"/>
                    <a:pt x="148928" y="13415"/>
                    <a:pt x="149166" y="13415"/>
                  </a:cubicBezTo>
                  <a:cubicBezTo>
                    <a:pt x="149418" y="13415"/>
                    <a:pt x="149649" y="13331"/>
                    <a:pt x="149859" y="13164"/>
                  </a:cubicBezTo>
                  <a:cubicBezTo>
                    <a:pt x="150069" y="12996"/>
                    <a:pt x="150180" y="12737"/>
                    <a:pt x="150194" y="12387"/>
                  </a:cubicBezTo>
                  <a:cubicBezTo>
                    <a:pt x="150180" y="11673"/>
                    <a:pt x="150173" y="10970"/>
                    <a:pt x="150173" y="10277"/>
                  </a:cubicBezTo>
                  <a:lnTo>
                    <a:pt x="150173" y="8167"/>
                  </a:lnTo>
                  <a:cubicBezTo>
                    <a:pt x="150201" y="7887"/>
                    <a:pt x="150247" y="7673"/>
                    <a:pt x="150310" y="7527"/>
                  </a:cubicBezTo>
                  <a:cubicBezTo>
                    <a:pt x="150373" y="7380"/>
                    <a:pt x="150460" y="7222"/>
                    <a:pt x="150572" y="7054"/>
                  </a:cubicBezTo>
                  <a:cubicBezTo>
                    <a:pt x="150894" y="6592"/>
                    <a:pt x="151255" y="6242"/>
                    <a:pt x="151654" y="6004"/>
                  </a:cubicBezTo>
                  <a:cubicBezTo>
                    <a:pt x="152052" y="5766"/>
                    <a:pt x="152462" y="5648"/>
                    <a:pt x="152882" y="5648"/>
                  </a:cubicBezTo>
                  <a:cubicBezTo>
                    <a:pt x="153134" y="5648"/>
                    <a:pt x="153319" y="5745"/>
                    <a:pt x="153438" y="5941"/>
                  </a:cubicBezTo>
                  <a:cubicBezTo>
                    <a:pt x="153557" y="6137"/>
                    <a:pt x="153638" y="6372"/>
                    <a:pt x="153680" y="6645"/>
                  </a:cubicBezTo>
                  <a:cubicBezTo>
                    <a:pt x="153722" y="6918"/>
                    <a:pt x="153736" y="7194"/>
                    <a:pt x="153722" y="7474"/>
                  </a:cubicBezTo>
                  <a:cubicBezTo>
                    <a:pt x="153708" y="7754"/>
                    <a:pt x="153701" y="7985"/>
                    <a:pt x="153701" y="8167"/>
                  </a:cubicBezTo>
                  <a:lnTo>
                    <a:pt x="153701" y="10109"/>
                  </a:lnTo>
                  <a:cubicBezTo>
                    <a:pt x="153701" y="10606"/>
                    <a:pt x="153704" y="11012"/>
                    <a:pt x="153711" y="11327"/>
                  </a:cubicBezTo>
                  <a:cubicBezTo>
                    <a:pt x="153718" y="11641"/>
                    <a:pt x="153722" y="11893"/>
                    <a:pt x="153722" y="12082"/>
                  </a:cubicBezTo>
                  <a:lnTo>
                    <a:pt x="153722" y="12597"/>
                  </a:lnTo>
                  <a:cubicBezTo>
                    <a:pt x="153764" y="12919"/>
                    <a:pt x="153886" y="13157"/>
                    <a:pt x="154089" y="13310"/>
                  </a:cubicBezTo>
                  <a:cubicBezTo>
                    <a:pt x="154292" y="13464"/>
                    <a:pt x="154519" y="13541"/>
                    <a:pt x="154771" y="13541"/>
                  </a:cubicBezTo>
                  <a:cubicBezTo>
                    <a:pt x="155009" y="13541"/>
                    <a:pt x="155237" y="13457"/>
                    <a:pt x="155454" y="13290"/>
                  </a:cubicBezTo>
                  <a:cubicBezTo>
                    <a:pt x="155671" y="13122"/>
                    <a:pt x="155786" y="12863"/>
                    <a:pt x="155800" y="12513"/>
                  </a:cubicBezTo>
                  <a:close/>
                  <a:moveTo>
                    <a:pt x="166213" y="12219"/>
                  </a:moveTo>
                  <a:cubicBezTo>
                    <a:pt x="166241" y="12191"/>
                    <a:pt x="166224" y="12128"/>
                    <a:pt x="166161" y="12030"/>
                  </a:cubicBezTo>
                  <a:cubicBezTo>
                    <a:pt x="166098" y="11932"/>
                    <a:pt x="166017" y="11806"/>
                    <a:pt x="165919" y="11652"/>
                  </a:cubicBezTo>
                  <a:lnTo>
                    <a:pt x="165940" y="11652"/>
                  </a:lnTo>
                  <a:cubicBezTo>
                    <a:pt x="165828" y="11484"/>
                    <a:pt x="165720" y="11295"/>
                    <a:pt x="165615" y="11085"/>
                  </a:cubicBezTo>
                  <a:cubicBezTo>
                    <a:pt x="165510" y="10875"/>
                    <a:pt x="165443" y="10693"/>
                    <a:pt x="165415" y="10539"/>
                  </a:cubicBezTo>
                  <a:cubicBezTo>
                    <a:pt x="165345" y="10035"/>
                    <a:pt x="165297" y="9521"/>
                    <a:pt x="165269" y="8996"/>
                  </a:cubicBezTo>
                  <a:cubicBezTo>
                    <a:pt x="165241" y="8471"/>
                    <a:pt x="165227" y="7964"/>
                    <a:pt x="165227" y="7474"/>
                  </a:cubicBezTo>
                  <a:lnTo>
                    <a:pt x="165227" y="7117"/>
                  </a:lnTo>
                  <a:cubicBezTo>
                    <a:pt x="165227" y="6991"/>
                    <a:pt x="165230" y="6834"/>
                    <a:pt x="165237" y="6645"/>
                  </a:cubicBezTo>
                  <a:cubicBezTo>
                    <a:pt x="165244" y="6456"/>
                    <a:pt x="165248" y="6221"/>
                    <a:pt x="165248" y="5941"/>
                  </a:cubicBezTo>
                  <a:lnTo>
                    <a:pt x="165248" y="4892"/>
                  </a:lnTo>
                  <a:cubicBezTo>
                    <a:pt x="165094" y="4486"/>
                    <a:pt x="164845" y="4230"/>
                    <a:pt x="164502" y="4125"/>
                  </a:cubicBezTo>
                  <a:cubicBezTo>
                    <a:pt x="164159" y="4020"/>
                    <a:pt x="163771" y="3968"/>
                    <a:pt x="163337" y="3968"/>
                  </a:cubicBezTo>
                  <a:cubicBezTo>
                    <a:pt x="163113" y="3968"/>
                    <a:pt x="162882" y="3985"/>
                    <a:pt x="162644" y="4020"/>
                  </a:cubicBezTo>
                  <a:cubicBezTo>
                    <a:pt x="162406" y="4055"/>
                    <a:pt x="162175" y="4104"/>
                    <a:pt x="161951" y="4167"/>
                  </a:cubicBezTo>
                  <a:cubicBezTo>
                    <a:pt x="161727" y="4230"/>
                    <a:pt x="161528" y="4297"/>
                    <a:pt x="161353" y="4367"/>
                  </a:cubicBezTo>
                  <a:cubicBezTo>
                    <a:pt x="161178" y="4437"/>
                    <a:pt x="161042" y="4500"/>
                    <a:pt x="160944" y="4556"/>
                  </a:cubicBezTo>
                  <a:cubicBezTo>
                    <a:pt x="160482" y="4850"/>
                    <a:pt x="160051" y="5186"/>
                    <a:pt x="159652" y="5564"/>
                  </a:cubicBezTo>
                  <a:cubicBezTo>
                    <a:pt x="159254" y="5941"/>
                    <a:pt x="158900" y="6358"/>
                    <a:pt x="158592" y="6813"/>
                  </a:cubicBezTo>
                  <a:cubicBezTo>
                    <a:pt x="158284" y="7268"/>
                    <a:pt x="158043" y="7757"/>
                    <a:pt x="157868" y="8282"/>
                  </a:cubicBezTo>
                  <a:cubicBezTo>
                    <a:pt x="157693" y="8807"/>
                    <a:pt x="157606" y="9364"/>
                    <a:pt x="157606" y="9951"/>
                  </a:cubicBezTo>
                  <a:cubicBezTo>
                    <a:pt x="157606" y="10525"/>
                    <a:pt x="157717" y="11071"/>
                    <a:pt x="157941" y="11589"/>
                  </a:cubicBezTo>
                  <a:cubicBezTo>
                    <a:pt x="158165" y="12107"/>
                    <a:pt x="158543" y="12555"/>
                    <a:pt x="159075" y="12933"/>
                  </a:cubicBezTo>
                  <a:cubicBezTo>
                    <a:pt x="159439" y="13171"/>
                    <a:pt x="159799" y="13328"/>
                    <a:pt x="160156" y="13405"/>
                  </a:cubicBezTo>
                  <a:cubicBezTo>
                    <a:pt x="160513" y="13482"/>
                    <a:pt x="160881" y="13520"/>
                    <a:pt x="161259" y="13520"/>
                  </a:cubicBezTo>
                  <a:cubicBezTo>
                    <a:pt x="161776" y="13520"/>
                    <a:pt x="162256" y="13468"/>
                    <a:pt x="162697" y="13363"/>
                  </a:cubicBezTo>
                  <a:cubicBezTo>
                    <a:pt x="163138" y="13258"/>
                    <a:pt x="163610" y="13017"/>
                    <a:pt x="164114" y="12639"/>
                  </a:cubicBezTo>
                  <a:cubicBezTo>
                    <a:pt x="164184" y="12751"/>
                    <a:pt x="164271" y="12866"/>
                    <a:pt x="164376" y="12985"/>
                  </a:cubicBezTo>
                  <a:cubicBezTo>
                    <a:pt x="164481" y="13104"/>
                    <a:pt x="164590" y="13220"/>
                    <a:pt x="164702" y="13331"/>
                  </a:cubicBezTo>
                  <a:cubicBezTo>
                    <a:pt x="164954" y="13457"/>
                    <a:pt x="165192" y="13510"/>
                    <a:pt x="165415" y="13489"/>
                  </a:cubicBezTo>
                  <a:cubicBezTo>
                    <a:pt x="165639" y="13468"/>
                    <a:pt x="165825" y="13398"/>
                    <a:pt x="165972" y="13279"/>
                  </a:cubicBezTo>
                  <a:cubicBezTo>
                    <a:pt x="166119" y="13160"/>
                    <a:pt x="166217" y="13006"/>
                    <a:pt x="166266" y="12817"/>
                  </a:cubicBezTo>
                  <a:cubicBezTo>
                    <a:pt x="166315" y="12628"/>
                    <a:pt x="166297" y="12429"/>
                    <a:pt x="166213" y="12219"/>
                  </a:cubicBezTo>
                  <a:close/>
                  <a:moveTo>
                    <a:pt x="163379" y="10728"/>
                  </a:moveTo>
                  <a:cubicBezTo>
                    <a:pt x="162903" y="11120"/>
                    <a:pt x="162511" y="11407"/>
                    <a:pt x="162203" y="11589"/>
                  </a:cubicBezTo>
                  <a:cubicBezTo>
                    <a:pt x="161951" y="11673"/>
                    <a:pt x="161689" y="11715"/>
                    <a:pt x="161416" y="11715"/>
                  </a:cubicBezTo>
                  <a:cubicBezTo>
                    <a:pt x="161143" y="11715"/>
                    <a:pt x="160888" y="11662"/>
                    <a:pt x="160650" y="11557"/>
                  </a:cubicBezTo>
                  <a:cubicBezTo>
                    <a:pt x="160412" y="11452"/>
                    <a:pt x="160205" y="11299"/>
                    <a:pt x="160030" y="11096"/>
                  </a:cubicBezTo>
                  <a:cubicBezTo>
                    <a:pt x="159855" y="10893"/>
                    <a:pt x="159747" y="10637"/>
                    <a:pt x="159705" y="10329"/>
                  </a:cubicBezTo>
                  <a:cubicBezTo>
                    <a:pt x="159635" y="9937"/>
                    <a:pt x="159645" y="9535"/>
                    <a:pt x="159736" y="9122"/>
                  </a:cubicBezTo>
                  <a:cubicBezTo>
                    <a:pt x="159827" y="8709"/>
                    <a:pt x="159971" y="8314"/>
                    <a:pt x="160167" y="7936"/>
                  </a:cubicBezTo>
                  <a:cubicBezTo>
                    <a:pt x="160363" y="7558"/>
                    <a:pt x="160611" y="7215"/>
                    <a:pt x="160912" y="6907"/>
                  </a:cubicBezTo>
                  <a:cubicBezTo>
                    <a:pt x="161213" y="6599"/>
                    <a:pt x="161552" y="6361"/>
                    <a:pt x="161930" y="6193"/>
                  </a:cubicBezTo>
                  <a:cubicBezTo>
                    <a:pt x="162028" y="6151"/>
                    <a:pt x="162200" y="6081"/>
                    <a:pt x="162445" y="5983"/>
                  </a:cubicBezTo>
                  <a:cubicBezTo>
                    <a:pt x="162690" y="5885"/>
                    <a:pt x="162931" y="5822"/>
                    <a:pt x="163169" y="5794"/>
                  </a:cubicBezTo>
                  <a:cubicBezTo>
                    <a:pt x="163169" y="6074"/>
                    <a:pt x="163162" y="6361"/>
                    <a:pt x="163148" y="6655"/>
                  </a:cubicBezTo>
                  <a:cubicBezTo>
                    <a:pt x="163134" y="6949"/>
                    <a:pt x="163127" y="7278"/>
                    <a:pt x="163127" y="7642"/>
                  </a:cubicBezTo>
                  <a:cubicBezTo>
                    <a:pt x="163127" y="8160"/>
                    <a:pt x="163141" y="8681"/>
                    <a:pt x="163169" y="9206"/>
                  </a:cubicBezTo>
                  <a:cubicBezTo>
                    <a:pt x="163197" y="9731"/>
                    <a:pt x="163267" y="10238"/>
                    <a:pt x="163379" y="10728"/>
                  </a:cubicBezTo>
                  <a:close/>
                  <a:moveTo>
                    <a:pt x="170517" y="12072"/>
                  </a:moveTo>
                  <a:lnTo>
                    <a:pt x="170412" y="12019"/>
                  </a:lnTo>
                  <a:cubicBezTo>
                    <a:pt x="170370" y="11998"/>
                    <a:pt x="170335" y="11974"/>
                    <a:pt x="170307" y="11946"/>
                  </a:cubicBezTo>
                  <a:lnTo>
                    <a:pt x="170307" y="819"/>
                  </a:lnTo>
                  <a:cubicBezTo>
                    <a:pt x="170209" y="553"/>
                    <a:pt x="170069" y="353"/>
                    <a:pt x="169887" y="220"/>
                  </a:cubicBezTo>
                  <a:cubicBezTo>
                    <a:pt x="169705" y="87"/>
                    <a:pt x="169495" y="21"/>
                    <a:pt x="169257" y="21"/>
                  </a:cubicBezTo>
                  <a:cubicBezTo>
                    <a:pt x="169020" y="21"/>
                    <a:pt x="168810" y="94"/>
                    <a:pt x="168628" y="241"/>
                  </a:cubicBezTo>
                  <a:cubicBezTo>
                    <a:pt x="168446" y="388"/>
                    <a:pt x="168320" y="602"/>
                    <a:pt x="168250" y="882"/>
                  </a:cubicBezTo>
                  <a:lnTo>
                    <a:pt x="168250" y="12387"/>
                  </a:lnTo>
                  <a:cubicBezTo>
                    <a:pt x="168278" y="12555"/>
                    <a:pt x="168313" y="12688"/>
                    <a:pt x="168355" y="12786"/>
                  </a:cubicBezTo>
                  <a:cubicBezTo>
                    <a:pt x="168397" y="12884"/>
                    <a:pt x="168481" y="12989"/>
                    <a:pt x="168607" y="13101"/>
                  </a:cubicBezTo>
                  <a:lnTo>
                    <a:pt x="169509" y="13688"/>
                  </a:lnTo>
                  <a:cubicBezTo>
                    <a:pt x="169719" y="13800"/>
                    <a:pt x="169919" y="13853"/>
                    <a:pt x="170108" y="13846"/>
                  </a:cubicBezTo>
                  <a:cubicBezTo>
                    <a:pt x="170297" y="13839"/>
                    <a:pt x="170461" y="13793"/>
                    <a:pt x="170601" y="13709"/>
                  </a:cubicBezTo>
                  <a:cubicBezTo>
                    <a:pt x="170741" y="13625"/>
                    <a:pt x="170853" y="13513"/>
                    <a:pt x="170937" y="13373"/>
                  </a:cubicBezTo>
                  <a:cubicBezTo>
                    <a:pt x="171021" y="13234"/>
                    <a:pt x="171063" y="13080"/>
                    <a:pt x="171063" y="12912"/>
                  </a:cubicBezTo>
                  <a:cubicBezTo>
                    <a:pt x="171063" y="12618"/>
                    <a:pt x="170881" y="12338"/>
                    <a:pt x="170517" y="12072"/>
                  </a:cubicBezTo>
                  <a:close/>
                  <a:moveTo>
                    <a:pt x="173099" y="11652"/>
                  </a:moveTo>
                  <a:lnTo>
                    <a:pt x="173120" y="11652"/>
                  </a:lnTo>
                  <a:cubicBezTo>
                    <a:pt x="173568" y="12268"/>
                    <a:pt x="174163" y="12751"/>
                    <a:pt x="174905" y="13101"/>
                  </a:cubicBezTo>
                  <a:cubicBezTo>
                    <a:pt x="175647" y="13450"/>
                    <a:pt x="176410" y="13625"/>
                    <a:pt x="177193" y="13625"/>
                  </a:cubicBezTo>
                  <a:cubicBezTo>
                    <a:pt x="177543" y="13625"/>
                    <a:pt x="177893" y="13541"/>
                    <a:pt x="178243" y="13373"/>
                  </a:cubicBezTo>
                  <a:cubicBezTo>
                    <a:pt x="178593" y="13206"/>
                    <a:pt x="178904" y="12982"/>
                    <a:pt x="179177" y="12702"/>
                  </a:cubicBezTo>
                  <a:cubicBezTo>
                    <a:pt x="179450" y="12422"/>
                    <a:pt x="179671" y="12103"/>
                    <a:pt x="179839" y="11746"/>
                  </a:cubicBezTo>
                  <a:cubicBezTo>
                    <a:pt x="180007" y="11390"/>
                    <a:pt x="180091" y="11022"/>
                    <a:pt x="180091" y="10644"/>
                  </a:cubicBezTo>
                  <a:cubicBezTo>
                    <a:pt x="180091" y="10168"/>
                    <a:pt x="180017" y="9762"/>
                    <a:pt x="179870" y="9427"/>
                  </a:cubicBezTo>
                  <a:cubicBezTo>
                    <a:pt x="179723" y="9091"/>
                    <a:pt x="179517" y="8804"/>
                    <a:pt x="179251" y="8566"/>
                  </a:cubicBezTo>
                  <a:cubicBezTo>
                    <a:pt x="178985" y="8328"/>
                    <a:pt x="178670" y="8128"/>
                    <a:pt x="178306" y="7967"/>
                  </a:cubicBezTo>
                  <a:cubicBezTo>
                    <a:pt x="177942" y="7806"/>
                    <a:pt x="177543" y="7663"/>
                    <a:pt x="177109" y="7537"/>
                  </a:cubicBezTo>
                  <a:cubicBezTo>
                    <a:pt x="176955" y="7495"/>
                    <a:pt x="176794" y="7450"/>
                    <a:pt x="176627" y="7401"/>
                  </a:cubicBezTo>
                  <a:cubicBezTo>
                    <a:pt x="176459" y="7352"/>
                    <a:pt x="176301" y="7292"/>
                    <a:pt x="176154" y="7222"/>
                  </a:cubicBezTo>
                  <a:cubicBezTo>
                    <a:pt x="176007" y="7152"/>
                    <a:pt x="175874" y="7065"/>
                    <a:pt x="175755" y="6960"/>
                  </a:cubicBezTo>
                  <a:cubicBezTo>
                    <a:pt x="175636" y="6855"/>
                    <a:pt x="175535" y="6725"/>
                    <a:pt x="175451" y="6571"/>
                  </a:cubicBezTo>
                  <a:cubicBezTo>
                    <a:pt x="175409" y="6179"/>
                    <a:pt x="175486" y="5899"/>
                    <a:pt x="175682" y="5731"/>
                  </a:cubicBezTo>
                  <a:cubicBezTo>
                    <a:pt x="175878" y="5564"/>
                    <a:pt x="176123" y="5469"/>
                    <a:pt x="176417" y="5448"/>
                  </a:cubicBezTo>
                  <a:cubicBezTo>
                    <a:pt x="176710" y="5427"/>
                    <a:pt x="177008" y="5455"/>
                    <a:pt x="177309" y="5532"/>
                  </a:cubicBezTo>
                  <a:cubicBezTo>
                    <a:pt x="177610" y="5609"/>
                    <a:pt x="177844" y="5690"/>
                    <a:pt x="178012" y="5773"/>
                  </a:cubicBezTo>
                  <a:cubicBezTo>
                    <a:pt x="178222" y="5885"/>
                    <a:pt x="178422" y="5941"/>
                    <a:pt x="178610" y="5941"/>
                  </a:cubicBezTo>
                  <a:cubicBezTo>
                    <a:pt x="178799" y="5941"/>
                    <a:pt x="178967" y="5899"/>
                    <a:pt x="179114" y="5815"/>
                  </a:cubicBezTo>
                  <a:cubicBezTo>
                    <a:pt x="179261" y="5731"/>
                    <a:pt x="179380" y="5623"/>
                    <a:pt x="179471" y="5490"/>
                  </a:cubicBezTo>
                  <a:cubicBezTo>
                    <a:pt x="179562" y="5357"/>
                    <a:pt x="179608" y="5207"/>
                    <a:pt x="179608" y="5039"/>
                  </a:cubicBezTo>
                  <a:cubicBezTo>
                    <a:pt x="179608" y="4899"/>
                    <a:pt x="179559" y="4752"/>
                    <a:pt x="179461" y="4598"/>
                  </a:cubicBezTo>
                  <a:cubicBezTo>
                    <a:pt x="179363" y="4444"/>
                    <a:pt x="179216" y="4297"/>
                    <a:pt x="179020" y="4157"/>
                  </a:cubicBezTo>
                  <a:cubicBezTo>
                    <a:pt x="178516" y="3877"/>
                    <a:pt x="177946" y="3681"/>
                    <a:pt x="177309" y="3569"/>
                  </a:cubicBezTo>
                  <a:cubicBezTo>
                    <a:pt x="176672" y="3457"/>
                    <a:pt x="176060" y="3478"/>
                    <a:pt x="175472" y="3632"/>
                  </a:cubicBezTo>
                  <a:cubicBezTo>
                    <a:pt x="175178" y="3702"/>
                    <a:pt x="174901" y="3831"/>
                    <a:pt x="174643" y="4020"/>
                  </a:cubicBezTo>
                  <a:cubicBezTo>
                    <a:pt x="174384" y="4209"/>
                    <a:pt x="174160" y="4433"/>
                    <a:pt x="173971" y="4692"/>
                  </a:cubicBezTo>
                  <a:cubicBezTo>
                    <a:pt x="173782" y="4951"/>
                    <a:pt x="173631" y="5235"/>
                    <a:pt x="173519" y="5543"/>
                  </a:cubicBezTo>
                  <a:cubicBezTo>
                    <a:pt x="173407" y="5850"/>
                    <a:pt x="173351" y="6151"/>
                    <a:pt x="173351" y="6445"/>
                  </a:cubicBezTo>
                  <a:cubicBezTo>
                    <a:pt x="173351" y="6655"/>
                    <a:pt x="173393" y="6883"/>
                    <a:pt x="173477" y="7128"/>
                  </a:cubicBezTo>
                  <a:cubicBezTo>
                    <a:pt x="173561" y="7373"/>
                    <a:pt x="173680" y="7600"/>
                    <a:pt x="173834" y="7810"/>
                  </a:cubicBezTo>
                  <a:cubicBezTo>
                    <a:pt x="174002" y="8034"/>
                    <a:pt x="174177" y="8219"/>
                    <a:pt x="174359" y="8366"/>
                  </a:cubicBezTo>
                  <a:cubicBezTo>
                    <a:pt x="174541" y="8513"/>
                    <a:pt x="174730" y="8636"/>
                    <a:pt x="174926" y="8734"/>
                  </a:cubicBezTo>
                  <a:cubicBezTo>
                    <a:pt x="175122" y="8832"/>
                    <a:pt x="175325" y="8912"/>
                    <a:pt x="175535" y="8975"/>
                  </a:cubicBezTo>
                  <a:cubicBezTo>
                    <a:pt x="175745" y="9038"/>
                    <a:pt x="175955" y="9098"/>
                    <a:pt x="176165" y="9154"/>
                  </a:cubicBezTo>
                  <a:cubicBezTo>
                    <a:pt x="176291" y="9196"/>
                    <a:pt x="176427" y="9231"/>
                    <a:pt x="176574" y="9259"/>
                  </a:cubicBezTo>
                  <a:cubicBezTo>
                    <a:pt x="176721" y="9287"/>
                    <a:pt x="176875" y="9329"/>
                    <a:pt x="177036" y="9385"/>
                  </a:cubicBezTo>
                  <a:cubicBezTo>
                    <a:pt x="177197" y="9441"/>
                    <a:pt x="177351" y="9524"/>
                    <a:pt x="177498" y="9636"/>
                  </a:cubicBezTo>
                  <a:cubicBezTo>
                    <a:pt x="177645" y="9748"/>
                    <a:pt x="177781" y="9902"/>
                    <a:pt x="177907" y="10098"/>
                  </a:cubicBezTo>
                  <a:cubicBezTo>
                    <a:pt x="178005" y="10252"/>
                    <a:pt x="178054" y="10420"/>
                    <a:pt x="178054" y="10602"/>
                  </a:cubicBezTo>
                  <a:cubicBezTo>
                    <a:pt x="178054" y="10784"/>
                    <a:pt x="178016" y="10952"/>
                    <a:pt x="177939" y="11106"/>
                  </a:cubicBezTo>
                  <a:cubicBezTo>
                    <a:pt x="177862" y="11260"/>
                    <a:pt x="177743" y="11397"/>
                    <a:pt x="177582" y="11515"/>
                  </a:cubicBezTo>
                  <a:cubicBezTo>
                    <a:pt x="177421" y="11634"/>
                    <a:pt x="177235" y="11715"/>
                    <a:pt x="177025" y="11757"/>
                  </a:cubicBezTo>
                  <a:cubicBezTo>
                    <a:pt x="176578" y="11841"/>
                    <a:pt x="176151" y="11750"/>
                    <a:pt x="175745" y="11484"/>
                  </a:cubicBezTo>
                  <a:cubicBezTo>
                    <a:pt x="175339" y="11218"/>
                    <a:pt x="174989" y="10889"/>
                    <a:pt x="174695" y="10497"/>
                  </a:cubicBezTo>
                  <a:cubicBezTo>
                    <a:pt x="174415" y="10315"/>
                    <a:pt x="174156" y="10224"/>
                    <a:pt x="173918" y="10224"/>
                  </a:cubicBezTo>
                  <a:cubicBezTo>
                    <a:pt x="173554" y="10224"/>
                    <a:pt x="173278" y="10361"/>
                    <a:pt x="173089" y="10634"/>
                  </a:cubicBezTo>
                  <a:cubicBezTo>
                    <a:pt x="172900" y="10907"/>
                    <a:pt x="172903" y="11246"/>
                    <a:pt x="173099" y="11652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09" name="hvac-state-icon-blade-0" descr="hvac-state-icon-blade-0"/>
            <p:cNvSpPr/>
            <p:nvPr/>
          </p:nvSpPr>
          <p:spPr>
            <a:xfrm>
              <a:off x="4403925" y="1454100"/>
              <a:ext cx="92856" cy="86452"/>
            </a:xfrm>
            <a:custGeom>
              <a:avLst/>
              <a:gdLst/>
              <a:ahLst/>
              <a:cxnLst/>
              <a:rect l="0" t="0" r="r" b="b"/>
              <a:pathLst>
                <a:path w="16731" h="15577">
                  <a:moveTo>
                    <a:pt x="7500" y="13846"/>
                  </a:moveTo>
                  <a:cubicBezTo>
                    <a:pt x="0" y="10962"/>
                    <a:pt x="2885" y="0"/>
                    <a:pt x="9808" y="2308"/>
                  </a:cubicBezTo>
                  <a:cubicBezTo>
                    <a:pt x="16731" y="3462"/>
                    <a:pt x="16154" y="10962"/>
                    <a:pt x="8654" y="15577"/>
                  </a:cubicBezTo>
                  <a:close/>
                </a:path>
              </a:pathLst>
            </a:custGeom>
            <a:solidFill>
              <a:srgbClr val="FFFFFF"/>
            </a:solidFill>
            <a:ln w="1110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0" name="hvac-state-icon-blade-1" descr="hvac-state-icon-blade-1"/>
            <p:cNvSpPr/>
            <p:nvPr/>
          </p:nvSpPr>
          <p:spPr>
            <a:xfrm>
              <a:off x="4442348" y="1495725"/>
              <a:ext cx="86452" cy="92856"/>
            </a:xfrm>
            <a:custGeom>
              <a:avLst/>
              <a:gdLst/>
              <a:ahLst/>
              <a:cxnLst/>
              <a:rect l="0" t="0" r="r" b="b"/>
              <a:pathLst>
                <a:path w="15577" h="16731">
                  <a:moveTo>
                    <a:pt x="1731" y="7500"/>
                  </a:moveTo>
                  <a:cubicBezTo>
                    <a:pt x="4615" y="0"/>
                    <a:pt x="15577" y="2885"/>
                    <a:pt x="13269" y="9808"/>
                  </a:cubicBezTo>
                  <a:cubicBezTo>
                    <a:pt x="12115" y="16731"/>
                    <a:pt x="4615" y="16154"/>
                    <a:pt x="0" y="8654"/>
                  </a:cubicBezTo>
                  <a:close/>
                </a:path>
              </a:pathLst>
            </a:custGeom>
            <a:solidFill>
              <a:srgbClr val="FFFFFF"/>
            </a:solidFill>
            <a:ln w="1110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1" name="hvac-state-icon-blade-2" descr="hvac-state-icon-blade-2"/>
            <p:cNvSpPr/>
            <p:nvPr/>
          </p:nvSpPr>
          <p:spPr>
            <a:xfrm>
              <a:off x="4394319" y="1534148"/>
              <a:ext cx="92856" cy="86452"/>
            </a:xfrm>
            <a:custGeom>
              <a:avLst/>
              <a:gdLst/>
              <a:ahLst/>
              <a:cxnLst/>
              <a:rect l="0" t="0" r="r" b="b"/>
              <a:pathLst>
                <a:path w="16731" h="15577">
                  <a:moveTo>
                    <a:pt x="9231" y="1731"/>
                  </a:moveTo>
                  <a:cubicBezTo>
                    <a:pt x="16731" y="4615"/>
                    <a:pt x="13846" y="15577"/>
                    <a:pt x="6923" y="13269"/>
                  </a:cubicBezTo>
                  <a:cubicBezTo>
                    <a:pt x="0" y="12115"/>
                    <a:pt x="577" y="4615"/>
                    <a:pt x="8077" y="0"/>
                  </a:cubicBezTo>
                  <a:close/>
                </a:path>
              </a:pathLst>
            </a:custGeom>
            <a:solidFill>
              <a:srgbClr val="FFFFFF"/>
            </a:solidFill>
            <a:ln w="1110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2" name="hvac-state-icon-blade-3" descr="hvac-state-icon-blade-3"/>
            <p:cNvSpPr/>
            <p:nvPr/>
          </p:nvSpPr>
          <p:spPr>
            <a:xfrm>
              <a:off x="4362300" y="1486119"/>
              <a:ext cx="86452" cy="92856"/>
            </a:xfrm>
            <a:custGeom>
              <a:avLst/>
              <a:gdLst/>
              <a:ahLst/>
              <a:cxnLst/>
              <a:rect l="0" t="0" r="r" b="b"/>
              <a:pathLst>
                <a:path w="15577" h="16731">
                  <a:moveTo>
                    <a:pt x="13846" y="9231"/>
                  </a:moveTo>
                  <a:cubicBezTo>
                    <a:pt x="10962" y="16731"/>
                    <a:pt x="0" y="13846"/>
                    <a:pt x="2308" y="6923"/>
                  </a:cubicBezTo>
                  <a:cubicBezTo>
                    <a:pt x="3462" y="0"/>
                    <a:pt x="10962" y="577"/>
                    <a:pt x="15577" y="8077"/>
                  </a:cubicBezTo>
                  <a:close/>
                </a:path>
              </a:pathLst>
            </a:custGeom>
            <a:solidFill>
              <a:srgbClr val="FFFFFF"/>
            </a:solidFill>
            <a:ln w="1110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3" name="hvac-state-icon-hub" descr="hvac-state-icon-hub"/>
            <p:cNvSpPr/>
            <p:nvPr/>
          </p:nvSpPr>
          <p:spPr>
            <a:xfrm>
              <a:off x="4431398" y="1523198"/>
              <a:ext cx="28305" cy="28305"/>
            </a:xfrm>
            <a:prstGeom prst="ellipse">
              <a:avLst/>
            </a:prstGeom>
            <a:solidFill>
              <a:srgbClr val="FFFFFF"/>
            </a:solidFill>
            <a:ln w="7215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4" name="speed-state-icon-arc" descr="speed-state-icon-arc"/>
            <p:cNvSpPr/>
            <p:nvPr/>
          </p:nvSpPr>
          <p:spPr>
            <a:xfrm>
              <a:off x="4964475" y="1451325"/>
              <a:ext cx="199800" cy="149850"/>
            </a:xfrm>
            <a:custGeom>
              <a:avLst/>
              <a:gdLst/>
              <a:ahLst/>
              <a:cxnLst/>
              <a:rect l="0" t="0" r="r" b="b"/>
              <a:pathLst>
                <a:path w="36000" h="27000">
                  <a:moveTo>
                    <a:pt x="4500" y="27000"/>
                  </a:moveTo>
                  <a:cubicBezTo>
                    <a:pt x="0" y="7500"/>
                    <a:pt x="12000" y="0"/>
                    <a:pt x="23000" y="2500"/>
                  </a:cubicBezTo>
                  <a:cubicBezTo>
                    <a:pt x="32500" y="4500"/>
                    <a:pt x="36000" y="14500"/>
                    <a:pt x="32500" y="27000"/>
                  </a:cubicBezTo>
                </a:path>
              </a:pathLst>
            </a:custGeom>
            <a:noFill/>
            <a:ln w="13875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5" name="speed-state-icon-tick--150" descr="speed-state-icon-tick--150"/>
            <p:cNvSpPr/>
            <p:nvPr/>
          </p:nvSpPr>
          <p:spPr>
            <a:xfrm>
              <a:off x="5009473" y="1520700"/>
              <a:ext cx="9613" cy="5550"/>
            </a:xfrm>
            <a:custGeom>
              <a:avLst/>
              <a:gdLst/>
              <a:ahLst/>
              <a:cxnLst/>
              <a:rect l="0" t="0" r="r" b="b"/>
              <a:pathLst>
                <a:path w="1732" h="1000">
                  <a:moveTo>
                    <a:pt x="0" y="0"/>
                  </a:moveTo>
                  <a:lnTo>
                    <a:pt x="1732" y="1000"/>
                  </a:lnTo>
                </a:path>
              </a:pathLst>
            </a:custGeom>
            <a:noFill/>
            <a:ln w="777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6" name="speed-state-icon-tick--120" descr="speed-state-icon-tick--120"/>
            <p:cNvSpPr/>
            <p:nvPr/>
          </p:nvSpPr>
          <p:spPr>
            <a:xfrm>
              <a:off x="5033850" y="1496323"/>
              <a:ext cx="5550" cy="9613"/>
            </a:xfrm>
            <a:custGeom>
              <a:avLst/>
              <a:gdLst/>
              <a:ahLst/>
              <a:cxnLst/>
              <a:rect l="0" t="0" r="r" b="b"/>
              <a:pathLst>
                <a:path w="1000" h="1732">
                  <a:moveTo>
                    <a:pt x="0" y="0"/>
                  </a:moveTo>
                  <a:lnTo>
                    <a:pt x="1000" y="1732"/>
                  </a:lnTo>
                </a:path>
              </a:pathLst>
            </a:custGeom>
            <a:noFill/>
            <a:ln w="777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7" name="speed-state-icon-tick--90" descr="speed-state-icon-tick--90"/>
            <p:cNvSpPr/>
            <p:nvPr/>
          </p:nvSpPr>
          <p:spPr>
            <a:xfrm>
              <a:off x="5067150" y="1487400"/>
              <a:ext cx="56" cy="11100"/>
            </a:xfrm>
            <a:custGeom>
              <a:avLst/>
              <a:gdLst/>
              <a:ahLst/>
              <a:cxnLst/>
              <a:rect l="0" t="0" r="r" b="b"/>
              <a:pathLst>
                <a:path w="10" h="2000">
                  <a:moveTo>
                    <a:pt x="0" y="0"/>
                  </a:moveTo>
                  <a:lnTo>
                    <a:pt x="0" y="2000"/>
                  </a:lnTo>
                </a:path>
              </a:pathLst>
            </a:custGeom>
            <a:noFill/>
            <a:ln w="777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8" name="speed-state-icon-tick--60" descr="speed-state-icon-tick--60"/>
            <p:cNvSpPr/>
            <p:nvPr/>
          </p:nvSpPr>
          <p:spPr>
            <a:xfrm>
              <a:off x="5094900" y="1496323"/>
              <a:ext cx="5550" cy="9613"/>
            </a:xfrm>
            <a:custGeom>
              <a:avLst/>
              <a:gdLst/>
              <a:ahLst/>
              <a:cxnLst/>
              <a:rect l="0" t="0" r="r" b="b"/>
              <a:pathLst>
                <a:path w="1000" h="1732">
                  <a:moveTo>
                    <a:pt x="1000" y="0"/>
                  </a:moveTo>
                  <a:lnTo>
                    <a:pt x="0" y="1732"/>
                  </a:lnTo>
                </a:path>
              </a:pathLst>
            </a:custGeom>
            <a:noFill/>
            <a:ln w="777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19" name="speed-state-icon-tick--30" descr="speed-state-icon-tick--30"/>
            <p:cNvSpPr/>
            <p:nvPr/>
          </p:nvSpPr>
          <p:spPr>
            <a:xfrm>
              <a:off x="5115214" y="1520700"/>
              <a:ext cx="9613" cy="5550"/>
            </a:xfrm>
            <a:custGeom>
              <a:avLst/>
              <a:gdLst/>
              <a:ahLst/>
              <a:cxnLst/>
              <a:rect l="0" t="0" r="r" b="b"/>
              <a:pathLst>
                <a:path w="1732" h="1000">
                  <a:moveTo>
                    <a:pt x="1732" y="0"/>
                  </a:moveTo>
                  <a:lnTo>
                    <a:pt x="0" y="1000"/>
                  </a:lnTo>
                </a:path>
              </a:pathLst>
            </a:custGeom>
            <a:noFill/>
            <a:ln w="777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20" name="speed-state-icon-needle" descr="speed-state-icon-needle"/>
            <p:cNvSpPr/>
            <p:nvPr/>
          </p:nvSpPr>
          <p:spPr>
            <a:xfrm>
              <a:off x="5061600" y="1504050"/>
              <a:ext cx="52725" cy="61050"/>
            </a:xfrm>
            <a:custGeom>
              <a:avLst/>
              <a:gdLst/>
              <a:ahLst/>
              <a:cxnLst/>
              <a:rect l="0" t="0" r="r" b="b"/>
              <a:pathLst>
                <a:path w="9500" h="11000">
                  <a:moveTo>
                    <a:pt x="0" y="9500"/>
                  </a:moveTo>
                  <a:lnTo>
                    <a:pt x="9500" y="0"/>
                  </a:lnTo>
                  <a:lnTo>
                    <a:pt x="3000" y="11000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21" name="speed-state-icon-hub" descr="speed-state-icon-hub"/>
            <p:cNvSpPr/>
            <p:nvPr/>
          </p:nvSpPr>
          <p:spPr>
            <a:xfrm>
              <a:off x="5056050" y="1542900"/>
              <a:ext cx="22200" cy="22200"/>
            </a:xfrm>
            <a:prstGeom prst="ellipse">
              <a:avLst/>
            </a:pr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22" name="seatbelt-state-icon-head" descr="seatbelt-state-icon-head"/>
            <p:cNvSpPr/>
            <p:nvPr/>
          </p:nvSpPr>
          <p:spPr>
            <a:xfrm>
              <a:off x="5685975" y="1465200"/>
              <a:ext cx="38850" cy="38850"/>
            </a:xfrm>
            <a:prstGeom prst="ellipse">
              <a:avLst/>
            </a:pr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23" name="seatbelt-state-icon-torso" descr="seatbelt-state-icon-torso"/>
            <p:cNvSpPr/>
            <p:nvPr/>
          </p:nvSpPr>
          <p:spPr>
            <a:xfrm>
              <a:off x="5655450" y="1506825"/>
              <a:ext cx="97125" cy="74925"/>
            </a:xfrm>
            <a:custGeom>
              <a:avLst/>
              <a:gdLst/>
              <a:ahLst/>
              <a:cxnLst/>
              <a:rect l="0" t="0" r="r" b="b"/>
              <a:pathLst>
                <a:path w="17500" h="13500">
                  <a:moveTo>
                    <a:pt x="4000" y="500"/>
                  </a:moveTo>
                  <a:cubicBezTo>
                    <a:pt x="0" y="4000"/>
                    <a:pt x="500" y="9500"/>
                    <a:pt x="500" y="13500"/>
                  </a:cubicBezTo>
                  <a:lnTo>
                    <a:pt x="17500" y="13500"/>
                  </a:lnTo>
                  <a:cubicBezTo>
                    <a:pt x="17500" y="6500"/>
                    <a:pt x="16500" y="1000"/>
                    <a:pt x="12000" y="0"/>
                  </a:cubicBez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24" name="seatbelt-state-icon-lap" descr="seatbelt-state-icon-lap"/>
            <p:cNvSpPr/>
            <p:nvPr/>
          </p:nvSpPr>
          <p:spPr>
            <a:xfrm>
              <a:off x="5649900" y="1556775"/>
              <a:ext cx="111000" cy="22200"/>
            </a:xfrm>
            <a:custGeom>
              <a:avLst/>
              <a:gdLst/>
              <a:ahLst/>
              <a:cxnLst/>
              <a:rect l="0" t="0" r="r" b="b"/>
              <a:pathLst>
                <a:path w="20000" h="4000">
                  <a:moveTo>
                    <a:pt x="0" y="4000"/>
                  </a:moveTo>
                  <a:cubicBezTo>
                    <a:pt x="5000" y="0"/>
                    <a:pt x="15000" y="0"/>
                    <a:pt x="20000" y="4000"/>
                  </a:cubicBezTo>
                </a:path>
              </a:pathLst>
            </a:custGeom>
            <a:noFill/>
            <a:ln w="1665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25" name="seatbelt-state-icon-belt-white" descr="seatbelt-state-icon-belt-white"/>
            <p:cNvSpPr/>
            <p:nvPr/>
          </p:nvSpPr>
          <p:spPr>
            <a:xfrm>
              <a:off x="5658225" y="1490175"/>
              <a:ext cx="94350" cy="80475"/>
            </a:xfrm>
            <a:custGeom>
              <a:avLst/>
              <a:gdLst/>
              <a:ahLst/>
              <a:cxnLst/>
              <a:rect l="0" t="0" r="r" b="b"/>
              <a:pathLst>
                <a:path w="17000" h="14500">
                  <a:moveTo>
                    <a:pt x="0" y="14500"/>
                  </a:moveTo>
                  <a:lnTo>
                    <a:pt x="17000" y="0"/>
                  </a:lnTo>
                </a:path>
              </a:pathLst>
            </a:custGeom>
            <a:noFill/>
            <a:ln w="27750" cap="rnd" cmpd="sng">
              <a:solidFill>
                <a:srgbClr val="FFFFFF"/>
              </a:solidFill>
              <a:round/>
            </a:ln>
            <a:effectLst/>
          </p:spPr>
        </p:sp>
        <p:sp>
          <p:nvSpPr>
            <p:cNvPr id="126" name="seatbelt-state-icon-belt" descr="seatbelt-state-icon-belt"/>
            <p:cNvSpPr/>
            <p:nvPr/>
          </p:nvSpPr>
          <p:spPr>
            <a:xfrm>
              <a:off x="5658225" y="1490175"/>
              <a:ext cx="94350" cy="80475"/>
            </a:xfrm>
            <a:custGeom>
              <a:avLst/>
              <a:gdLst/>
              <a:ahLst/>
              <a:cxnLst/>
              <a:rect l="0" t="0" r="r" b="b"/>
              <a:pathLst>
                <a:path w="17000" h="14500">
                  <a:moveTo>
                    <a:pt x="0" y="14500"/>
                  </a:moveTo>
                  <a:lnTo>
                    <a:pt x="17000" y="0"/>
                  </a:lnTo>
                </a:path>
              </a:pathLst>
            </a:custGeom>
            <a:noFill/>
            <a:ln w="1221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27" name="seatbelt-state-icon-legs" descr="seatbelt-state-icon-legs"/>
            <p:cNvSpPr/>
            <p:nvPr/>
          </p:nvSpPr>
          <p:spPr>
            <a:xfrm>
              <a:off x="5674875" y="1584525"/>
              <a:ext cx="61050" cy="27750"/>
            </a:xfrm>
            <a:custGeom>
              <a:avLst/>
              <a:gdLst/>
              <a:ahLst/>
              <a:cxnLst/>
              <a:rect l="0" t="0" r="r" b="b"/>
              <a:pathLst>
                <a:path w="11000" h="5000">
                  <a:moveTo>
                    <a:pt x="0" y="0"/>
                  </a:moveTo>
                  <a:lnTo>
                    <a:pt x="3000" y="5000"/>
                  </a:lnTo>
                  <a:moveTo>
                    <a:pt x="11000" y="0"/>
                  </a:moveTo>
                  <a:lnTo>
                    <a:pt x="8000" y="5000"/>
                  </a:lnTo>
                </a:path>
              </a:pathLst>
            </a:custGeom>
            <a:noFill/>
            <a:ln w="1665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28" name="state-label-hvac" descr="HVAC"/>
            <p:cNvSpPr/>
            <p:nvPr/>
          </p:nvSpPr>
          <p:spPr>
            <a:xfrm>
              <a:off x="4324952" y="1634417"/>
              <a:ext cx="242851" cy="71641"/>
            </a:xfrm>
            <a:custGeom>
              <a:avLst/>
              <a:gdLst/>
              <a:ahLst/>
              <a:cxnLst/>
              <a:rect l="0" t="0" r="r" b="b"/>
              <a:pathLst>
                <a:path w="43757" h="12908">
                  <a:moveTo>
                    <a:pt x="9169" y="5967"/>
                  </a:moveTo>
                  <a:lnTo>
                    <a:pt x="9169" y="1293"/>
                  </a:lnTo>
                  <a:cubicBezTo>
                    <a:pt x="9169" y="948"/>
                    <a:pt x="9096" y="699"/>
                    <a:pt x="8950" y="547"/>
                  </a:cubicBezTo>
                  <a:cubicBezTo>
                    <a:pt x="8804" y="394"/>
                    <a:pt x="8612" y="318"/>
                    <a:pt x="8373" y="318"/>
                  </a:cubicBezTo>
                  <a:cubicBezTo>
                    <a:pt x="8228" y="318"/>
                    <a:pt x="8078" y="335"/>
                    <a:pt x="7926" y="368"/>
                  </a:cubicBezTo>
                  <a:cubicBezTo>
                    <a:pt x="7773" y="401"/>
                    <a:pt x="7634" y="457"/>
                    <a:pt x="7508" y="537"/>
                  </a:cubicBezTo>
                  <a:cubicBezTo>
                    <a:pt x="7382" y="617"/>
                    <a:pt x="7280" y="733"/>
                    <a:pt x="7200" y="885"/>
                  </a:cubicBezTo>
                  <a:cubicBezTo>
                    <a:pt x="7120" y="1038"/>
                    <a:pt x="7081" y="1233"/>
                    <a:pt x="7081" y="1472"/>
                  </a:cubicBezTo>
                  <a:lnTo>
                    <a:pt x="7081" y="5967"/>
                  </a:lnTo>
                  <a:lnTo>
                    <a:pt x="2069" y="5967"/>
                  </a:lnTo>
                  <a:lnTo>
                    <a:pt x="2069" y="1293"/>
                  </a:lnTo>
                  <a:cubicBezTo>
                    <a:pt x="2069" y="948"/>
                    <a:pt x="1992" y="699"/>
                    <a:pt x="1840" y="547"/>
                  </a:cubicBezTo>
                  <a:cubicBezTo>
                    <a:pt x="1687" y="394"/>
                    <a:pt x="1505" y="318"/>
                    <a:pt x="1293" y="318"/>
                  </a:cubicBezTo>
                  <a:cubicBezTo>
                    <a:pt x="1147" y="318"/>
                    <a:pt x="998" y="335"/>
                    <a:pt x="845" y="368"/>
                  </a:cubicBezTo>
                  <a:cubicBezTo>
                    <a:pt x="693" y="401"/>
                    <a:pt x="554" y="457"/>
                    <a:pt x="428" y="537"/>
                  </a:cubicBezTo>
                  <a:cubicBezTo>
                    <a:pt x="302" y="617"/>
                    <a:pt x="199" y="733"/>
                    <a:pt x="119" y="885"/>
                  </a:cubicBezTo>
                  <a:cubicBezTo>
                    <a:pt x="40" y="1038"/>
                    <a:pt x="0" y="1233"/>
                    <a:pt x="0" y="1472"/>
                  </a:cubicBezTo>
                  <a:lnTo>
                    <a:pt x="0" y="11635"/>
                  </a:lnTo>
                  <a:cubicBezTo>
                    <a:pt x="0" y="12020"/>
                    <a:pt x="96" y="12302"/>
                    <a:pt x="288" y="12481"/>
                  </a:cubicBezTo>
                  <a:cubicBezTo>
                    <a:pt x="481" y="12660"/>
                    <a:pt x="703" y="12749"/>
                    <a:pt x="955" y="12749"/>
                  </a:cubicBezTo>
                  <a:cubicBezTo>
                    <a:pt x="1220" y="12749"/>
                    <a:pt x="1472" y="12670"/>
                    <a:pt x="1710" y="12510"/>
                  </a:cubicBezTo>
                  <a:cubicBezTo>
                    <a:pt x="1949" y="12351"/>
                    <a:pt x="2069" y="12060"/>
                    <a:pt x="2069" y="11635"/>
                  </a:cubicBezTo>
                  <a:lnTo>
                    <a:pt x="2069" y="7916"/>
                  </a:lnTo>
                  <a:lnTo>
                    <a:pt x="7081" y="7916"/>
                  </a:lnTo>
                  <a:lnTo>
                    <a:pt x="7081" y="11655"/>
                  </a:lnTo>
                  <a:cubicBezTo>
                    <a:pt x="7081" y="12040"/>
                    <a:pt x="7177" y="12322"/>
                    <a:pt x="7369" y="12501"/>
                  </a:cubicBezTo>
                  <a:cubicBezTo>
                    <a:pt x="7561" y="12680"/>
                    <a:pt x="7783" y="12769"/>
                    <a:pt x="8035" y="12769"/>
                  </a:cubicBezTo>
                  <a:cubicBezTo>
                    <a:pt x="8314" y="12769"/>
                    <a:pt x="8572" y="12690"/>
                    <a:pt x="8811" y="12530"/>
                  </a:cubicBezTo>
                  <a:cubicBezTo>
                    <a:pt x="9050" y="12371"/>
                    <a:pt x="9169" y="12080"/>
                    <a:pt x="9169" y="11655"/>
                  </a:cubicBezTo>
                  <a:lnTo>
                    <a:pt x="9169" y="7916"/>
                  </a:lnTo>
                  <a:cubicBezTo>
                    <a:pt x="9567" y="7890"/>
                    <a:pt x="9819" y="7777"/>
                    <a:pt x="9925" y="7578"/>
                  </a:cubicBezTo>
                  <a:cubicBezTo>
                    <a:pt x="10031" y="7379"/>
                    <a:pt x="10084" y="7167"/>
                    <a:pt x="10084" y="6941"/>
                  </a:cubicBezTo>
                  <a:cubicBezTo>
                    <a:pt x="10084" y="6703"/>
                    <a:pt x="10034" y="6487"/>
                    <a:pt x="9935" y="6295"/>
                  </a:cubicBezTo>
                  <a:cubicBezTo>
                    <a:pt x="9835" y="6103"/>
                    <a:pt x="9580" y="5993"/>
                    <a:pt x="9169" y="5967"/>
                  </a:cubicBezTo>
                  <a:close/>
                  <a:moveTo>
                    <a:pt x="19611" y="935"/>
                  </a:moveTo>
                  <a:cubicBezTo>
                    <a:pt x="19081" y="1863"/>
                    <a:pt x="18600" y="2821"/>
                    <a:pt x="18169" y="3809"/>
                  </a:cubicBezTo>
                  <a:cubicBezTo>
                    <a:pt x="17738" y="4797"/>
                    <a:pt x="17310" y="5808"/>
                    <a:pt x="16886" y="6842"/>
                  </a:cubicBezTo>
                  <a:cubicBezTo>
                    <a:pt x="16846" y="6948"/>
                    <a:pt x="16800" y="7054"/>
                    <a:pt x="16747" y="7160"/>
                  </a:cubicBezTo>
                  <a:cubicBezTo>
                    <a:pt x="16694" y="7266"/>
                    <a:pt x="16648" y="7372"/>
                    <a:pt x="16608" y="7478"/>
                  </a:cubicBezTo>
                  <a:lnTo>
                    <a:pt x="16290" y="8254"/>
                  </a:lnTo>
                  <a:lnTo>
                    <a:pt x="16290" y="8234"/>
                  </a:lnTo>
                  <a:lnTo>
                    <a:pt x="15812" y="9348"/>
                  </a:lnTo>
                  <a:cubicBezTo>
                    <a:pt x="15534" y="8566"/>
                    <a:pt x="15275" y="7850"/>
                    <a:pt x="15036" y="7200"/>
                  </a:cubicBezTo>
                  <a:cubicBezTo>
                    <a:pt x="14798" y="6550"/>
                    <a:pt x="14556" y="5907"/>
                    <a:pt x="14310" y="5271"/>
                  </a:cubicBezTo>
                  <a:cubicBezTo>
                    <a:pt x="14065" y="4634"/>
                    <a:pt x="13810" y="3968"/>
                    <a:pt x="13545" y="3272"/>
                  </a:cubicBezTo>
                  <a:cubicBezTo>
                    <a:pt x="13280" y="2576"/>
                    <a:pt x="12975" y="1790"/>
                    <a:pt x="12630" y="915"/>
                  </a:cubicBezTo>
                  <a:cubicBezTo>
                    <a:pt x="12391" y="557"/>
                    <a:pt x="12086" y="378"/>
                    <a:pt x="11715" y="378"/>
                  </a:cubicBezTo>
                  <a:cubicBezTo>
                    <a:pt x="11463" y="378"/>
                    <a:pt x="11248" y="457"/>
                    <a:pt x="11069" y="617"/>
                  </a:cubicBezTo>
                  <a:cubicBezTo>
                    <a:pt x="10890" y="776"/>
                    <a:pt x="10800" y="1008"/>
                    <a:pt x="10800" y="1313"/>
                  </a:cubicBezTo>
                  <a:lnTo>
                    <a:pt x="10800" y="1412"/>
                  </a:lnTo>
                  <a:lnTo>
                    <a:pt x="10810" y="1442"/>
                  </a:lnTo>
                  <a:lnTo>
                    <a:pt x="10820" y="1452"/>
                  </a:lnTo>
                  <a:cubicBezTo>
                    <a:pt x="11496" y="3269"/>
                    <a:pt x="12172" y="5072"/>
                    <a:pt x="12849" y="6862"/>
                  </a:cubicBezTo>
                  <a:cubicBezTo>
                    <a:pt x="13525" y="8652"/>
                    <a:pt x="14214" y="10449"/>
                    <a:pt x="14917" y="12252"/>
                  </a:cubicBezTo>
                  <a:cubicBezTo>
                    <a:pt x="15023" y="12451"/>
                    <a:pt x="15156" y="12600"/>
                    <a:pt x="15315" y="12699"/>
                  </a:cubicBezTo>
                  <a:cubicBezTo>
                    <a:pt x="15474" y="12799"/>
                    <a:pt x="15646" y="12849"/>
                    <a:pt x="15832" y="12849"/>
                  </a:cubicBezTo>
                  <a:cubicBezTo>
                    <a:pt x="16031" y="12849"/>
                    <a:pt x="16217" y="12789"/>
                    <a:pt x="16389" y="12670"/>
                  </a:cubicBezTo>
                  <a:cubicBezTo>
                    <a:pt x="16561" y="12550"/>
                    <a:pt x="16694" y="12378"/>
                    <a:pt x="16787" y="12152"/>
                  </a:cubicBezTo>
                  <a:cubicBezTo>
                    <a:pt x="17450" y="10415"/>
                    <a:pt x="18139" y="8659"/>
                    <a:pt x="18855" y="6882"/>
                  </a:cubicBezTo>
                  <a:cubicBezTo>
                    <a:pt x="19571" y="5105"/>
                    <a:pt x="20420" y="3361"/>
                    <a:pt x="21401" y="1651"/>
                  </a:cubicBezTo>
                  <a:cubicBezTo>
                    <a:pt x="21428" y="1585"/>
                    <a:pt x="21448" y="1518"/>
                    <a:pt x="21461" y="1452"/>
                  </a:cubicBezTo>
                  <a:cubicBezTo>
                    <a:pt x="21474" y="1386"/>
                    <a:pt x="21481" y="1319"/>
                    <a:pt x="21481" y="1253"/>
                  </a:cubicBezTo>
                  <a:cubicBezTo>
                    <a:pt x="21481" y="988"/>
                    <a:pt x="21385" y="776"/>
                    <a:pt x="21192" y="617"/>
                  </a:cubicBezTo>
                  <a:cubicBezTo>
                    <a:pt x="21000" y="457"/>
                    <a:pt x="20778" y="378"/>
                    <a:pt x="20526" y="378"/>
                  </a:cubicBezTo>
                  <a:cubicBezTo>
                    <a:pt x="20327" y="378"/>
                    <a:pt x="20155" y="424"/>
                    <a:pt x="20009" y="517"/>
                  </a:cubicBezTo>
                  <a:cubicBezTo>
                    <a:pt x="19863" y="610"/>
                    <a:pt x="19730" y="749"/>
                    <a:pt x="19611" y="935"/>
                  </a:cubicBezTo>
                  <a:close/>
                  <a:moveTo>
                    <a:pt x="33017" y="11775"/>
                  </a:moveTo>
                  <a:cubicBezTo>
                    <a:pt x="32884" y="10687"/>
                    <a:pt x="32652" y="9627"/>
                    <a:pt x="32320" y="8592"/>
                  </a:cubicBezTo>
                  <a:lnTo>
                    <a:pt x="32559" y="8592"/>
                  </a:lnTo>
                  <a:cubicBezTo>
                    <a:pt x="32864" y="8526"/>
                    <a:pt x="33090" y="8410"/>
                    <a:pt x="33235" y="8244"/>
                  </a:cubicBezTo>
                  <a:cubicBezTo>
                    <a:pt x="33381" y="8078"/>
                    <a:pt x="33454" y="7903"/>
                    <a:pt x="33454" y="7717"/>
                  </a:cubicBezTo>
                  <a:cubicBezTo>
                    <a:pt x="33454" y="7531"/>
                    <a:pt x="33388" y="7359"/>
                    <a:pt x="33255" y="7200"/>
                  </a:cubicBezTo>
                  <a:cubicBezTo>
                    <a:pt x="33123" y="7041"/>
                    <a:pt x="32917" y="6915"/>
                    <a:pt x="32639" y="6822"/>
                  </a:cubicBezTo>
                  <a:cubicBezTo>
                    <a:pt x="32493" y="6822"/>
                    <a:pt x="32334" y="6825"/>
                    <a:pt x="32161" y="6832"/>
                  </a:cubicBezTo>
                  <a:cubicBezTo>
                    <a:pt x="31989" y="6839"/>
                    <a:pt x="31830" y="6842"/>
                    <a:pt x="31684" y="6842"/>
                  </a:cubicBezTo>
                  <a:cubicBezTo>
                    <a:pt x="31565" y="6537"/>
                    <a:pt x="31439" y="6229"/>
                    <a:pt x="31306" y="5917"/>
                  </a:cubicBezTo>
                  <a:cubicBezTo>
                    <a:pt x="31173" y="5606"/>
                    <a:pt x="31048" y="5324"/>
                    <a:pt x="30928" y="5072"/>
                  </a:cubicBezTo>
                  <a:cubicBezTo>
                    <a:pt x="30743" y="4687"/>
                    <a:pt x="30544" y="4283"/>
                    <a:pt x="30331" y="3859"/>
                  </a:cubicBezTo>
                  <a:cubicBezTo>
                    <a:pt x="30119" y="3434"/>
                    <a:pt x="29891" y="3013"/>
                    <a:pt x="29645" y="2596"/>
                  </a:cubicBezTo>
                  <a:cubicBezTo>
                    <a:pt x="29400" y="2178"/>
                    <a:pt x="29135" y="1773"/>
                    <a:pt x="28850" y="1382"/>
                  </a:cubicBezTo>
                  <a:cubicBezTo>
                    <a:pt x="28565" y="991"/>
                    <a:pt x="28256" y="636"/>
                    <a:pt x="27925" y="318"/>
                  </a:cubicBezTo>
                  <a:cubicBezTo>
                    <a:pt x="27646" y="66"/>
                    <a:pt x="27328" y="0"/>
                    <a:pt x="26970" y="119"/>
                  </a:cubicBezTo>
                  <a:lnTo>
                    <a:pt x="26990" y="119"/>
                  </a:lnTo>
                  <a:cubicBezTo>
                    <a:pt x="26632" y="199"/>
                    <a:pt x="26400" y="378"/>
                    <a:pt x="26294" y="656"/>
                  </a:cubicBezTo>
                  <a:lnTo>
                    <a:pt x="26314" y="636"/>
                  </a:lnTo>
                  <a:cubicBezTo>
                    <a:pt x="25386" y="2400"/>
                    <a:pt x="24617" y="4183"/>
                    <a:pt x="24007" y="5987"/>
                  </a:cubicBezTo>
                  <a:cubicBezTo>
                    <a:pt x="23397" y="7790"/>
                    <a:pt x="22880" y="9640"/>
                    <a:pt x="22455" y="11536"/>
                  </a:cubicBezTo>
                  <a:cubicBezTo>
                    <a:pt x="22376" y="11894"/>
                    <a:pt x="22439" y="12182"/>
                    <a:pt x="22644" y="12401"/>
                  </a:cubicBezTo>
                  <a:cubicBezTo>
                    <a:pt x="22850" y="12620"/>
                    <a:pt x="23092" y="12729"/>
                    <a:pt x="23370" y="12729"/>
                  </a:cubicBezTo>
                  <a:cubicBezTo>
                    <a:pt x="23569" y="12729"/>
                    <a:pt x="23755" y="12663"/>
                    <a:pt x="23927" y="12530"/>
                  </a:cubicBezTo>
                  <a:cubicBezTo>
                    <a:pt x="24099" y="12398"/>
                    <a:pt x="24239" y="12186"/>
                    <a:pt x="24345" y="11894"/>
                  </a:cubicBezTo>
                  <a:cubicBezTo>
                    <a:pt x="24464" y="11310"/>
                    <a:pt x="24593" y="10764"/>
                    <a:pt x="24733" y="10253"/>
                  </a:cubicBezTo>
                  <a:cubicBezTo>
                    <a:pt x="24872" y="9743"/>
                    <a:pt x="25021" y="9209"/>
                    <a:pt x="25180" y="8652"/>
                  </a:cubicBezTo>
                  <a:lnTo>
                    <a:pt x="25220" y="8652"/>
                  </a:lnTo>
                  <a:cubicBezTo>
                    <a:pt x="26069" y="8652"/>
                    <a:pt x="26910" y="8645"/>
                    <a:pt x="27746" y="8632"/>
                  </a:cubicBezTo>
                  <a:cubicBezTo>
                    <a:pt x="28581" y="8619"/>
                    <a:pt x="29417" y="8612"/>
                    <a:pt x="30252" y="8612"/>
                  </a:cubicBezTo>
                  <a:cubicBezTo>
                    <a:pt x="30464" y="9209"/>
                    <a:pt x="30640" y="9792"/>
                    <a:pt x="30779" y="10362"/>
                  </a:cubicBezTo>
                  <a:cubicBezTo>
                    <a:pt x="30918" y="10933"/>
                    <a:pt x="31021" y="11516"/>
                    <a:pt x="31087" y="12113"/>
                  </a:cubicBezTo>
                  <a:cubicBezTo>
                    <a:pt x="31193" y="12338"/>
                    <a:pt x="31336" y="12504"/>
                    <a:pt x="31515" y="12610"/>
                  </a:cubicBezTo>
                  <a:cubicBezTo>
                    <a:pt x="31694" y="12716"/>
                    <a:pt x="31876" y="12769"/>
                    <a:pt x="32062" y="12769"/>
                  </a:cubicBezTo>
                  <a:cubicBezTo>
                    <a:pt x="32314" y="12769"/>
                    <a:pt x="32529" y="12686"/>
                    <a:pt x="32708" y="12520"/>
                  </a:cubicBezTo>
                  <a:cubicBezTo>
                    <a:pt x="32887" y="12355"/>
                    <a:pt x="32990" y="12106"/>
                    <a:pt x="33017" y="11775"/>
                  </a:cubicBezTo>
                  <a:close/>
                  <a:moveTo>
                    <a:pt x="28422" y="4296"/>
                  </a:moveTo>
                  <a:lnTo>
                    <a:pt x="28621" y="4654"/>
                  </a:lnTo>
                  <a:cubicBezTo>
                    <a:pt x="28793" y="5039"/>
                    <a:pt x="28966" y="5403"/>
                    <a:pt x="29138" y="5748"/>
                  </a:cubicBezTo>
                  <a:cubicBezTo>
                    <a:pt x="29310" y="6093"/>
                    <a:pt x="29476" y="6457"/>
                    <a:pt x="29635" y="6842"/>
                  </a:cubicBezTo>
                  <a:cubicBezTo>
                    <a:pt x="28959" y="6842"/>
                    <a:pt x="28313" y="6849"/>
                    <a:pt x="27696" y="6862"/>
                  </a:cubicBezTo>
                  <a:cubicBezTo>
                    <a:pt x="27080" y="6875"/>
                    <a:pt x="26433" y="6882"/>
                    <a:pt x="25757" y="6882"/>
                  </a:cubicBezTo>
                  <a:cubicBezTo>
                    <a:pt x="26022" y="6126"/>
                    <a:pt x="26291" y="5400"/>
                    <a:pt x="26562" y="4704"/>
                  </a:cubicBezTo>
                  <a:cubicBezTo>
                    <a:pt x="26834" y="4008"/>
                    <a:pt x="27129" y="3322"/>
                    <a:pt x="27448" y="2645"/>
                  </a:cubicBezTo>
                  <a:cubicBezTo>
                    <a:pt x="27607" y="2871"/>
                    <a:pt x="27769" y="3129"/>
                    <a:pt x="27935" y="3421"/>
                  </a:cubicBezTo>
                  <a:cubicBezTo>
                    <a:pt x="28101" y="3713"/>
                    <a:pt x="28263" y="4004"/>
                    <a:pt x="28422" y="4296"/>
                  </a:cubicBezTo>
                  <a:close/>
                  <a:moveTo>
                    <a:pt x="41867" y="9169"/>
                  </a:moveTo>
                  <a:lnTo>
                    <a:pt x="41828" y="9189"/>
                  </a:lnTo>
                  <a:cubicBezTo>
                    <a:pt x="41695" y="9428"/>
                    <a:pt x="41539" y="9663"/>
                    <a:pt x="41360" y="9895"/>
                  </a:cubicBezTo>
                  <a:cubicBezTo>
                    <a:pt x="41181" y="10127"/>
                    <a:pt x="40989" y="10336"/>
                    <a:pt x="40783" y="10522"/>
                  </a:cubicBezTo>
                  <a:cubicBezTo>
                    <a:pt x="40578" y="10707"/>
                    <a:pt x="40352" y="10860"/>
                    <a:pt x="40107" y="10979"/>
                  </a:cubicBezTo>
                  <a:cubicBezTo>
                    <a:pt x="39862" y="11098"/>
                    <a:pt x="39600" y="11158"/>
                    <a:pt x="39322" y="11158"/>
                  </a:cubicBezTo>
                  <a:cubicBezTo>
                    <a:pt x="38844" y="11158"/>
                    <a:pt x="38420" y="11052"/>
                    <a:pt x="38049" y="10840"/>
                  </a:cubicBezTo>
                  <a:cubicBezTo>
                    <a:pt x="37677" y="10628"/>
                    <a:pt x="37362" y="10346"/>
                    <a:pt x="37104" y="9994"/>
                  </a:cubicBezTo>
                  <a:cubicBezTo>
                    <a:pt x="36845" y="9643"/>
                    <a:pt x="36650" y="9245"/>
                    <a:pt x="36517" y="8801"/>
                  </a:cubicBezTo>
                  <a:cubicBezTo>
                    <a:pt x="36385" y="8357"/>
                    <a:pt x="36318" y="7903"/>
                    <a:pt x="36318" y="7439"/>
                  </a:cubicBezTo>
                  <a:cubicBezTo>
                    <a:pt x="36318" y="6776"/>
                    <a:pt x="36418" y="6189"/>
                    <a:pt x="36617" y="5678"/>
                  </a:cubicBezTo>
                  <a:cubicBezTo>
                    <a:pt x="36815" y="5168"/>
                    <a:pt x="37084" y="4717"/>
                    <a:pt x="37422" y="4326"/>
                  </a:cubicBezTo>
                  <a:cubicBezTo>
                    <a:pt x="37760" y="3935"/>
                    <a:pt x="38148" y="3600"/>
                    <a:pt x="38586" y="3322"/>
                  </a:cubicBezTo>
                  <a:cubicBezTo>
                    <a:pt x="39023" y="3043"/>
                    <a:pt x="39487" y="2811"/>
                    <a:pt x="39978" y="2625"/>
                  </a:cubicBezTo>
                  <a:lnTo>
                    <a:pt x="40296" y="2506"/>
                  </a:lnTo>
                  <a:cubicBezTo>
                    <a:pt x="40482" y="2440"/>
                    <a:pt x="40654" y="2380"/>
                    <a:pt x="40813" y="2327"/>
                  </a:cubicBezTo>
                  <a:cubicBezTo>
                    <a:pt x="40972" y="2274"/>
                    <a:pt x="41092" y="2248"/>
                    <a:pt x="41171" y="2248"/>
                  </a:cubicBezTo>
                  <a:cubicBezTo>
                    <a:pt x="41304" y="2248"/>
                    <a:pt x="41423" y="2314"/>
                    <a:pt x="41529" y="2446"/>
                  </a:cubicBezTo>
                  <a:cubicBezTo>
                    <a:pt x="41635" y="2579"/>
                    <a:pt x="41781" y="2804"/>
                    <a:pt x="41967" y="3123"/>
                  </a:cubicBezTo>
                  <a:cubicBezTo>
                    <a:pt x="42232" y="3388"/>
                    <a:pt x="42524" y="3520"/>
                    <a:pt x="42842" y="3520"/>
                  </a:cubicBezTo>
                  <a:cubicBezTo>
                    <a:pt x="43094" y="3520"/>
                    <a:pt x="43309" y="3441"/>
                    <a:pt x="43488" y="3282"/>
                  </a:cubicBezTo>
                  <a:cubicBezTo>
                    <a:pt x="43667" y="3123"/>
                    <a:pt x="43757" y="2917"/>
                    <a:pt x="43757" y="2665"/>
                  </a:cubicBezTo>
                  <a:cubicBezTo>
                    <a:pt x="43757" y="2559"/>
                    <a:pt x="43744" y="2453"/>
                    <a:pt x="43717" y="2347"/>
                  </a:cubicBezTo>
                  <a:cubicBezTo>
                    <a:pt x="43372" y="1671"/>
                    <a:pt x="43001" y="1193"/>
                    <a:pt x="42603" y="915"/>
                  </a:cubicBezTo>
                  <a:cubicBezTo>
                    <a:pt x="42206" y="636"/>
                    <a:pt x="41755" y="497"/>
                    <a:pt x="41251" y="497"/>
                  </a:cubicBezTo>
                  <a:cubicBezTo>
                    <a:pt x="40906" y="497"/>
                    <a:pt x="40565" y="544"/>
                    <a:pt x="40227" y="636"/>
                  </a:cubicBezTo>
                  <a:cubicBezTo>
                    <a:pt x="39888" y="729"/>
                    <a:pt x="39520" y="862"/>
                    <a:pt x="39123" y="1034"/>
                  </a:cubicBezTo>
                  <a:lnTo>
                    <a:pt x="39143" y="1034"/>
                  </a:lnTo>
                  <a:cubicBezTo>
                    <a:pt x="38519" y="1286"/>
                    <a:pt x="37969" y="1555"/>
                    <a:pt x="37492" y="1840"/>
                  </a:cubicBezTo>
                  <a:cubicBezTo>
                    <a:pt x="37014" y="2125"/>
                    <a:pt x="36590" y="2450"/>
                    <a:pt x="36219" y="2814"/>
                  </a:cubicBezTo>
                  <a:cubicBezTo>
                    <a:pt x="35848" y="3179"/>
                    <a:pt x="35529" y="3600"/>
                    <a:pt x="35264" y="4077"/>
                  </a:cubicBezTo>
                  <a:cubicBezTo>
                    <a:pt x="34999" y="4555"/>
                    <a:pt x="34767" y="5112"/>
                    <a:pt x="34568" y="5748"/>
                  </a:cubicBezTo>
                  <a:cubicBezTo>
                    <a:pt x="34422" y="6225"/>
                    <a:pt x="34349" y="6736"/>
                    <a:pt x="34349" y="7280"/>
                  </a:cubicBezTo>
                  <a:cubicBezTo>
                    <a:pt x="34349" y="8062"/>
                    <a:pt x="34469" y="8794"/>
                    <a:pt x="34707" y="9477"/>
                  </a:cubicBezTo>
                  <a:cubicBezTo>
                    <a:pt x="34946" y="10160"/>
                    <a:pt x="35284" y="10757"/>
                    <a:pt x="35722" y="11267"/>
                  </a:cubicBezTo>
                  <a:cubicBezTo>
                    <a:pt x="36159" y="11778"/>
                    <a:pt x="36683" y="12179"/>
                    <a:pt x="37293" y="12471"/>
                  </a:cubicBezTo>
                  <a:cubicBezTo>
                    <a:pt x="37903" y="12762"/>
                    <a:pt x="38572" y="12908"/>
                    <a:pt x="39302" y="12908"/>
                  </a:cubicBezTo>
                  <a:cubicBezTo>
                    <a:pt x="39792" y="12908"/>
                    <a:pt x="40243" y="12832"/>
                    <a:pt x="40654" y="12680"/>
                  </a:cubicBezTo>
                  <a:cubicBezTo>
                    <a:pt x="41065" y="12527"/>
                    <a:pt x="41440" y="12325"/>
                    <a:pt x="41778" y="12073"/>
                  </a:cubicBezTo>
                  <a:cubicBezTo>
                    <a:pt x="42116" y="11821"/>
                    <a:pt x="42424" y="11529"/>
                    <a:pt x="42703" y="11198"/>
                  </a:cubicBezTo>
                  <a:cubicBezTo>
                    <a:pt x="42981" y="10866"/>
                    <a:pt x="43233" y="10528"/>
                    <a:pt x="43459" y="10183"/>
                  </a:cubicBezTo>
                  <a:cubicBezTo>
                    <a:pt x="43525" y="9985"/>
                    <a:pt x="43558" y="9839"/>
                    <a:pt x="43558" y="9746"/>
                  </a:cubicBezTo>
                  <a:cubicBezTo>
                    <a:pt x="43558" y="9494"/>
                    <a:pt x="43469" y="9288"/>
                    <a:pt x="43290" y="9129"/>
                  </a:cubicBezTo>
                  <a:cubicBezTo>
                    <a:pt x="43110" y="8970"/>
                    <a:pt x="42895" y="8891"/>
                    <a:pt x="42643" y="8891"/>
                  </a:cubicBezTo>
                  <a:cubicBezTo>
                    <a:pt x="42351" y="8891"/>
                    <a:pt x="42093" y="8983"/>
                    <a:pt x="41867" y="9169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29" name="state-label-speed" descr="Speed"/>
            <p:cNvSpPr/>
            <p:nvPr/>
          </p:nvSpPr>
          <p:spPr>
            <a:xfrm>
              <a:off x="4944707" y="1633423"/>
              <a:ext cx="257311" cy="97361"/>
            </a:xfrm>
            <a:custGeom>
              <a:avLst/>
              <a:gdLst/>
              <a:ahLst/>
              <a:cxnLst/>
              <a:rect l="0" t="0" r="r" b="b"/>
              <a:pathLst>
                <a:path w="46362" h="17543">
                  <a:moveTo>
                    <a:pt x="139" y="11158"/>
                  </a:moveTo>
                  <a:lnTo>
                    <a:pt x="159" y="11178"/>
                  </a:lnTo>
                  <a:cubicBezTo>
                    <a:pt x="398" y="11456"/>
                    <a:pt x="690" y="11715"/>
                    <a:pt x="1034" y="11954"/>
                  </a:cubicBezTo>
                  <a:cubicBezTo>
                    <a:pt x="1379" y="12192"/>
                    <a:pt x="1757" y="12398"/>
                    <a:pt x="2168" y="12570"/>
                  </a:cubicBezTo>
                  <a:cubicBezTo>
                    <a:pt x="2579" y="12743"/>
                    <a:pt x="3013" y="12875"/>
                    <a:pt x="3471" y="12968"/>
                  </a:cubicBezTo>
                  <a:cubicBezTo>
                    <a:pt x="3928" y="13061"/>
                    <a:pt x="4382" y="13101"/>
                    <a:pt x="4833" y="13087"/>
                  </a:cubicBezTo>
                  <a:cubicBezTo>
                    <a:pt x="5350" y="13074"/>
                    <a:pt x="5848" y="12991"/>
                    <a:pt x="6325" y="12839"/>
                  </a:cubicBezTo>
                  <a:cubicBezTo>
                    <a:pt x="6802" y="12686"/>
                    <a:pt x="7227" y="12464"/>
                    <a:pt x="7598" y="12172"/>
                  </a:cubicBezTo>
                  <a:cubicBezTo>
                    <a:pt x="7969" y="11881"/>
                    <a:pt x="8264" y="11513"/>
                    <a:pt x="8483" y="11069"/>
                  </a:cubicBezTo>
                  <a:cubicBezTo>
                    <a:pt x="8702" y="10624"/>
                    <a:pt x="8811" y="10104"/>
                    <a:pt x="8811" y="9507"/>
                  </a:cubicBezTo>
                  <a:cubicBezTo>
                    <a:pt x="8811" y="8924"/>
                    <a:pt x="8678" y="8390"/>
                    <a:pt x="8413" y="7906"/>
                  </a:cubicBezTo>
                  <a:cubicBezTo>
                    <a:pt x="8148" y="7422"/>
                    <a:pt x="7764" y="7041"/>
                    <a:pt x="7260" y="6762"/>
                  </a:cubicBezTo>
                  <a:cubicBezTo>
                    <a:pt x="6690" y="6444"/>
                    <a:pt x="6169" y="6222"/>
                    <a:pt x="5698" y="6096"/>
                  </a:cubicBezTo>
                  <a:cubicBezTo>
                    <a:pt x="5228" y="5970"/>
                    <a:pt x="4720" y="5848"/>
                    <a:pt x="4177" y="5728"/>
                  </a:cubicBezTo>
                  <a:cubicBezTo>
                    <a:pt x="4190" y="5728"/>
                    <a:pt x="4091" y="5705"/>
                    <a:pt x="3878" y="5659"/>
                  </a:cubicBezTo>
                  <a:cubicBezTo>
                    <a:pt x="3666" y="5612"/>
                    <a:pt x="3434" y="5533"/>
                    <a:pt x="3182" y="5420"/>
                  </a:cubicBezTo>
                  <a:cubicBezTo>
                    <a:pt x="2930" y="5307"/>
                    <a:pt x="2698" y="5158"/>
                    <a:pt x="2486" y="4972"/>
                  </a:cubicBezTo>
                  <a:cubicBezTo>
                    <a:pt x="2274" y="4787"/>
                    <a:pt x="2181" y="4561"/>
                    <a:pt x="2208" y="4296"/>
                  </a:cubicBezTo>
                  <a:cubicBezTo>
                    <a:pt x="2234" y="3978"/>
                    <a:pt x="2334" y="3716"/>
                    <a:pt x="2506" y="3510"/>
                  </a:cubicBezTo>
                  <a:cubicBezTo>
                    <a:pt x="2678" y="3305"/>
                    <a:pt x="2887" y="3136"/>
                    <a:pt x="3133" y="3003"/>
                  </a:cubicBezTo>
                  <a:cubicBezTo>
                    <a:pt x="3378" y="2871"/>
                    <a:pt x="3650" y="2778"/>
                    <a:pt x="3948" y="2725"/>
                  </a:cubicBezTo>
                  <a:cubicBezTo>
                    <a:pt x="4246" y="2672"/>
                    <a:pt x="4535" y="2645"/>
                    <a:pt x="4813" y="2645"/>
                  </a:cubicBezTo>
                  <a:cubicBezTo>
                    <a:pt x="5185" y="2645"/>
                    <a:pt x="5543" y="2688"/>
                    <a:pt x="5887" y="2775"/>
                  </a:cubicBezTo>
                  <a:cubicBezTo>
                    <a:pt x="6232" y="2861"/>
                    <a:pt x="6577" y="2957"/>
                    <a:pt x="6922" y="3063"/>
                  </a:cubicBezTo>
                  <a:cubicBezTo>
                    <a:pt x="7094" y="3129"/>
                    <a:pt x="7253" y="3143"/>
                    <a:pt x="7399" y="3103"/>
                  </a:cubicBezTo>
                  <a:cubicBezTo>
                    <a:pt x="7545" y="3063"/>
                    <a:pt x="7667" y="3000"/>
                    <a:pt x="7767" y="2914"/>
                  </a:cubicBezTo>
                  <a:cubicBezTo>
                    <a:pt x="7866" y="2828"/>
                    <a:pt x="7943" y="2722"/>
                    <a:pt x="7996" y="2596"/>
                  </a:cubicBezTo>
                  <a:cubicBezTo>
                    <a:pt x="8049" y="2470"/>
                    <a:pt x="8075" y="2354"/>
                    <a:pt x="8075" y="2248"/>
                  </a:cubicBezTo>
                  <a:cubicBezTo>
                    <a:pt x="8075" y="2102"/>
                    <a:pt x="8032" y="1956"/>
                    <a:pt x="7946" y="1810"/>
                  </a:cubicBezTo>
                  <a:cubicBezTo>
                    <a:pt x="7860" y="1664"/>
                    <a:pt x="7724" y="1538"/>
                    <a:pt x="7538" y="1432"/>
                  </a:cubicBezTo>
                  <a:cubicBezTo>
                    <a:pt x="7193" y="1246"/>
                    <a:pt x="6835" y="1107"/>
                    <a:pt x="6464" y="1014"/>
                  </a:cubicBezTo>
                  <a:cubicBezTo>
                    <a:pt x="6093" y="922"/>
                    <a:pt x="5675" y="875"/>
                    <a:pt x="5211" y="875"/>
                  </a:cubicBezTo>
                  <a:cubicBezTo>
                    <a:pt x="4654" y="875"/>
                    <a:pt x="4091" y="941"/>
                    <a:pt x="3520" y="1074"/>
                  </a:cubicBezTo>
                  <a:cubicBezTo>
                    <a:pt x="2950" y="1207"/>
                    <a:pt x="2427" y="1412"/>
                    <a:pt x="1949" y="1691"/>
                  </a:cubicBezTo>
                  <a:cubicBezTo>
                    <a:pt x="1472" y="1969"/>
                    <a:pt x="1077" y="2330"/>
                    <a:pt x="766" y="2775"/>
                  </a:cubicBezTo>
                  <a:cubicBezTo>
                    <a:pt x="454" y="3219"/>
                    <a:pt x="292" y="3752"/>
                    <a:pt x="278" y="4376"/>
                  </a:cubicBezTo>
                  <a:cubicBezTo>
                    <a:pt x="265" y="4866"/>
                    <a:pt x="358" y="5287"/>
                    <a:pt x="557" y="5639"/>
                  </a:cubicBezTo>
                  <a:cubicBezTo>
                    <a:pt x="756" y="5990"/>
                    <a:pt x="1021" y="6285"/>
                    <a:pt x="1352" y="6524"/>
                  </a:cubicBezTo>
                  <a:cubicBezTo>
                    <a:pt x="1684" y="6762"/>
                    <a:pt x="2065" y="6955"/>
                    <a:pt x="2496" y="7101"/>
                  </a:cubicBezTo>
                  <a:cubicBezTo>
                    <a:pt x="2927" y="7246"/>
                    <a:pt x="3368" y="7359"/>
                    <a:pt x="3819" y="7439"/>
                  </a:cubicBezTo>
                  <a:cubicBezTo>
                    <a:pt x="4097" y="7478"/>
                    <a:pt x="4415" y="7538"/>
                    <a:pt x="4773" y="7618"/>
                  </a:cubicBezTo>
                  <a:cubicBezTo>
                    <a:pt x="5131" y="7697"/>
                    <a:pt x="5466" y="7817"/>
                    <a:pt x="5778" y="7976"/>
                  </a:cubicBezTo>
                  <a:cubicBezTo>
                    <a:pt x="6090" y="8135"/>
                    <a:pt x="6348" y="8357"/>
                    <a:pt x="6554" y="8642"/>
                  </a:cubicBezTo>
                  <a:cubicBezTo>
                    <a:pt x="6759" y="8927"/>
                    <a:pt x="6855" y="9295"/>
                    <a:pt x="6842" y="9746"/>
                  </a:cubicBezTo>
                  <a:cubicBezTo>
                    <a:pt x="6815" y="10210"/>
                    <a:pt x="6646" y="10591"/>
                    <a:pt x="6335" y="10890"/>
                  </a:cubicBezTo>
                  <a:cubicBezTo>
                    <a:pt x="6023" y="11188"/>
                    <a:pt x="5509" y="11337"/>
                    <a:pt x="4793" y="11337"/>
                  </a:cubicBezTo>
                  <a:cubicBezTo>
                    <a:pt x="4157" y="11337"/>
                    <a:pt x="3607" y="11234"/>
                    <a:pt x="3143" y="11029"/>
                  </a:cubicBezTo>
                  <a:cubicBezTo>
                    <a:pt x="2678" y="10823"/>
                    <a:pt x="2201" y="10508"/>
                    <a:pt x="1710" y="10084"/>
                  </a:cubicBezTo>
                  <a:cubicBezTo>
                    <a:pt x="1578" y="9991"/>
                    <a:pt x="1449" y="9918"/>
                    <a:pt x="1323" y="9865"/>
                  </a:cubicBezTo>
                  <a:cubicBezTo>
                    <a:pt x="1197" y="9812"/>
                    <a:pt x="1061" y="9786"/>
                    <a:pt x="915" y="9786"/>
                  </a:cubicBezTo>
                  <a:cubicBezTo>
                    <a:pt x="650" y="9786"/>
                    <a:pt x="431" y="9862"/>
                    <a:pt x="259" y="10014"/>
                  </a:cubicBezTo>
                  <a:cubicBezTo>
                    <a:pt x="86" y="10167"/>
                    <a:pt x="0" y="10362"/>
                    <a:pt x="0" y="10601"/>
                  </a:cubicBezTo>
                  <a:cubicBezTo>
                    <a:pt x="0" y="10773"/>
                    <a:pt x="46" y="10959"/>
                    <a:pt x="139" y="11158"/>
                  </a:cubicBezTo>
                  <a:close/>
                  <a:moveTo>
                    <a:pt x="10581" y="4694"/>
                  </a:moveTo>
                  <a:lnTo>
                    <a:pt x="10581" y="16648"/>
                  </a:lnTo>
                  <a:cubicBezTo>
                    <a:pt x="10621" y="16952"/>
                    <a:pt x="10737" y="17178"/>
                    <a:pt x="10929" y="17324"/>
                  </a:cubicBezTo>
                  <a:cubicBezTo>
                    <a:pt x="11122" y="17470"/>
                    <a:pt x="11330" y="17543"/>
                    <a:pt x="11556" y="17543"/>
                  </a:cubicBezTo>
                  <a:cubicBezTo>
                    <a:pt x="11794" y="17543"/>
                    <a:pt x="12017" y="17463"/>
                    <a:pt x="12222" y="17304"/>
                  </a:cubicBezTo>
                  <a:cubicBezTo>
                    <a:pt x="12428" y="17145"/>
                    <a:pt x="12537" y="16899"/>
                    <a:pt x="12550" y="16568"/>
                  </a:cubicBezTo>
                  <a:lnTo>
                    <a:pt x="12550" y="12550"/>
                  </a:lnTo>
                  <a:cubicBezTo>
                    <a:pt x="12696" y="12577"/>
                    <a:pt x="12842" y="12590"/>
                    <a:pt x="12988" y="12590"/>
                  </a:cubicBezTo>
                  <a:lnTo>
                    <a:pt x="13445" y="12590"/>
                  </a:lnTo>
                  <a:cubicBezTo>
                    <a:pt x="14241" y="12590"/>
                    <a:pt x="14937" y="12481"/>
                    <a:pt x="15534" y="12262"/>
                  </a:cubicBezTo>
                  <a:cubicBezTo>
                    <a:pt x="16130" y="12043"/>
                    <a:pt x="16634" y="11741"/>
                    <a:pt x="17045" y="11357"/>
                  </a:cubicBezTo>
                  <a:cubicBezTo>
                    <a:pt x="17456" y="10972"/>
                    <a:pt x="17765" y="10515"/>
                    <a:pt x="17970" y="9985"/>
                  </a:cubicBezTo>
                  <a:cubicBezTo>
                    <a:pt x="18176" y="9454"/>
                    <a:pt x="18278" y="8871"/>
                    <a:pt x="18278" y="8234"/>
                  </a:cubicBezTo>
                  <a:cubicBezTo>
                    <a:pt x="18278" y="7664"/>
                    <a:pt x="18182" y="7120"/>
                    <a:pt x="17990" y="6603"/>
                  </a:cubicBezTo>
                  <a:cubicBezTo>
                    <a:pt x="17798" y="6086"/>
                    <a:pt x="17533" y="5635"/>
                    <a:pt x="17194" y="5251"/>
                  </a:cubicBezTo>
                  <a:cubicBezTo>
                    <a:pt x="16856" y="4866"/>
                    <a:pt x="16459" y="4561"/>
                    <a:pt x="16001" y="4336"/>
                  </a:cubicBezTo>
                  <a:cubicBezTo>
                    <a:pt x="15544" y="4110"/>
                    <a:pt x="15050" y="3998"/>
                    <a:pt x="14519" y="3998"/>
                  </a:cubicBezTo>
                  <a:cubicBezTo>
                    <a:pt x="14175" y="3998"/>
                    <a:pt x="13830" y="4044"/>
                    <a:pt x="13485" y="4137"/>
                  </a:cubicBezTo>
                  <a:cubicBezTo>
                    <a:pt x="13140" y="4230"/>
                    <a:pt x="12822" y="4369"/>
                    <a:pt x="12530" y="4555"/>
                  </a:cubicBezTo>
                  <a:cubicBezTo>
                    <a:pt x="12451" y="4329"/>
                    <a:pt x="12318" y="4157"/>
                    <a:pt x="12133" y="4038"/>
                  </a:cubicBezTo>
                  <a:cubicBezTo>
                    <a:pt x="11947" y="3918"/>
                    <a:pt x="11755" y="3859"/>
                    <a:pt x="11556" y="3859"/>
                  </a:cubicBezTo>
                  <a:cubicBezTo>
                    <a:pt x="11330" y="3859"/>
                    <a:pt x="11128" y="3928"/>
                    <a:pt x="10949" y="4067"/>
                  </a:cubicBezTo>
                  <a:cubicBezTo>
                    <a:pt x="10770" y="4207"/>
                    <a:pt x="10648" y="4415"/>
                    <a:pt x="10581" y="4694"/>
                  </a:cubicBezTo>
                  <a:close/>
                  <a:moveTo>
                    <a:pt x="12550" y="7120"/>
                  </a:moveTo>
                  <a:lnTo>
                    <a:pt x="12690" y="6961"/>
                  </a:lnTo>
                  <a:cubicBezTo>
                    <a:pt x="12915" y="6670"/>
                    <a:pt x="13187" y="6388"/>
                    <a:pt x="13505" y="6116"/>
                  </a:cubicBezTo>
                  <a:cubicBezTo>
                    <a:pt x="13823" y="5844"/>
                    <a:pt x="14188" y="5708"/>
                    <a:pt x="14599" y="5708"/>
                  </a:cubicBezTo>
                  <a:cubicBezTo>
                    <a:pt x="14851" y="5708"/>
                    <a:pt x="15086" y="5788"/>
                    <a:pt x="15305" y="5947"/>
                  </a:cubicBezTo>
                  <a:cubicBezTo>
                    <a:pt x="15524" y="6106"/>
                    <a:pt x="15713" y="6312"/>
                    <a:pt x="15872" y="6564"/>
                  </a:cubicBezTo>
                  <a:cubicBezTo>
                    <a:pt x="16031" y="6815"/>
                    <a:pt x="16154" y="7097"/>
                    <a:pt x="16240" y="7409"/>
                  </a:cubicBezTo>
                  <a:cubicBezTo>
                    <a:pt x="16326" y="7720"/>
                    <a:pt x="16369" y="8029"/>
                    <a:pt x="16369" y="8334"/>
                  </a:cubicBezTo>
                  <a:cubicBezTo>
                    <a:pt x="16369" y="9129"/>
                    <a:pt x="16091" y="9752"/>
                    <a:pt x="15534" y="10203"/>
                  </a:cubicBezTo>
                  <a:cubicBezTo>
                    <a:pt x="14977" y="10654"/>
                    <a:pt x="14281" y="10880"/>
                    <a:pt x="13445" y="10880"/>
                  </a:cubicBezTo>
                  <a:cubicBezTo>
                    <a:pt x="13154" y="10880"/>
                    <a:pt x="12855" y="10846"/>
                    <a:pt x="12550" y="10780"/>
                  </a:cubicBezTo>
                  <a:close/>
                  <a:moveTo>
                    <a:pt x="26672" y="10243"/>
                  </a:moveTo>
                  <a:cubicBezTo>
                    <a:pt x="26287" y="10482"/>
                    <a:pt x="25866" y="10710"/>
                    <a:pt x="25409" y="10929"/>
                  </a:cubicBezTo>
                  <a:cubicBezTo>
                    <a:pt x="24951" y="11148"/>
                    <a:pt x="24510" y="11271"/>
                    <a:pt x="24086" y="11297"/>
                  </a:cubicBezTo>
                  <a:cubicBezTo>
                    <a:pt x="23582" y="11337"/>
                    <a:pt x="23158" y="11244"/>
                    <a:pt x="22813" y="11019"/>
                  </a:cubicBezTo>
                  <a:cubicBezTo>
                    <a:pt x="22469" y="10793"/>
                    <a:pt x="22203" y="10488"/>
                    <a:pt x="22018" y="10104"/>
                  </a:cubicBezTo>
                  <a:cubicBezTo>
                    <a:pt x="22044" y="10104"/>
                    <a:pt x="22114" y="10091"/>
                    <a:pt x="22227" y="10064"/>
                  </a:cubicBezTo>
                  <a:cubicBezTo>
                    <a:pt x="22339" y="10038"/>
                    <a:pt x="22601" y="9971"/>
                    <a:pt x="23012" y="9865"/>
                  </a:cubicBezTo>
                  <a:cubicBezTo>
                    <a:pt x="23397" y="9772"/>
                    <a:pt x="23808" y="9666"/>
                    <a:pt x="24245" y="9547"/>
                  </a:cubicBezTo>
                  <a:cubicBezTo>
                    <a:pt x="24683" y="9428"/>
                    <a:pt x="25107" y="9282"/>
                    <a:pt x="25518" y="9109"/>
                  </a:cubicBezTo>
                  <a:cubicBezTo>
                    <a:pt x="25929" y="8937"/>
                    <a:pt x="26307" y="8735"/>
                    <a:pt x="26652" y="8503"/>
                  </a:cubicBezTo>
                  <a:cubicBezTo>
                    <a:pt x="26997" y="8271"/>
                    <a:pt x="27269" y="7996"/>
                    <a:pt x="27467" y="7677"/>
                  </a:cubicBezTo>
                  <a:cubicBezTo>
                    <a:pt x="27573" y="7518"/>
                    <a:pt x="27646" y="7352"/>
                    <a:pt x="27686" y="7180"/>
                  </a:cubicBezTo>
                  <a:cubicBezTo>
                    <a:pt x="27726" y="7008"/>
                    <a:pt x="27746" y="6829"/>
                    <a:pt x="27746" y="6643"/>
                  </a:cubicBezTo>
                  <a:cubicBezTo>
                    <a:pt x="27746" y="6365"/>
                    <a:pt x="27693" y="6086"/>
                    <a:pt x="27587" y="5808"/>
                  </a:cubicBezTo>
                  <a:cubicBezTo>
                    <a:pt x="27481" y="5529"/>
                    <a:pt x="27335" y="5274"/>
                    <a:pt x="27149" y="5042"/>
                  </a:cubicBezTo>
                  <a:cubicBezTo>
                    <a:pt x="26964" y="4810"/>
                    <a:pt x="26745" y="4611"/>
                    <a:pt x="26493" y="4445"/>
                  </a:cubicBezTo>
                  <a:cubicBezTo>
                    <a:pt x="26241" y="4280"/>
                    <a:pt x="25969" y="4164"/>
                    <a:pt x="25677" y="4097"/>
                  </a:cubicBezTo>
                  <a:cubicBezTo>
                    <a:pt x="25372" y="4031"/>
                    <a:pt x="25061" y="3998"/>
                    <a:pt x="24743" y="3998"/>
                  </a:cubicBezTo>
                  <a:cubicBezTo>
                    <a:pt x="24146" y="3998"/>
                    <a:pt x="23569" y="4097"/>
                    <a:pt x="23012" y="4296"/>
                  </a:cubicBezTo>
                  <a:cubicBezTo>
                    <a:pt x="22455" y="4495"/>
                    <a:pt x="21938" y="4760"/>
                    <a:pt x="21461" y="5092"/>
                  </a:cubicBezTo>
                  <a:cubicBezTo>
                    <a:pt x="20864" y="5490"/>
                    <a:pt x="20430" y="6007"/>
                    <a:pt x="20158" y="6643"/>
                  </a:cubicBezTo>
                  <a:cubicBezTo>
                    <a:pt x="19886" y="7280"/>
                    <a:pt x="19750" y="7943"/>
                    <a:pt x="19750" y="8632"/>
                  </a:cubicBezTo>
                  <a:cubicBezTo>
                    <a:pt x="19750" y="9335"/>
                    <a:pt x="19906" y="10021"/>
                    <a:pt x="20218" y="10691"/>
                  </a:cubicBezTo>
                  <a:cubicBezTo>
                    <a:pt x="20529" y="11360"/>
                    <a:pt x="20964" y="11901"/>
                    <a:pt x="21520" y="12312"/>
                  </a:cubicBezTo>
                  <a:cubicBezTo>
                    <a:pt x="21865" y="12550"/>
                    <a:pt x="22236" y="12726"/>
                    <a:pt x="22634" y="12839"/>
                  </a:cubicBezTo>
                  <a:cubicBezTo>
                    <a:pt x="23032" y="12951"/>
                    <a:pt x="23423" y="13008"/>
                    <a:pt x="23808" y="13008"/>
                  </a:cubicBezTo>
                  <a:cubicBezTo>
                    <a:pt x="24457" y="13008"/>
                    <a:pt x="25104" y="12892"/>
                    <a:pt x="25747" y="12660"/>
                  </a:cubicBezTo>
                  <a:cubicBezTo>
                    <a:pt x="26390" y="12428"/>
                    <a:pt x="26990" y="12146"/>
                    <a:pt x="27547" y="11814"/>
                  </a:cubicBezTo>
                  <a:cubicBezTo>
                    <a:pt x="27746" y="11695"/>
                    <a:pt x="27892" y="11566"/>
                    <a:pt x="27985" y="11427"/>
                  </a:cubicBezTo>
                  <a:cubicBezTo>
                    <a:pt x="28077" y="11287"/>
                    <a:pt x="28124" y="11145"/>
                    <a:pt x="28124" y="10999"/>
                  </a:cubicBezTo>
                  <a:cubicBezTo>
                    <a:pt x="28124" y="10853"/>
                    <a:pt x="28087" y="10717"/>
                    <a:pt x="28014" y="10591"/>
                  </a:cubicBezTo>
                  <a:cubicBezTo>
                    <a:pt x="27941" y="10465"/>
                    <a:pt x="27842" y="10362"/>
                    <a:pt x="27716" y="10283"/>
                  </a:cubicBezTo>
                  <a:cubicBezTo>
                    <a:pt x="27590" y="10203"/>
                    <a:pt x="27438" y="10157"/>
                    <a:pt x="27259" y="10144"/>
                  </a:cubicBezTo>
                  <a:cubicBezTo>
                    <a:pt x="27080" y="10130"/>
                    <a:pt x="26884" y="10164"/>
                    <a:pt x="26672" y="10243"/>
                  </a:cubicBezTo>
                  <a:close/>
                  <a:moveTo>
                    <a:pt x="23012" y="6245"/>
                  </a:moveTo>
                  <a:cubicBezTo>
                    <a:pt x="23238" y="6139"/>
                    <a:pt x="23523" y="6030"/>
                    <a:pt x="23867" y="5917"/>
                  </a:cubicBezTo>
                  <a:cubicBezTo>
                    <a:pt x="24212" y="5804"/>
                    <a:pt x="24537" y="5748"/>
                    <a:pt x="24842" y="5748"/>
                  </a:cubicBezTo>
                  <a:cubicBezTo>
                    <a:pt x="25120" y="5748"/>
                    <a:pt x="25359" y="5821"/>
                    <a:pt x="25558" y="5967"/>
                  </a:cubicBezTo>
                  <a:cubicBezTo>
                    <a:pt x="25757" y="6113"/>
                    <a:pt x="25843" y="6378"/>
                    <a:pt x="25817" y="6762"/>
                  </a:cubicBezTo>
                  <a:cubicBezTo>
                    <a:pt x="25737" y="6922"/>
                    <a:pt x="25581" y="7067"/>
                    <a:pt x="25349" y="7200"/>
                  </a:cubicBezTo>
                  <a:cubicBezTo>
                    <a:pt x="25117" y="7333"/>
                    <a:pt x="24865" y="7449"/>
                    <a:pt x="24593" y="7548"/>
                  </a:cubicBezTo>
                  <a:cubicBezTo>
                    <a:pt x="24322" y="7648"/>
                    <a:pt x="24053" y="7734"/>
                    <a:pt x="23788" y="7807"/>
                  </a:cubicBezTo>
                  <a:cubicBezTo>
                    <a:pt x="23523" y="7880"/>
                    <a:pt x="23324" y="7936"/>
                    <a:pt x="23191" y="7976"/>
                  </a:cubicBezTo>
                  <a:cubicBezTo>
                    <a:pt x="22820" y="8082"/>
                    <a:pt x="22535" y="8165"/>
                    <a:pt x="22336" y="8224"/>
                  </a:cubicBezTo>
                  <a:cubicBezTo>
                    <a:pt x="22137" y="8284"/>
                    <a:pt x="21988" y="8327"/>
                    <a:pt x="21888" y="8354"/>
                  </a:cubicBezTo>
                  <a:cubicBezTo>
                    <a:pt x="21789" y="8380"/>
                    <a:pt x="21729" y="8397"/>
                    <a:pt x="21709" y="8403"/>
                  </a:cubicBezTo>
                  <a:lnTo>
                    <a:pt x="21680" y="8413"/>
                  </a:lnTo>
                  <a:cubicBezTo>
                    <a:pt x="21706" y="7949"/>
                    <a:pt x="21825" y="7528"/>
                    <a:pt x="22038" y="7150"/>
                  </a:cubicBezTo>
                  <a:cubicBezTo>
                    <a:pt x="22250" y="6772"/>
                    <a:pt x="22575" y="6471"/>
                    <a:pt x="23012" y="6245"/>
                  </a:cubicBezTo>
                  <a:close/>
                  <a:moveTo>
                    <a:pt x="36139" y="10243"/>
                  </a:moveTo>
                  <a:cubicBezTo>
                    <a:pt x="35755" y="10482"/>
                    <a:pt x="35334" y="10710"/>
                    <a:pt x="34876" y="10929"/>
                  </a:cubicBezTo>
                  <a:cubicBezTo>
                    <a:pt x="34419" y="11148"/>
                    <a:pt x="33978" y="11271"/>
                    <a:pt x="33554" y="11297"/>
                  </a:cubicBezTo>
                  <a:cubicBezTo>
                    <a:pt x="33050" y="11337"/>
                    <a:pt x="32625" y="11244"/>
                    <a:pt x="32281" y="11019"/>
                  </a:cubicBezTo>
                  <a:cubicBezTo>
                    <a:pt x="31936" y="10793"/>
                    <a:pt x="31671" y="10488"/>
                    <a:pt x="31485" y="10104"/>
                  </a:cubicBezTo>
                  <a:cubicBezTo>
                    <a:pt x="31512" y="10104"/>
                    <a:pt x="31581" y="10091"/>
                    <a:pt x="31694" y="10064"/>
                  </a:cubicBezTo>
                  <a:cubicBezTo>
                    <a:pt x="31807" y="10038"/>
                    <a:pt x="32069" y="9971"/>
                    <a:pt x="32480" y="9865"/>
                  </a:cubicBezTo>
                  <a:cubicBezTo>
                    <a:pt x="32864" y="9772"/>
                    <a:pt x="33275" y="9666"/>
                    <a:pt x="33713" y="9547"/>
                  </a:cubicBezTo>
                  <a:cubicBezTo>
                    <a:pt x="34150" y="9428"/>
                    <a:pt x="34575" y="9282"/>
                    <a:pt x="34986" y="9109"/>
                  </a:cubicBezTo>
                  <a:cubicBezTo>
                    <a:pt x="35397" y="8937"/>
                    <a:pt x="35775" y="8735"/>
                    <a:pt x="36119" y="8503"/>
                  </a:cubicBezTo>
                  <a:cubicBezTo>
                    <a:pt x="36464" y="8271"/>
                    <a:pt x="36736" y="7996"/>
                    <a:pt x="36935" y="7677"/>
                  </a:cubicBezTo>
                  <a:cubicBezTo>
                    <a:pt x="37041" y="7518"/>
                    <a:pt x="37114" y="7352"/>
                    <a:pt x="37154" y="7180"/>
                  </a:cubicBezTo>
                  <a:cubicBezTo>
                    <a:pt x="37193" y="7008"/>
                    <a:pt x="37213" y="6829"/>
                    <a:pt x="37213" y="6643"/>
                  </a:cubicBezTo>
                  <a:cubicBezTo>
                    <a:pt x="37213" y="6365"/>
                    <a:pt x="37160" y="6086"/>
                    <a:pt x="37054" y="5808"/>
                  </a:cubicBezTo>
                  <a:cubicBezTo>
                    <a:pt x="36948" y="5529"/>
                    <a:pt x="36802" y="5274"/>
                    <a:pt x="36617" y="5042"/>
                  </a:cubicBezTo>
                  <a:cubicBezTo>
                    <a:pt x="36431" y="4810"/>
                    <a:pt x="36212" y="4611"/>
                    <a:pt x="35960" y="4445"/>
                  </a:cubicBezTo>
                  <a:cubicBezTo>
                    <a:pt x="35708" y="4280"/>
                    <a:pt x="35436" y="4164"/>
                    <a:pt x="35145" y="4097"/>
                  </a:cubicBezTo>
                  <a:cubicBezTo>
                    <a:pt x="34840" y="4031"/>
                    <a:pt x="34528" y="3998"/>
                    <a:pt x="34210" y="3998"/>
                  </a:cubicBezTo>
                  <a:cubicBezTo>
                    <a:pt x="33613" y="3998"/>
                    <a:pt x="33036" y="4097"/>
                    <a:pt x="32480" y="4296"/>
                  </a:cubicBezTo>
                  <a:cubicBezTo>
                    <a:pt x="31923" y="4495"/>
                    <a:pt x="31406" y="4760"/>
                    <a:pt x="30928" y="5092"/>
                  </a:cubicBezTo>
                  <a:cubicBezTo>
                    <a:pt x="30331" y="5490"/>
                    <a:pt x="29897" y="6007"/>
                    <a:pt x="29625" y="6643"/>
                  </a:cubicBezTo>
                  <a:cubicBezTo>
                    <a:pt x="29354" y="7280"/>
                    <a:pt x="29218" y="7943"/>
                    <a:pt x="29218" y="8632"/>
                  </a:cubicBezTo>
                  <a:cubicBezTo>
                    <a:pt x="29218" y="9335"/>
                    <a:pt x="29373" y="10021"/>
                    <a:pt x="29685" y="10691"/>
                  </a:cubicBezTo>
                  <a:cubicBezTo>
                    <a:pt x="29997" y="11360"/>
                    <a:pt x="30431" y="11901"/>
                    <a:pt x="30988" y="12312"/>
                  </a:cubicBezTo>
                  <a:cubicBezTo>
                    <a:pt x="31333" y="12550"/>
                    <a:pt x="31704" y="12726"/>
                    <a:pt x="32102" y="12839"/>
                  </a:cubicBezTo>
                  <a:cubicBezTo>
                    <a:pt x="32499" y="12951"/>
                    <a:pt x="32891" y="13008"/>
                    <a:pt x="33275" y="13008"/>
                  </a:cubicBezTo>
                  <a:cubicBezTo>
                    <a:pt x="33925" y="13008"/>
                    <a:pt x="34571" y="12892"/>
                    <a:pt x="35214" y="12660"/>
                  </a:cubicBezTo>
                  <a:cubicBezTo>
                    <a:pt x="35857" y="12428"/>
                    <a:pt x="36457" y="12146"/>
                    <a:pt x="37014" y="11814"/>
                  </a:cubicBezTo>
                  <a:cubicBezTo>
                    <a:pt x="37213" y="11695"/>
                    <a:pt x="37359" y="11566"/>
                    <a:pt x="37452" y="11427"/>
                  </a:cubicBezTo>
                  <a:cubicBezTo>
                    <a:pt x="37545" y="11287"/>
                    <a:pt x="37591" y="11145"/>
                    <a:pt x="37591" y="10999"/>
                  </a:cubicBezTo>
                  <a:cubicBezTo>
                    <a:pt x="37591" y="10853"/>
                    <a:pt x="37555" y="10717"/>
                    <a:pt x="37482" y="10591"/>
                  </a:cubicBezTo>
                  <a:cubicBezTo>
                    <a:pt x="37409" y="10465"/>
                    <a:pt x="37309" y="10362"/>
                    <a:pt x="37183" y="10283"/>
                  </a:cubicBezTo>
                  <a:cubicBezTo>
                    <a:pt x="37057" y="10203"/>
                    <a:pt x="36905" y="10157"/>
                    <a:pt x="36726" y="10144"/>
                  </a:cubicBezTo>
                  <a:cubicBezTo>
                    <a:pt x="36547" y="10130"/>
                    <a:pt x="36351" y="10164"/>
                    <a:pt x="36139" y="10243"/>
                  </a:cubicBezTo>
                  <a:close/>
                  <a:moveTo>
                    <a:pt x="32480" y="6245"/>
                  </a:moveTo>
                  <a:cubicBezTo>
                    <a:pt x="32705" y="6139"/>
                    <a:pt x="32990" y="6030"/>
                    <a:pt x="33335" y="5917"/>
                  </a:cubicBezTo>
                  <a:cubicBezTo>
                    <a:pt x="33680" y="5804"/>
                    <a:pt x="34004" y="5748"/>
                    <a:pt x="34309" y="5748"/>
                  </a:cubicBezTo>
                  <a:cubicBezTo>
                    <a:pt x="34588" y="5748"/>
                    <a:pt x="34827" y="5821"/>
                    <a:pt x="35025" y="5967"/>
                  </a:cubicBezTo>
                  <a:cubicBezTo>
                    <a:pt x="35224" y="6113"/>
                    <a:pt x="35310" y="6378"/>
                    <a:pt x="35284" y="6762"/>
                  </a:cubicBezTo>
                  <a:cubicBezTo>
                    <a:pt x="35204" y="6922"/>
                    <a:pt x="35049" y="7067"/>
                    <a:pt x="34817" y="7200"/>
                  </a:cubicBezTo>
                  <a:cubicBezTo>
                    <a:pt x="34585" y="7333"/>
                    <a:pt x="34333" y="7449"/>
                    <a:pt x="34061" y="7548"/>
                  </a:cubicBezTo>
                  <a:cubicBezTo>
                    <a:pt x="33789" y="7648"/>
                    <a:pt x="33520" y="7734"/>
                    <a:pt x="33255" y="7807"/>
                  </a:cubicBezTo>
                  <a:cubicBezTo>
                    <a:pt x="32990" y="7880"/>
                    <a:pt x="32791" y="7936"/>
                    <a:pt x="32659" y="7976"/>
                  </a:cubicBezTo>
                  <a:cubicBezTo>
                    <a:pt x="32287" y="8082"/>
                    <a:pt x="32002" y="8165"/>
                    <a:pt x="31803" y="8224"/>
                  </a:cubicBezTo>
                  <a:cubicBezTo>
                    <a:pt x="31604" y="8284"/>
                    <a:pt x="31455" y="8327"/>
                    <a:pt x="31356" y="8354"/>
                  </a:cubicBezTo>
                  <a:cubicBezTo>
                    <a:pt x="31256" y="8380"/>
                    <a:pt x="31197" y="8397"/>
                    <a:pt x="31177" y="8403"/>
                  </a:cubicBezTo>
                  <a:lnTo>
                    <a:pt x="31147" y="8413"/>
                  </a:lnTo>
                  <a:cubicBezTo>
                    <a:pt x="31173" y="7949"/>
                    <a:pt x="31293" y="7528"/>
                    <a:pt x="31505" y="7150"/>
                  </a:cubicBezTo>
                  <a:cubicBezTo>
                    <a:pt x="31717" y="6772"/>
                    <a:pt x="32042" y="6471"/>
                    <a:pt x="32480" y="6245"/>
                  </a:cubicBezTo>
                  <a:close/>
                  <a:moveTo>
                    <a:pt x="46124" y="11178"/>
                  </a:moveTo>
                  <a:lnTo>
                    <a:pt x="46104" y="11158"/>
                  </a:lnTo>
                  <a:lnTo>
                    <a:pt x="45985" y="10999"/>
                  </a:lnTo>
                  <a:lnTo>
                    <a:pt x="45985" y="776"/>
                  </a:lnTo>
                  <a:cubicBezTo>
                    <a:pt x="45892" y="510"/>
                    <a:pt x="45756" y="315"/>
                    <a:pt x="45577" y="189"/>
                  </a:cubicBezTo>
                  <a:cubicBezTo>
                    <a:pt x="45398" y="63"/>
                    <a:pt x="45202" y="0"/>
                    <a:pt x="44990" y="0"/>
                  </a:cubicBezTo>
                  <a:cubicBezTo>
                    <a:pt x="44765" y="0"/>
                    <a:pt x="44562" y="70"/>
                    <a:pt x="44383" y="209"/>
                  </a:cubicBezTo>
                  <a:cubicBezTo>
                    <a:pt x="44204" y="348"/>
                    <a:pt x="44082" y="557"/>
                    <a:pt x="44015" y="835"/>
                  </a:cubicBezTo>
                  <a:cubicBezTo>
                    <a:pt x="44015" y="968"/>
                    <a:pt x="44019" y="1177"/>
                    <a:pt x="44025" y="1462"/>
                  </a:cubicBezTo>
                  <a:cubicBezTo>
                    <a:pt x="44032" y="1747"/>
                    <a:pt x="44035" y="2095"/>
                    <a:pt x="44035" y="2506"/>
                  </a:cubicBezTo>
                  <a:cubicBezTo>
                    <a:pt x="44035" y="2785"/>
                    <a:pt x="44039" y="3073"/>
                    <a:pt x="44045" y="3371"/>
                  </a:cubicBezTo>
                  <a:cubicBezTo>
                    <a:pt x="44052" y="3670"/>
                    <a:pt x="44055" y="4004"/>
                    <a:pt x="44055" y="4376"/>
                  </a:cubicBezTo>
                  <a:cubicBezTo>
                    <a:pt x="43790" y="4309"/>
                    <a:pt x="43518" y="4273"/>
                    <a:pt x="43240" y="4266"/>
                  </a:cubicBezTo>
                  <a:cubicBezTo>
                    <a:pt x="42961" y="4260"/>
                    <a:pt x="42676" y="4256"/>
                    <a:pt x="42385" y="4256"/>
                  </a:cubicBezTo>
                  <a:cubicBezTo>
                    <a:pt x="42027" y="4270"/>
                    <a:pt x="41655" y="4336"/>
                    <a:pt x="41271" y="4455"/>
                  </a:cubicBezTo>
                  <a:cubicBezTo>
                    <a:pt x="40886" y="4575"/>
                    <a:pt x="40541" y="4714"/>
                    <a:pt x="40236" y="4873"/>
                  </a:cubicBezTo>
                  <a:cubicBezTo>
                    <a:pt x="39892" y="5059"/>
                    <a:pt x="39567" y="5291"/>
                    <a:pt x="39262" y="5569"/>
                  </a:cubicBezTo>
                  <a:cubicBezTo>
                    <a:pt x="38957" y="5848"/>
                    <a:pt x="38718" y="6152"/>
                    <a:pt x="38546" y="6484"/>
                  </a:cubicBezTo>
                  <a:cubicBezTo>
                    <a:pt x="38334" y="6895"/>
                    <a:pt x="38181" y="7329"/>
                    <a:pt x="38088" y="7787"/>
                  </a:cubicBezTo>
                  <a:cubicBezTo>
                    <a:pt x="37996" y="8244"/>
                    <a:pt x="37949" y="8705"/>
                    <a:pt x="37949" y="9169"/>
                  </a:cubicBezTo>
                  <a:cubicBezTo>
                    <a:pt x="37949" y="9593"/>
                    <a:pt x="38009" y="10018"/>
                    <a:pt x="38128" y="10442"/>
                  </a:cubicBezTo>
                  <a:cubicBezTo>
                    <a:pt x="38248" y="10866"/>
                    <a:pt x="38433" y="11264"/>
                    <a:pt x="38685" y="11635"/>
                  </a:cubicBezTo>
                  <a:cubicBezTo>
                    <a:pt x="39030" y="12099"/>
                    <a:pt x="39461" y="12444"/>
                    <a:pt x="39978" y="12670"/>
                  </a:cubicBezTo>
                  <a:cubicBezTo>
                    <a:pt x="40495" y="12895"/>
                    <a:pt x="41032" y="13008"/>
                    <a:pt x="41589" y="13008"/>
                  </a:cubicBezTo>
                  <a:cubicBezTo>
                    <a:pt x="42119" y="13008"/>
                    <a:pt x="42627" y="12931"/>
                    <a:pt x="43110" y="12779"/>
                  </a:cubicBezTo>
                  <a:cubicBezTo>
                    <a:pt x="43594" y="12627"/>
                    <a:pt x="44029" y="12391"/>
                    <a:pt x="44413" y="12073"/>
                  </a:cubicBezTo>
                  <a:lnTo>
                    <a:pt x="44652" y="12312"/>
                  </a:lnTo>
                  <a:cubicBezTo>
                    <a:pt x="44891" y="12550"/>
                    <a:pt x="45162" y="12670"/>
                    <a:pt x="45467" y="12670"/>
                  </a:cubicBezTo>
                  <a:cubicBezTo>
                    <a:pt x="45733" y="12670"/>
                    <a:pt x="45948" y="12587"/>
                    <a:pt x="46114" y="12421"/>
                  </a:cubicBezTo>
                  <a:cubicBezTo>
                    <a:pt x="46280" y="12255"/>
                    <a:pt x="46362" y="12060"/>
                    <a:pt x="46362" y="11834"/>
                  </a:cubicBezTo>
                  <a:cubicBezTo>
                    <a:pt x="46362" y="11741"/>
                    <a:pt x="46346" y="11642"/>
                    <a:pt x="46313" y="11536"/>
                  </a:cubicBezTo>
                  <a:cubicBezTo>
                    <a:pt x="46280" y="11430"/>
                    <a:pt x="46217" y="11310"/>
                    <a:pt x="46124" y="11178"/>
                  </a:cubicBezTo>
                  <a:close/>
                  <a:moveTo>
                    <a:pt x="44075" y="10024"/>
                  </a:moveTo>
                  <a:lnTo>
                    <a:pt x="43558" y="10422"/>
                  </a:lnTo>
                  <a:cubicBezTo>
                    <a:pt x="43041" y="10820"/>
                    <a:pt x="42527" y="11039"/>
                    <a:pt x="42017" y="11078"/>
                  </a:cubicBezTo>
                  <a:cubicBezTo>
                    <a:pt x="41506" y="11118"/>
                    <a:pt x="41065" y="11019"/>
                    <a:pt x="40694" y="10780"/>
                  </a:cubicBezTo>
                  <a:cubicBezTo>
                    <a:pt x="40323" y="10541"/>
                    <a:pt x="40064" y="10177"/>
                    <a:pt x="39918" y="9686"/>
                  </a:cubicBezTo>
                  <a:cubicBezTo>
                    <a:pt x="39772" y="9196"/>
                    <a:pt x="39806" y="8612"/>
                    <a:pt x="40018" y="7936"/>
                  </a:cubicBezTo>
                  <a:cubicBezTo>
                    <a:pt x="40110" y="7604"/>
                    <a:pt x="40250" y="7316"/>
                    <a:pt x="40435" y="7071"/>
                  </a:cubicBezTo>
                  <a:cubicBezTo>
                    <a:pt x="40621" y="6825"/>
                    <a:pt x="40840" y="6623"/>
                    <a:pt x="41092" y="6464"/>
                  </a:cubicBezTo>
                  <a:cubicBezTo>
                    <a:pt x="41344" y="6305"/>
                    <a:pt x="41615" y="6189"/>
                    <a:pt x="41907" y="6116"/>
                  </a:cubicBezTo>
                  <a:cubicBezTo>
                    <a:pt x="42199" y="6043"/>
                    <a:pt x="42497" y="6007"/>
                    <a:pt x="42802" y="6007"/>
                  </a:cubicBezTo>
                  <a:cubicBezTo>
                    <a:pt x="42961" y="6007"/>
                    <a:pt x="43127" y="6020"/>
                    <a:pt x="43299" y="6046"/>
                  </a:cubicBezTo>
                  <a:cubicBezTo>
                    <a:pt x="43472" y="6073"/>
                    <a:pt x="43644" y="6106"/>
                    <a:pt x="43817" y="6146"/>
                  </a:cubicBezTo>
                  <a:lnTo>
                    <a:pt x="44055" y="6345"/>
                  </a:lnTo>
                  <a:cubicBezTo>
                    <a:pt x="44055" y="6597"/>
                    <a:pt x="44059" y="6888"/>
                    <a:pt x="44065" y="7220"/>
                  </a:cubicBezTo>
                  <a:cubicBezTo>
                    <a:pt x="44072" y="7551"/>
                    <a:pt x="44075" y="7886"/>
                    <a:pt x="44075" y="8224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30" name="state-label-seatbelt" descr="Seatbelt"/>
            <p:cNvSpPr/>
            <p:nvPr/>
          </p:nvSpPr>
          <p:spPr>
            <a:xfrm>
              <a:off x="5514045" y="1633975"/>
              <a:ext cx="386464" cy="73278"/>
            </a:xfrm>
            <a:custGeom>
              <a:avLst/>
              <a:gdLst/>
              <a:ahLst/>
              <a:cxnLst/>
              <a:rect l="0" t="0" r="r" b="b"/>
              <a:pathLst>
                <a:path w="69633" h="13203">
                  <a:moveTo>
                    <a:pt x="139" y="11059"/>
                  </a:moveTo>
                  <a:lnTo>
                    <a:pt x="159" y="11078"/>
                  </a:lnTo>
                  <a:cubicBezTo>
                    <a:pt x="398" y="11357"/>
                    <a:pt x="690" y="11615"/>
                    <a:pt x="1034" y="11854"/>
                  </a:cubicBezTo>
                  <a:cubicBezTo>
                    <a:pt x="1379" y="12093"/>
                    <a:pt x="1757" y="12298"/>
                    <a:pt x="2168" y="12471"/>
                  </a:cubicBezTo>
                  <a:cubicBezTo>
                    <a:pt x="2579" y="12643"/>
                    <a:pt x="3013" y="12776"/>
                    <a:pt x="3471" y="12869"/>
                  </a:cubicBezTo>
                  <a:cubicBezTo>
                    <a:pt x="3928" y="12961"/>
                    <a:pt x="4382" y="13001"/>
                    <a:pt x="4833" y="12988"/>
                  </a:cubicBezTo>
                  <a:cubicBezTo>
                    <a:pt x="5350" y="12975"/>
                    <a:pt x="5848" y="12892"/>
                    <a:pt x="6325" y="12739"/>
                  </a:cubicBezTo>
                  <a:cubicBezTo>
                    <a:pt x="6802" y="12587"/>
                    <a:pt x="7227" y="12365"/>
                    <a:pt x="7598" y="12073"/>
                  </a:cubicBezTo>
                  <a:cubicBezTo>
                    <a:pt x="7969" y="11781"/>
                    <a:pt x="8264" y="11413"/>
                    <a:pt x="8483" y="10969"/>
                  </a:cubicBezTo>
                  <a:cubicBezTo>
                    <a:pt x="8702" y="10525"/>
                    <a:pt x="8811" y="10004"/>
                    <a:pt x="8811" y="9408"/>
                  </a:cubicBezTo>
                  <a:cubicBezTo>
                    <a:pt x="8811" y="8824"/>
                    <a:pt x="8678" y="8291"/>
                    <a:pt x="8413" y="7807"/>
                  </a:cubicBezTo>
                  <a:cubicBezTo>
                    <a:pt x="8148" y="7323"/>
                    <a:pt x="7764" y="6941"/>
                    <a:pt x="7260" y="6663"/>
                  </a:cubicBezTo>
                  <a:cubicBezTo>
                    <a:pt x="6690" y="6345"/>
                    <a:pt x="6169" y="6123"/>
                    <a:pt x="5698" y="5997"/>
                  </a:cubicBezTo>
                  <a:cubicBezTo>
                    <a:pt x="5228" y="5871"/>
                    <a:pt x="4720" y="5748"/>
                    <a:pt x="4177" y="5629"/>
                  </a:cubicBezTo>
                  <a:cubicBezTo>
                    <a:pt x="4190" y="5629"/>
                    <a:pt x="4091" y="5606"/>
                    <a:pt x="3878" y="5559"/>
                  </a:cubicBezTo>
                  <a:cubicBezTo>
                    <a:pt x="3666" y="5513"/>
                    <a:pt x="3434" y="5433"/>
                    <a:pt x="3182" y="5320"/>
                  </a:cubicBezTo>
                  <a:cubicBezTo>
                    <a:pt x="2930" y="5208"/>
                    <a:pt x="2698" y="5059"/>
                    <a:pt x="2486" y="4873"/>
                  </a:cubicBezTo>
                  <a:cubicBezTo>
                    <a:pt x="2274" y="4687"/>
                    <a:pt x="2181" y="4462"/>
                    <a:pt x="2208" y="4197"/>
                  </a:cubicBezTo>
                  <a:cubicBezTo>
                    <a:pt x="2234" y="3878"/>
                    <a:pt x="2334" y="3617"/>
                    <a:pt x="2506" y="3411"/>
                  </a:cubicBezTo>
                  <a:cubicBezTo>
                    <a:pt x="2678" y="3206"/>
                    <a:pt x="2887" y="3036"/>
                    <a:pt x="3133" y="2904"/>
                  </a:cubicBezTo>
                  <a:cubicBezTo>
                    <a:pt x="3378" y="2771"/>
                    <a:pt x="3650" y="2678"/>
                    <a:pt x="3948" y="2625"/>
                  </a:cubicBezTo>
                  <a:cubicBezTo>
                    <a:pt x="4246" y="2572"/>
                    <a:pt x="4535" y="2546"/>
                    <a:pt x="4813" y="2546"/>
                  </a:cubicBezTo>
                  <a:cubicBezTo>
                    <a:pt x="5185" y="2546"/>
                    <a:pt x="5543" y="2589"/>
                    <a:pt x="5887" y="2675"/>
                  </a:cubicBezTo>
                  <a:cubicBezTo>
                    <a:pt x="6232" y="2761"/>
                    <a:pt x="6577" y="2857"/>
                    <a:pt x="6922" y="2964"/>
                  </a:cubicBezTo>
                  <a:cubicBezTo>
                    <a:pt x="7094" y="3030"/>
                    <a:pt x="7253" y="3043"/>
                    <a:pt x="7399" y="3003"/>
                  </a:cubicBezTo>
                  <a:cubicBezTo>
                    <a:pt x="7545" y="2964"/>
                    <a:pt x="7667" y="2901"/>
                    <a:pt x="7767" y="2814"/>
                  </a:cubicBezTo>
                  <a:cubicBezTo>
                    <a:pt x="7866" y="2728"/>
                    <a:pt x="7943" y="2622"/>
                    <a:pt x="7996" y="2496"/>
                  </a:cubicBezTo>
                  <a:cubicBezTo>
                    <a:pt x="8049" y="2370"/>
                    <a:pt x="8075" y="2254"/>
                    <a:pt x="8075" y="2148"/>
                  </a:cubicBezTo>
                  <a:cubicBezTo>
                    <a:pt x="8075" y="2002"/>
                    <a:pt x="8032" y="1856"/>
                    <a:pt x="7946" y="1710"/>
                  </a:cubicBezTo>
                  <a:cubicBezTo>
                    <a:pt x="7860" y="1565"/>
                    <a:pt x="7724" y="1439"/>
                    <a:pt x="7538" y="1333"/>
                  </a:cubicBezTo>
                  <a:cubicBezTo>
                    <a:pt x="7193" y="1147"/>
                    <a:pt x="6835" y="1008"/>
                    <a:pt x="6464" y="915"/>
                  </a:cubicBezTo>
                  <a:cubicBezTo>
                    <a:pt x="6093" y="822"/>
                    <a:pt x="5675" y="776"/>
                    <a:pt x="5211" y="776"/>
                  </a:cubicBezTo>
                  <a:cubicBezTo>
                    <a:pt x="4654" y="776"/>
                    <a:pt x="4091" y="842"/>
                    <a:pt x="3520" y="975"/>
                  </a:cubicBezTo>
                  <a:cubicBezTo>
                    <a:pt x="2950" y="1107"/>
                    <a:pt x="2427" y="1313"/>
                    <a:pt x="1949" y="1591"/>
                  </a:cubicBezTo>
                  <a:cubicBezTo>
                    <a:pt x="1472" y="1870"/>
                    <a:pt x="1077" y="2231"/>
                    <a:pt x="766" y="2675"/>
                  </a:cubicBezTo>
                  <a:cubicBezTo>
                    <a:pt x="454" y="3119"/>
                    <a:pt x="292" y="3653"/>
                    <a:pt x="278" y="4276"/>
                  </a:cubicBezTo>
                  <a:cubicBezTo>
                    <a:pt x="265" y="4767"/>
                    <a:pt x="358" y="5188"/>
                    <a:pt x="557" y="5539"/>
                  </a:cubicBezTo>
                  <a:cubicBezTo>
                    <a:pt x="756" y="5891"/>
                    <a:pt x="1021" y="6186"/>
                    <a:pt x="1352" y="6424"/>
                  </a:cubicBezTo>
                  <a:cubicBezTo>
                    <a:pt x="1684" y="6663"/>
                    <a:pt x="2065" y="6855"/>
                    <a:pt x="2496" y="7001"/>
                  </a:cubicBezTo>
                  <a:cubicBezTo>
                    <a:pt x="2927" y="7147"/>
                    <a:pt x="3368" y="7260"/>
                    <a:pt x="3819" y="7339"/>
                  </a:cubicBezTo>
                  <a:cubicBezTo>
                    <a:pt x="4097" y="7379"/>
                    <a:pt x="4415" y="7439"/>
                    <a:pt x="4773" y="7518"/>
                  </a:cubicBezTo>
                  <a:cubicBezTo>
                    <a:pt x="5131" y="7598"/>
                    <a:pt x="5466" y="7717"/>
                    <a:pt x="5778" y="7876"/>
                  </a:cubicBezTo>
                  <a:cubicBezTo>
                    <a:pt x="6090" y="8035"/>
                    <a:pt x="6348" y="8257"/>
                    <a:pt x="6554" y="8543"/>
                  </a:cubicBezTo>
                  <a:cubicBezTo>
                    <a:pt x="6759" y="8828"/>
                    <a:pt x="6855" y="9196"/>
                    <a:pt x="6842" y="9646"/>
                  </a:cubicBezTo>
                  <a:cubicBezTo>
                    <a:pt x="6815" y="10110"/>
                    <a:pt x="6646" y="10492"/>
                    <a:pt x="6335" y="10790"/>
                  </a:cubicBezTo>
                  <a:cubicBezTo>
                    <a:pt x="6023" y="11088"/>
                    <a:pt x="5509" y="11238"/>
                    <a:pt x="4793" y="11238"/>
                  </a:cubicBezTo>
                  <a:cubicBezTo>
                    <a:pt x="4157" y="11238"/>
                    <a:pt x="3607" y="11135"/>
                    <a:pt x="3143" y="10929"/>
                  </a:cubicBezTo>
                  <a:cubicBezTo>
                    <a:pt x="2678" y="10724"/>
                    <a:pt x="2201" y="10409"/>
                    <a:pt x="1710" y="9985"/>
                  </a:cubicBezTo>
                  <a:cubicBezTo>
                    <a:pt x="1578" y="9892"/>
                    <a:pt x="1449" y="9819"/>
                    <a:pt x="1323" y="9766"/>
                  </a:cubicBezTo>
                  <a:cubicBezTo>
                    <a:pt x="1197" y="9713"/>
                    <a:pt x="1061" y="9686"/>
                    <a:pt x="915" y="9686"/>
                  </a:cubicBezTo>
                  <a:cubicBezTo>
                    <a:pt x="650" y="9686"/>
                    <a:pt x="431" y="9762"/>
                    <a:pt x="259" y="9915"/>
                  </a:cubicBezTo>
                  <a:cubicBezTo>
                    <a:pt x="86" y="10067"/>
                    <a:pt x="0" y="10263"/>
                    <a:pt x="0" y="10502"/>
                  </a:cubicBezTo>
                  <a:cubicBezTo>
                    <a:pt x="0" y="10674"/>
                    <a:pt x="46" y="10860"/>
                    <a:pt x="139" y="11059"/>
                  </a:cubicBezTo>
                  <a:close/>
                  <a:moveTo>
                    <a:pt x="17165" y="10144"/>
                  </a:moveTo>
                  <a:cubicBezTo>
                    <a:pt x="16780" y="10382"/>
                    <a:pt x="16359" y="10611"/>
                    <a:pt x="15902" y="10830"/>
                  </a:cubicBezTo>
                  <a:cubicBezTo>
                    <a:pt x="15444" y="11049"/>
                    <a:pt x="15003" y="11171"/>
                    <a:pt x="14579" y="11198"/>
                  </a:cubicBezTo>
                  <a:cubicBezTo>
                    <a:pt x="14075" y="11238"/>
                    <a:pt x="13651" y="11145"/>
                    <a:pt x="13306" y="10919"/>
                  </a:cubicBezTo>
                  <a:cubicBezTo>
                    <a:pt x="12961" y="10694"/>
                    <a:pt x="12696" y="10389"/>
                    <a:pt x="12510" y="10004"/>
                  </a:cubicBezTo>
                  <a:cubicBezTo>
                    <a:pt x="12537" y="10004"/>
                    <a:pt x="12607" y="9991"/>
                    <a:pt x="12719" y="9965"/>
                  </a:cubicBezTo>
                  <a:cubicBezTo>
                    <a:pt x="12832" y="9938"/>
                    <a:pt x="13094" y="9872"/>
                    <a:pt x="13505" y="9766"/>
                  </a:cubicBezTo>
                  <a:cubicBezTo>
                    <a:pt x="13890" y="9673"/>
                    <a:pt x="14301" y="9567"/>
                    <a:pt x="14738" y="9448"/>
                  </a:cubicBezTo>
                  <a:cubicBezTo>
                    <a:pt x="15176" y="9328"/>
                    <a:pt x="15600" y="9182"/>
                    <a:pt x="16011" y="9010"/>
                  </a:cubicBezTo>
                  <a:cubicBezTo>
                    <a:pt x="16422" y="8838"/>
                    <a:pt x="16800" y="8635"/>
                    <a:pt x="17145" y="8403"/>
                  </a:cubicBezTo>
                  <a:cubicBezTo>
                    <a:pt x="17490" y="8171"/>
                    <a:pt x="17761" y="7896"/>
                    <a:pt x="17960" y="7578"/>
                  </a:cubicBezTo>
                  <a:cubicBezTo>
                    <a:pt x="18066" y="7419"/>
                    <a:pt x="18139" y="7253"/>
                    <a:pt x="18179" y="7081"/>
                  </a:cubicBezTo>
                  <a:cubicBezTo>
                    <a:pt x="18219" y="6908"/>
                    <a:pt x="18239" y="6729"/>
                    <a:pt x="18239" y="6544"/>
                  </a:cubicBezTo>
                  <a:cubicBezTo>
                    <a:pt x="18239" y="6265"/>
                    <a:pt x="18186" y="5987"/>
                    <a:pt x="18080" y="5708"/>
                  </a:cubicBezTo>
                  <a:cubicBezTo>
                    <a:pt x="17973" y="5430"/>
                    <a:pt x="17828" y="5175"/>
                    <a:pt x="17642" y="4943"/>
                  </a:cubicBezTo>
                  <a:cubicBezTo>
                    <a:pt x="17456" y="4710"/>
                    <a:pt x="17238" y="4512"/>
                    <a:pt x="16986" y="4346"/>
                  </a:cubicBezTo>
                  <a:cubicBezTo>
                    <a:pt x="16734" y="4180"/>
                    <a:pt x="16462" y="4064"/>
                    <a:pt x="16170" y="3998"/>
                  </a:cubicBezTo>
                  <a:cubicBezTo>
                    <a:pt x="15865" y="3931"/>
                    <a:pt x="15554" y="3898"/>
                    <a:pt x="15235" y="3898"/>
                  </a:cubicBezTo>
                  <a:cubicBezTo>
                    <a:pt x="14639" y="3898"/>
                    <a:pt x="14062" y="3998"/>
                    <a:pt x="13505" y="4197"/>
                  </a:cubicBezTo>
                  <a:cubicBezTo>
                    <a:pt x="12948" y="4396"/>
                    <a:pt x="12431" y="4661"/>
                    <a:pt x="11954" y="4992"/>
                  </a:cubicBezTo>
                  <a:cubicBezTo>
                    <a:pt x="11357" y="5390"/>
                    <a:pt x="10923" y="5907"/>
                    <a:pt x="10651" y="6544"/>
                  </a:cubicBezTo>
                  <a:cubicBezTo>
                    <a:pt x="10379" y="7180"/>
                    <a:pt x="10243" y="7843"/>
                    <a:pt x="10243" y="8533"/>
                  </a:cubicBezTo>
                  <a:cubicBezTo>
                    <a:pt x="10243" y="9235"/>
                    <a:pt x="10399" y="9922"/>
                    <a:pt x="10710" y="10591"/>
                  </a:cubicBezTo>
                  <a:cubicBezTo>
                    <a:pt x="11022" y="11261"/>
                    <a:pt x="11456" y="11801"/>
                    <a:pt x="12013" y="12212"/>
                  </a:cubicBezTo>
                  <a:cubicBezTo>
                    <a:pt x="12358" y="12451"/>
                    <a:pt x="12729" y="12627"/>
                    <a:pt x="13127" y="12739"/>
                  </a:cubicBezTo>
                  <a:cubicBezTo>
                    <a:pt x="13525" y="12852"/>
                    <a:pt x="13916" y="12908"/>
                    <a:pt x="14301" y="12908"/>
                  </a:cubicBezTo>
                  <a:cubicBezTo>
                    <a:pt x="14950" y="12908"/>
                    <a:pt x="15597" y="12792"/>
                    <a:pt x="16240" y="12560"/>
                  </a:cubicBezTo>
                  <a:cubicBezTo>
                    <a:pt x="16883" y="12328"/>
                    <a:pt x="17483" y="12046"/>
                    <a:pt x="18040" y="11715"/>
                  </a:cubicBezTo>
                  <a:cubicBezTo>
                    <a:pt x="18239" y="11596"/>
                    <a:pt x="18385" y="11466"/>
                    <a:pt x="18477" y="11327"/>
                  </a:cubicBezTo>
                  <a:cubicBezTo>
                    <a:pt x="18570" y="11188"/>
                    <a:pt x="18617" y="11045"/>
                    <a:pt x="18617" y="10899"/>
                  </a:cubicBezTo>
                  <a:cubicBezTo>
                    <a:pt x="18617" y="10754"/>
                    <a:pt x="18580" y="10618"/>
                    <a:pt x="18507" y="10492"/>
                  </a:cubicBezTo>
                  <a:cubicBezTo>
                    <a:pt x="18434" y="10366"/>
                    <a:pt x="18335" y="10263"/>
                    <a:pt x="18209" y="10183"/>
                  </a:cubicBezTo>
                  <a:cubicBezTo>
                    <a:pt x="18083" y="10104"/>
                    <a:pt x="17930" y="10057"/>
                    <a:pt x="17751" y="10044"/>
                  </a:cubicBezTo>
                  <a:cubicBezTo>
                    <a:pt x="17572" y="10031"/>
                    <a:pt x="17377" y="10064"/>
                    <a:pt x="17165" y="10144"/>
                  </a:cubicBezTo>
                  <a:close/>
                  <a:moveTo>
                    <a:pt x="13505" y="6146"/>
                  </a:moveTo>
                  <a:cubicBezTo>
                    <a:pt x="13730" y="6040"/>
                    <a:pt x="14015" y="5930"/>
                    <a:pt x="14360" y="5818"/>
                  </a:cubicBezTo>
                  <a:cubicBezTo>
                    <a:pt x="14705" y="5705"/>
                    <a:pt x="15030" y="5649"/>
                    <a:pt x="15335" y="5649"/>
                  </a:cubicBezTo>
                  <a:cubicBezTo>
                    <a:pt x="15613" y="5649"/>
                    <a:pt x="15852" y="5722"/>
                    <a:pt x="16051" y="5867"/>
                  </a:cubicBezTo>
                  <a:cubicBezTo>
                    <a:pt x="16250" y="6013"/>
                    <a:pt x="16336" y="6278"/>
                    <a:pt x="16309" y="6663"/>
                  </a:cubicBezTo>
                  <a:cubicBezTo>
                    <a:pt x="16230" y="6822"/>
                    <a:pt x="16074" y="6968"/>
                    <a:pt x="15842" y="7101"/>
                  </a:cubicBezTo>
                  <a:cubicBezTo>
                    <a:pt x="15610" y="7233"/>
                    <a:pt x="15358" y="7349"/>
                    <a:pt x="15086" y="7449"/>
                  </a:cubicBezTo>
                  <a:cubicBezTo>
                    <a:pt x="14814" y="7548"/>
                    <a:pt x="14546" y="7634"/>
                    <a:pt x="14281" y="7707"/>
                  </a:cubicBezTo>
                  <a:cubicBezTo>
                    <a:pt x="14015" y="7780"/>
                    <a:pt x="13817" y="7836"/>
                    <a:pt x="13684" y="7876"/>
                  </a:cubicBezTo>
                  <a:cubicBezTo>
                    <a:pt x="13313" y="7982"/>
                    <a:pt x="13028" y="8065"/>
                    <a:pt x="12829" y="8125"/>
                  </a:cubicBezTo>
                  <a:cubicBezTo>
                    <a:pt x="12630" y="8185"/>
                    <a:pt x="12481" y="8228"/>
                    <a:pt x="12381" y="8254"/>
                  </a:cubicBezTo>
                  <a:cubicBezTo>
                    <a:pt x="12282" y="8281"/>
                    <a:pt x="12222" y="8297"/>
                    <a:pt x="12202" y="8304"/>
                  </a:cubicBezTo>
                  <a:lnTo>
                    <a:pt x="12172" y="8314"/>
                  </a:lnTo>
                  <a:cubicBezTo>
                    <a:pt x="12199" y="7850"/>
                    <a:pt x="12318" y="7429"/>
                    <a:pt x="12530" y="7051"/>
                  </a:cubicBezTo>
                  <a:cubicBezTo>
                    <a:pt x="12743" y="6673"/>
                    <a:pt x="13067" y="6371"/>
                    <a:pt x="13505" y="6146"/>
                  </a:cubicBezTo>
                  <a:close/>
                  <a:moveTo>
                    <a:pt x="27965" y="11655"/>
                  </a:moveTo>
                  <a:cubicBezTo>
                    <a:pt x="27991" y="11629"/>
                    <a:pt x="27975" y="11569"/>
                    <a:pt x="27915" y="11476"/>
                  </a:cubicBezTo>
                  <a:cubicBezTo>
                    <a:pt x="27855" y="11383"/>
                    <a:pt x="27779" y="11264"/>
                    <a:pt x="27686" y="11118"/>
                  </a:cubicBezTo>
                  <a:lnTo>
                    <a:pt x="27706" y="11118"/>
                  </a:lnTo>
                  <a:cubicBezTo>
                    <a:pt x="27600" y="10959"/>
                    <a:pt x="27497" y="10780"/>
                    <a:pt x="27398" y="10581"/>
                  </a:cubicBezTo>
                  <a:cubicBezTo>
                    <a:pt x="27298" y="10382"/>
                    <a:pt x="27235" y="10210"/>
                    <a:pt x="27209" y="10064"/>
                  </a:cubicBezTo>
                  <a:cubicBezTo>
                    <a:pt x="27143" y="9587"/>
                    <a:pt x="27096" y="9099"/>
                    <a:pt x="27070" y="8602"/>
                  </a:cubicBezTo>
                  <a:cubicBezTo>
                    <a:pt x="27043" y="8105"/>
                    <a:pt x="27030" y="7624"/>
                    <a:pt x="27030" y="7160"/>
                  </a:cubicBezTo>
                  <a:lnTo>
                    <a:pt x="27030" y="6822"/>
                  </a:lnTo>
                  <a:cubicBezTo>
                    <a:pt x="27030" y="6703"/>
                    <a:pt x="27033" y="6554"/>
                    <a:pt x="27040" y="6375"/>
                  </a:cubicBezTo>
                  <a:cubicBezTo>
                    <a:pt x="27046" y="6196"/>
                    <a:pt x="27050" y="5973"/>
                    <a:pt x="27050" y="5708"/>
                  </a:cubicBezTo>
                  <a:lnTo>
                    <a:pt x="27050" y="4714"/>
                  </a:lnTo>
                  <a:cubicBezTo>
                    <a:pt x="26904" y="4329"/>
                    <a:pt x="26669" y="4087"/>
                    <a:pt x="26344" y="3988"/>
                  </a:cubicBezTo>
                  <a:cubicBezTo>
                    <a:pt x="26019" y="3888"/>
                    <a:pt x="25651" y="3839"/>
                    <a:pt x="25240" y="3839"/>
                  </a:cubicBezTo>
                  <a:cubicBezTo>
                    <a:pt x="25028" y="3839"/>
                    <a:pt x="24809" y="3855"/>
                    <a:pt x="24583" y="3888"/>
                  </a:cubicBezTo>
                  <a:cubicBezTo>
                    <a:pt x="24358" y="3922"/>
                    <a:pt x="24139" y="3968"/>
                    <a:pt x="23927" y="4028"/>
                  </a:cubicBezTo>
                  <a:cubicBezTo>
                    <a:pt x="23715" y="4087"/>
                    <a:pt x="23526" y="4150"/>
                    <a:pt x="23360" y="4217"/>
                  </a:cubicBezTo>
                  <a:cubicBezTo>
                    <a:pt x="23194" y="4283"/>
                    <a:pt x="23065" y="4343"/>
                    <a:pt x="22972" y="4396"/>
                  </a:cubicBezTo>
                  <a:cubicBezTo>
                    <a:pt x="22535" y="4674"/>
                    <a:pt x="22127" y="4992"/>
                    <a:pt x="21749" y="5350"/>
                  </a:cubicBezTo>
                  <a:cubicBezTo>
                    <a:pt x="21371" y="5708"/>
                    <a:pt x="21036" y="6103"/>
                    <a:pt x="20745" y="6534"/>
                  </a:cubicBezTo>
                  <a:cubicBezTo>
                    <a:pt x="20453" y="6965"/>
                    <a:pt x="20224" y="7429"/>
                    <a:pt x="20059" y="7926"/>
                  </a:cubicBezTo>
                  <a:cubicBezTo>
                    <a:pt x="19893" y="8423"/>
                    <a:pt x="19810" y="8950"/>
                    <a:pt x="19810" y="9507"/>
                  </a:cubicBezTo>
                  <a:cubicBezTo>
                    <a:pt x="19810" y="10051"/>
                    <a:pt x="19916" y="10568"/>
                    <a:pt x="20128" y="11059"/>
                  </a:cubicBezTo>
                  <a:cubicBezTo>
                    <a:pt x="20340" y="11549"/>
                    <a:pt x="20698" y="11973"/>
                    <a:pt x="21202" y="12331"/>
                  </a:cubicBezTo>
                  <a:cubicBezTo>
                    <a:pt x="21547" y="12557"/>
                    <a:pt x="21888" y="12706"/>
                    <a:pt x="22227" y="12779"/>
                  </a:cubicBezTo>
                  <a:cubicBezTo>
                    <a:pt x="22565" y="12852"/>
                    <a:pt x="22913" y="12888"/>
                    <a:pt x="23271" y="12888"/>
                  </a:cubicBezTo>
                  <a:cubicBezTo>
                    <a:pt x="23761" y="12888"/>
                    <a:pt x="24215" y="12839"/>
                    <a:pt x="24633" y="12739"/>
                  </a:cubicBezTo>
                  <a:cubicBezTo>
                    <a:pt x="25051" y="12640"/>
                    <a:pt x="25498" y="12411"/>
                    <a:pt x="25976" y="12053"/>
                  </a:cubicBezTo>
                  <a:cubicBezTo>
                    <a:pt x="26042" y="12159"/>
                    <a:pt x="26125" y="12269"/>
                    <a:pt x="26224" y="12381"/>
                  </a:cubicBezTo>
                  <a:cubicBezTo>
                    <a:pt x="26324" y="12494"/>
                    <a:pt x="26427" y="12603"/>
                    <a:pt x="26533" y="12709"/>
                  </a:cubicBezTo>
                  <a:cubicBezTo>
                    <a:pt x="26771" y="12829"/>
                    <a:pt x="26997" y="12878"/>
                    <a:pt x="27209" y="12859"/>
                  </a:cubicBezTo>
                  <a:cubicBezTo>
                    <a:pt x="27421" y="12839"/>
                    <a:pt x="27597" y="12772"/>
                    <a:pt x="27736" y="12660"/>
                  </a:cubicBezTo>
                  <a:cubicBezTo>
                    <a:pt x="27875" y="12547"/>
                    <a:pt x="27968" y="12401"/>
                    <a:pt x="28014" y="12222"/>
                  </a:cubicBezTo>
                  <a:cubicBezTo>
                    <a:pt x="28061" y="12043"/>
                    <a:pt x="28044" y="11854"/>
                    <a:pt x="27965" y="11655"/>
                  </a:cubicBezTo>
                  <a:close/>
                  <a:moveTo>
                    <a:pt x="25280" y="10243"/>
                  </a:moveTo>
                  <a:cubicBezTo>
                    <a:pt x="24829" y="10614"/>
                    <a:pt x="24457" y="10886"/>
                    <a:pt x="24166" y="11059"/>
                  </a:cubicBezTo>
                  <a:cubicBezTo>
                    <a:pt x="23927" y="11138"/>
                    <a:pt x="23678" y="11178"/>
                    <a:pt x="23420" y="11178"/>
                  </a:cubicBezTo>
                  <a:cubicBezTo>
                    <a:pt x="23161" y="11178"/>
                    <a:pt x="22919" y="11128"/>
                    <a:pt x="22694" y="11029"/>
                  </a:cubicBezTo>
                  <a:cubicBezTo>
                    <a:pt x="22469" y="10929"/>
                    <a:pt x="22273" y="10783"/>
                    <a:pt x="22107" y="10591"/>
                  </a:cubicBezTo>
                  <a:cubicBezTo>
                    <a:pt x="21941" y="10399"/>
                    <a:pt x="21839" y="10157"/>
                    <a:pt x="21799" y="9865"/>
                  </a:cubicBezTo>
                  <a:cubicBezTo>
                    <a:pt x="21733" y="9494"/>
                    <a:pt x="21743" y="9113"/>
                    <a:pt x="21829" y="8722"/>
                  </a:cubicBezTo>
                  <a:cubicBezTo>
                    <a:pt x="21915" y="8330"/>
                    <a:pt x="22051" y="7956"/>
                    <a:pt x="22236" y="7598"/>
                  </a:cubicBezTo>
                  <a:cubicBezTo>
                    <a:pt x="22422" y="7240"/>
                    <a:pt x="22657" y="6915"/>
                    <a:pt x="22943" y="6623"/>
                  </a:cubicBezTo>
                  <a:cubicBezTo>
                    <a:pt x="23228" y="6331"/>
                    <a:pt x="23549" y="6106"/>
                    <a:pt x="23907" y="5947"/>
                  </a:cubicBezTo>
                  <a:cubicBezTo>
                    <a:pt x="24000" y="5907"/>
                    <a:pt x="24162" y="5841"/>
                    <a:pt x="24394" y="5748"/>
                  </a:cubicBezTo>
                  <a:cubicBezTo>
                    <a:pt x="24627" y="5655"/>
                    <a:pt x="24855" y="5596"/>
                    <a:pt x="25081" y="5569"/>
                  </a:cubicBezTo>
                  <a:cubicBezTo>
                    <a:pt x="25081" y="5834"/>
                    <a:pt x="25074" y="6106"/>
                    <a:pt x="25061" y="6385"/>
                  </a:cubicBezTo>
                  <a:cubicBezTo>
                    <a:pt x="25048" y="6663"/>
                    <a:pt x="25041" y="6975"/>
                    <a:pt x="25041" y="7319"/>
                  </a:cubicBezTo>
                  <a:cubicBezTo>
                    <a:pt x="25041" y="7810"/>
                    <a:pt x="25054" y="8304"/>
                    <a:pt x="25081" y="8801"/>
                  </a:cubicBezTo>
                  <a:cubicBezTo>
                    <a:pt x="25107" y="9298"/>
                    <a:pt x="25173" y="9779"/>
                    <a:pt x="25280" y="10243"/>
                  </a:cubicBezTo>
                  <a:close/>
                  <a:moveTo>
                    <a:pt x="30908" y="5708"/>
                  </a:moveTo>
                  <a:lnTo>
                    <a:pt x="31903" y="5708"/>
                  </a:lnTo>
                  <a:lnTo>
                    <a:pt x="31903" y="8751"/>
                  </a:lnTo>
                  <a:cubicBezTo>
                    <a:pt x="31903" y="9282"/>
                    <a:pt x="31906" y="9815"/>
                    <a:pt x="31913" y="10352"/>
                  </a:cubicBezTo>
                  <a:cubicBezTo>
                    <a:pt x="31919" y="10890"/>
                    <a:pt x="31923" y="11410"/>
                    <a:pt x="31923" y="11914"/>
                  </a:cubicBezTo>
                  <a:cubicBezTo>
                    <a:pt x="31962" y="12219"/>
                    <a:pt x="32078" y="12444"/>
                    <a:pt x="32271" y="12590"/>
                  </a:cubicBezTo>
                  <a:cubicBezTo>
                    <a:pt x="32463" y="12736"/>
                    <a:pt x="32672" y="12809"/>
                    <a:pt x="32897" y="12809"/>
                  </a:cubicBezTo>
                  <a:cubicBezTo>
                    <a:pt x="33123" y="12809"/>
                    <a:pt x="33341" y="12729"/>
                    <a:pt x="33554" y="12570"/>
                  </a:cubicBezTo>
                  <a:cubicBezTo>
                    <a:pt x="33766" y="12411"/>
                    <a:pt x="33872" y="12166"/>
                    <a:pt x="33872" y="11834"/>
                  </a:cubicBezTo>
                  <a:cubicBezTo>
                    <a:pt x="33872" y="11423"/>
                    <a:pt x="33869" y="11012"/>
                    <a:pt x="33862" y="10601"/>
                  </a:cubicBezTo>
                  <a:cubicBezTo>
                    <a:pt x="33855" y="10190"/>
                    <a:pt x="33852" y="9779"/>
                    <a:pt x="33852" y="9368"/>
                  </a:cubicBezTo>
                  <a:lnTo>
                    <a:pt x="33852" y="5708"/>
                  </a:lnTo>
                  <a:lnTo>
                    <a:pt x="35543" y="5708"/>
                  </a:lnTo>
                  <a:cubicBezTo>
                    <a:pt x="36152" y="5549"/>
                    <a:pt x="36457" y="5257"/>
                    <a:pt x="36457" y="4833"/>
                  </a:cubicBezTo>
                  <a:cubicBezTo>
                    <a:pt x="36457" y="4648"/>
                    <a:pt x="36388" y="4475"/>
                    <a:pt x="36249" y="4316"/>
                  </a:cubicBezTo>
                  <a:cubicBezTo>
                    <a:pt x="36109" y="4157"/>
                    <a:pt x="35894" y="4038"/>
                    <a:pt x="35602" y="3958"/>
                  </a:cubicBezTo>
                  <a:lnTo>
                    <a:pt x="33852" y="3958"/>
                  </a:lnTo>
                  <a:lnTo>
                    <a:pt x="33852" y="855"/>
                  </a:lnTo>
                  <a:cubicBezTo>
                    <a:pt x="33786" y="590"/>
                    <a:pt x="33660" y="394"/>
                    <a:pt x="33474" y="269"/>
                  </a:cubicBezTo>
                  <a:cubicBezTo>
                    <a:pt x="33288" y="143"/>
                    <a:pt x="33090" y="80"/>
                    <a:pt x="32877" y="80"/>
                  </a:cubicBezTo>
                  <a:cubicBezTo>
                    <a:pt x="32652" y="80"/>
                    <a:pt x="32450" y="149"/>
                    <a:pt x="32271" y="288"/>
                  </a:cubicBezTo>
                  <a:cubicBezTo>
                    <a:pt x="32092" y="428"/>
                    <a:pt x="31969" y="636"/>
                    <a:pt x="31903" y="915"/>
                  </a:cubicBezTo>
                  <a:lnTo>
                    <a:pt x="31903" y="3958"/>
                  </a:lnTo>
                  <a:lnTo>
                    <a:pt x="30988" y="3958"/>
                  </a:lnTo>
                  <a:cubicBezTo>
                    <a:pt x="30630" y="3958"/>
                    <a:pt x="30361" y="4051"/>
                    <a:pt x="30182" y="4236"/>
                  </a:cubicBezTo>
                  <a:cubicBezTo>
                    <a:pt x="30003" y="4422"/>
                    <a:pt x="29914" y="4621"/>
                    <a:pt x="29914" y="4833"/>
                  </a:cubicBezTo>
                  <a:cubicBezTo>
                    <a:pt x="29914" y="5045"/>
                    <a:pt x="29997" y="5231"/>
                    <a:pt x="30162" y="5390"/>
                  </a:cubicBezTo>
                  <a:cubicBezTo>
                    <a:pt x="30328" y="5549"/>
                    <a:pt x="30577" y="5655"/>
                    <a:pt x="30908" y="5708"/>
                  </a:cubicBezTo>
                  <a:close/>
                  <a:moveTo>
                    <a:pt x="41131" y="12709"/>
                  </a:moveTo>
                  <a:cubicBezTo>
                    <a:pt x="41503" y="12736"/>
                    <a:pt x="41901" y="12716"/>
                    <a:pt x="42325" y="12650"/>
                  </a:cubicBezTo>
                  <a:cubicBezTo>
                    <a:pt x="42749" y="12583"/>
                    <a:pt x="43160" y="12471"/>
                    <a:pt x="43558" y="12312"/>
                  </a:cubicBezTo>
                  <a:cubicBezTo>
                    <a:pt x="43956" y="12152"/>
                    <a:pt x="44320" y="11947"/>
                    <a:pt x="44652" y="11695"/>
                  </a:cubicBezTo>
                  <a:cubicBezTo>
                    <a:pt x="44983" y="11443"/>
                    <a:pt x="45249" y="11138"/>
                    <a:pt x="45448" y="10780"/>
                  </a:cubicBezTo>
                  <a:cubicBezTo>
                    <a:pt x="45673" y="10396"/>
                    <a:pt x="45829" y="9988"/>
                    <a:pt x="45915" y="9557"/>
                  </a:cubicBezTo>
                  <a:cubicBezTo>
                    <a:pt x="46001" y="9126"/>
                    <a:pt x="46044" y="8659"/>
                    <a:pt x="46044" y="8155"/>
                  </a:cubicBezTo>
                  <a:cubicBezTo>
                    <a:pt x="46044" y="7823"/>
                    <a:pt x="46021" y="7492"/>
                    <a:pt x="45975" y="7160"/>
                  </a:cubicBezTo>
                  <a:cubicBezTo>
                    <a:pt x="45928" y="6829"/>
                    <a:pt x="45849" y="6510"/>
                    <a:pt x="45736" y="6206"/>
                  </a:cubicBezTo>
                  <a:cubicBezTo>
                    <a:pt x="45623" y="5901"/>
                    <a:pt x="45474" y="5619"/>
                    <a:pt x="45288" y="5360"/>
                  </a:cubicBezTo>
                  <a:cubicBezTo>
                    <a:pt x="45103" y="5102"/>
                    <a:pt x="44871" y="4893"/>
                    <a:pt x="44592" y="4734"/>
                  </a:cubicBezTo>
                  <a:cubicBezTo>
                    <a:pt x="44314" y="4561"/>
                    <a:pt x="44012" y="4419"/>
                    <a:pt x="43687" y="4306"/>
                  </a:cubicBezTo>
                  <a:cubicBezTo>
                    <a:pt x="43362" y="4193"/>
                    <a:pt x="43014" y="4150"/>
                    <a:pt x="42643" y="4177"/>
                  </a:cubicBezTo>
                  <a:cubicBezTo>
                    <a:pt x="42298" y="4217"/>
                    <a:pt x="41980" y="4276"/>
                    <a:pt x="41688" y="4356"/>
                  </a:cubicBezTo>
                  <a:cubicBezTo>
                    <a:pt x="41397" y="4435"/>
                    <a:pt x="41112" y="4555"/>
                    <a:pt x="40833" y="4714"/>
                  </a:cubicBezTo>
                  <a:cubicBezTo>
                    <a:pt x="40621" y="4820"/>
                    <a:pt x="40396" y="4959"/>
                    <a:pt x="40157" y="5131"/>
                  </a:cubicBezTo>
                  <a:lnTo>
                    <a:pt x="40157" y="756"/>
                  </a:lnTo>
                  <a:cubicBezTo>
                    <a:pt x="40077" y="504"/>
                    <a:pt x="39948" y="315"/>
                    <a:pt x="39769" y="189"/>
                  </a:cubicBezTo>
                  <a:cubicBezTo>
                    <a:pt x="39590" y="63"/>
                    <a:pt x="39388" y="0"/>
                    <a:pt x="39162" y="0"/>
                  </a:cubicBezTo>
                  <a:cubicBezTo>
                    <a:pt x="38937" y="0"/>
                    <a:pt x="38738" y="70"/>
                    <a:pt x="38566" y="209"/>
                  </a:cubicBezTo>
                  <a:cubicBezTo>
                    <a:pt x="38393" y="348"/>
                    <a:pt x="38274" y="550"/>
                    <a:pt x="38208" y="815"/>
                  </a:cubicBezTo>
                  <a:lnTo>
                    <a:pt x="38188" y="11019"/>
                  </a:lnTo>
                  <a:cubicBezTo>
                    <a:pt x="38042" y="11271"/>
                    <a:pt x="37969" y="11476"/>
                    <a:pt x="37969" y="11635"/>
                  </a:cubicBezTo>
                  <a:cubicBezTo>
                    <a:pt x="37969" y="11861"/>
                    <a:pt x="38055" y="12053"/>
                    <a:pt x="38228" y="12212"/>
                  </a:cubicBezTo>
                  <a:cubicBezTo>
                    <a:pt x="38400" y="12371"/>
                    <a:pt x="38619" y="12451"/>
                    <a:pt x="38884" y="12451"/>
                  </a:cubicBezTo>
                  <a:cubicBezTo>
                    <a:pt x="38990" y="12451"/>
                    <a:pt x="39093" y="12441"/>
                    <a:pt x="39192" y="12421"/>
                  </a:cubicBezTo>
                  <a:cubicBezTo>
                    <a:pt x="39292" y="12401"/>
                    <a:pt x="39394" y="12358"/>
                    <a:pt x="39501" y="12292"/>
                  </a:cubicBezTo>
                  <a:cubicBezTo>
                    <a:pt x="39766" y="12438"/>
                    <a:pt x="40028" y="12537"/>
                    <a:pt x="40286" y="12590"/>
                  </a:cubicBezTo>
                  <a:cubicBezTo>
                    <a:pt x="40545" y="12643"/>
                    <a:pt x="40827" y="12683"/>
                    <a:pt x="41131" y="12709"/>
                  </a:cubicBezTo>
                  <a:close/>
                  <a:moveTo>
                    <a:pt x="40157" y="7856"/>
                  </a:moveTo>
                  <a:cubicBezTo>
                    <a:pt x="40356" y="7591"/>
                    <a:pt x="40555" y="7339"/>
                    <a:pt x="40754" y="7101"/>
                  </a:cubicBezTo>
                  <a:cubicBezTo>
                    <a:pt x="40952" y="6862"/>
                    <a:pt x="41155" y="6653"/>
                    <a:pt x="41360" y="6474"/>
                  </a:cubicBezTo>
                  <a:cubicBezTo>
                    <a:pt x="41566" y="6295"/>
                    <a:pt x="41788" y="6156"/>
                    <a:pt x="42027" y="6056"/>
                  </a:cubicBezTo>
                  <a:cubicBezTo>
                    <a:pt x="42265" y="5957"/>
                    <a:pt x="42537" y="5914"/>
                    <a:pt x="42842" y="5927"/>
                  </a:cubicBezTo>
                  <a:cubicBezTo>
                    <a:pt x="43094" y="5940"/>
                    <a:pt x="43303" y="6017"/>
                    <a:pt x="43469" y="6156"/>
                  </a:cubicBezTo>
                  <a:cubicBezTo>
                    <a:pt x="43634" y="6295"/>
                    <a:pt x="43767" y="6474"/>
                    <a:pt x="43866" y="6693"/>
                  </a:cubicBezTo>
                  <a:cubicBezTo>
                    <a:pt x="43966" y="6912"/>
                    <a:pt x="44035" y="7154"/>
                    <a:pt x="44075" y="7419"/>
                  </a:cubicBezTo>
                  <a:cubicBezTo>
                    <a:pt x="44115" y="7684"/>
                    <a:pt x="44135" y="7943"/>
                    <a:pt x="44135" y="8194"/>
                  </a:cubicBezTo>
                  <a:cubicBezTo>
                    <a:pt x="44135" y="8460"/>
                    <a:pt x="44115" y="8731"/>
                    <a:pt x="44075" y="9010"/>
                  </a:cubicBezTo>
                  <a:cubicBezTo>
                    <a:pt x="44035" y="9288"/>
                    <a:pt x="43936" y="9560"/>
                    <a:pt x="43777" y="9825"/>
                  </a:cubicBezTo>
                  <a:cubicBezTo>
                    <a:pt x="43525" y="10250"/>
                    <a:pt x="43193" y="10548"/>
                    <a:pt x="42782" y="10720"/>
                  </a:cubicBezTo>
                  <a:cubicBezTo>
                    <a:pt x="42371" y="10893"/>
                    <a:pt x="41960" y="10979"/>
                    <a:pt x="41549" y="10979"/>
                  </a:cubicBezTo>
                  <a:cubicBezTo>
                    <a:pt x="41364" y="10979"/>
                    <a:pt x="41151" y="10952"/>
                    <a:pt x="40913" y="10899"/>
                  </a:cubicBezTo>
                  <a:cubicBezTo>
                    <a:pt x="40674" y="10846"/>
                    <a:pt x="40422" y="10747"/>
                    <a:pt x="40157" y="10601"/>
                  </a:cubicBezTo>
                  <a:close/>
                  <a:moveTo>
                    <a:pt x="54577" y="10144"/>
                  </a:moveTo>
                  <a:cubicBezTo>
                    <a:pt x="54192" y="10382"/>
                    <a:pt x="53771" y="10611"/>
                    <a:pt x="53314" y="10830"/>
                  </a:cubicBezTo>
                  <a:cubicBezTo>
                    <a:pt x="52856" y="11049"/>
                    <a:pt x="52415" y="11171"/>
                    <a:pt x="51991" y="11198"/>
                  </a:cubicBezTo>
                  <a:cubicBezTo>
                    <a:pt x="51487" y="11238"/>
                    <a:pt x="51063" y="11145"/>
                    <a:pt x="50718" y="10919"/>
                  </a:cubicBezTo>
                  <a:cubicBezTo>
                    <a:pt x="50373" y="10694"/>
                    <a:pt x="50108" y="10389"/>
                    <a:pt x="49923" y="10004"/>
                  </a:cubicBezTo>
                  <a:cubicBezTo>
                    <a:pt x="49949" y="10004"/>
                    <a:pt x="50019" y="9991"/>
                    <a:pt x="50131" y="9965"/>
                  </a:cubicBezTo>
                  <a:cubicBezTo>
                    <a:pt x="50244" y="9938"/>
                    <a:pt x="50506" y="9872"/>
                    <a:pt x="50917" y="9766"/>
                  </a:cubicBezTo>
                  <a:cubicBezTo>
                    <a:pt x="51302" y="9673"/>
                    <a:pt x="51713" y="9567"/>
                    <a:pt x="52150" y="9448"/>
                  </a:cubicBezTo>
                  <a:cubicBezTo>
                    <a:pt x="52588" y="9328"/>
                    <a:pt x="53012" y="9182"/>
                    <a:pt x="53423" y="9010"/>
                  </a:cubicBezTo>
                  <a:cubicBezTo>
                    <a:pt x="53834" y="8838"/>
                    <a:pt x="54212" y="8635"/>
                    <a:pt x="54557" y="8403"/>
                  </a:cubicBezTo>
                  <a:cubicBezTo>
                    <a:pt x="54902" y="8171"/>
                    <a:pt x="55173" y="7896"/>
                    <a:pt x="55372" y="7578"/>
                  </a:cubicBezTo>
                  <a:cubicBezTo>
                    <a:pt x="55478" y="7419"/>
                    <a:pt x="55551" y="7253"/>
                    <a:pt x="55591" y="7081"/>
                  </a:cubicBezTo>
                  <a:cubicBezTo>
                    <a:pt x="55631" y="6908"/>
                    <a:pt x="55651" y="6729"/>
                    <a:pt x="55651" y="6544"/>
                  </a:cubicBezTo>
                  <a:cubicBezTo>
                    <a:pt x="55651" y="6265"/>
                    <a:pt x="55598" y="5987"/>
                    <a:pt x="55492" y="5708"/>
                  </a:cubicBezTo>
                  <a:cubicBezTo>
                    <a:pt x="55386" y="5430"/>
                    <a:pt x="55240" y="5175"/>
                    <a:pt x="55054" y="4943"/>
                  </a:cubicBezTo>
                  <a:cubicBezTo>
                    <a:pt x="54869" y="4710"/>
                    <a:pt x="54650" y="4512"/>
                    <a:pt x="54398" y="4346"/>
                  </a:cubicBezTo>
                  <a:cubicBezTo>
                    <a:pt x="54146" y="4180"/>
                    <a:pt x="53874" y="4064"/>
                    <a:pt x="53582" y="3998"/>
                  </a:cubicBezTo>
                  <a:cubicBezTo>
                    <a:pt x="53277" y="3931"/>
                    <a:pt x="52966" y="3898"/>
                    <a:pt x="52648" y="3898"/>
                  </a:cubicBezTo>
                  <a:cubicBezTo>
                    <a:pt x="52051" y="3898"/>
                    <a:pt x="51474" y="3998"/>
                    <a:pt x="50917" y="4197"/>
                  </a:cubicBezTo>
                  <a:cubicBezTo>
                    <a:pt x="50360" y="4396"/>
                    <a:pt x="49843" y="4661"/>
                    <a:pt x="49366" y="4992"/>
                  </a:cubicBezTo>
                  <a:cubicBezTo>
                    <a:pt x="48769" y="5390"/>
                    <a:pt x="48335" y="5907"/>
                    <a:pt x="48063" y="6544"/>
                  </a:cubicBezTo>
                  <a:cubicBezTo>
                    <a:pt x="47791" y="7180"/>
                    <a:pt x="47655" y="7843"/>
                    <a:pt x="47655" y="8533"/>
                  </a:cubicBezTo>
                  <a:cubicBezTo>
                    <a:pt x="47655" y="9235"/>
                    <a:pt x="47811" y="9922"/>
                    <a:pt x="48123" y="10591"/>
                  </a:cubicBezTo>
                  <a:cubicBezTo>
                    <a:pt x="48434" y="11261"/>
                    <a:pt x="48869" y="11801"/>
                    <a:pt x="49425" y="12212"/>
                  </a:cubicBezTo>
                  <a:cubicBezTo>
                    <a:pt x="49770" y="12451"/>
                    <a:pt x="50141" y="12627"/>
                    <a:pt x="50539" y="12739"/>
                  </a:cubicBezTo>
                  <a:cubicBezTo>
                    <a:pt x="50937" y="12852"/>
                    <a:pt x="51328" y="12908"/>
                    <a:pt x="51713" y="12908"/>
                  </a:cubicBezTo>
                  <a:cubicBezTo>
                    <a:pt x="52362" y="12908"/>
                    <a:pt x="53009" y="12792"/>
                    <a:pt x="53652" y="12560"/>
                  </a:cubicBezTo>
                  <a:cubicBezTo>
                    <a:pt x="54295" y="12328"/>
                    <a:pt x="54895" y="12046"/>
                    <a:pt x="55452" y="11715"/>
                  </a:cubicBezTo>
                  <a:cubicBezTo>
                    <a:pt x="55651" y="11596"/>
                    <a:pt x="55797" y="11466"/>
                    <a:pt x="55890" y="11327"/>
                  </a:cubicBezTo>
                  <a:cubicBezTo>
                    <a:pt x="55982" y="11188"/>
                    <a:pt x="56029" y="11045"/>
                    <a:pt x="56029" y="10899"/>
                  </a:cubicBezTo>
                  <a:cubicBezTo>
                    <a:pt x="56029" y="10754"/>
                    <a:pt x="55992" y="10618"/>
                    <a:pt x="55919" y="10492"/>
                  </a:cubicBezTo>
                  <a:cubicBezTo>
                    <a:pt x="55846" y="10366"/>
                    <a:pt x="55747" y="10263"/>
                    <a:pt x="55621" y="10183"/>
                  </a:cubicBezTo>
                  <a:cubicBezTo>
                    <a:pt x="55495" y="10104"/>
                    <a:pt x="55343" y="10057"/>
                    <a:pt x="55164" y="10044"/>
                  </a:cubicBezTo>
                  <a:cubicBezTo>
                    <a:pt x="54985" y="10031"/>
                    <a:pt x="54789" y="10064"/>
                    <a:pt x="54577" y="10144"/>
                  </a:cubicBezTo>
                  <a:close/>
                  <a:moveTo>
                    <a:pt x="50917" y="6146"/>
                  </a:moveTo>
                  <a:cubicBezTo>
                    <a:pt x="51143" y="6040"/>
                    <a:pt x="51428" y="5930"/>
                    <a:pt x="51772" y="5818"/>
                  </a:cubicBezTo>
                  <a:cubicBezTo>
                    <a:pt x="52117" y="5705"/>
                    <a:pt x="52442" y="5649"/>
                    <a:pt x="52747" y="5649"/>
                  </a:cubicBezTo>
                  <a:cubicBezTo>
                    <a:pt x="53025" y="5649"/>
                    <a:pt x="53264" y="5722"/>
                    <a:pt x="53463" y="5867"/>
                  </a:cubicBezTo>
                  <a:cubicBezTo>
                    <a:pt x="53662" y="6013"/>
                    <a:pt x="53748" y="6278"/>
                    <a:pt x="53722" y="6663"/>
                  </a:cubicBezTo>
                  <a:cubicBezTo>
                    <a:pt x="53642" y="6822"/>
                    <a:pt x="53486" y="6968"/>
                    <a:pt x="53254" y="7101"/>
                  </a:cubicBezTo>
                  <a:cubicBezTo>
                    <a:pt x="53022" y="7233"/>
                    <a:pt x="52770" y="7349"/>
                    <a:pt x="52498" y="7449"/>
                  </a:cubicBezTo>
                  <a:cubicBezTo>
                    <a:pt x="52227" y="7548"/>
                    <a:pt x="51958" y="7634"/>
                    <a:pt x="51693" y="7707"/>
                  </a:cubicBezTo>
                  <a:cubicBezTo>
                    <a:pt x="51428" y="7780"/>
                    <a:pt x="51229" y="7836"/>
                    <a:pt x="51096" y="7876"/>
                  </a:cubicBezTo>
                  <a:cubicBezTo>
                    <a:pt x="50725" y="7982"/>
                    <a:pt x="50440" y="8065"/>
                    <a:pt x="50241" y="8125"/>
                  </a:cubicBezTo>
                  <a:cubicBezTo>
                    <a:pt x="50042" y="8185"/>
                    <a:pt x="49893" y="8228"/>
                    <a:pt x="49793" y="8254"/>
                  </a:cubicBezTo>
                  <a:cubicBezTo>
                    <a:pt x="49694" y="8281"/>
                    <a:pt x="49634" y="8297"/>
                    <a:pt x="49614" y="8304"/>
                  </a:cubicBezTo>
                  <a:lnTo>
                    <a:pt x="49585" y="8314"/>
                  </a:lnTo>
                  <a:cubicBezTo>
                    <a:pt x="49611" y="7850"/>
                    <a:pt x="49730" y="7429"/>
                    <a:pt x="49943" y="7051"/>
                  </a:cubicBezTo>
                  <a:cubicBezTo>
                    <a:pt x="50155" y="6673"/>
                    <a:pt x="50480" y="6371"/>
                    <a:pt x="50917" y="6146"/>
                  </a:cubicBezTo>
                  <a:close/>
                  <a:moveTo>
                    <a:pt x="59808" y="11516"/>
                  </a:moveTo>
                  <a:lnTo>
                    <a:pt x="59708" y="11466"/>
                  </a:lnTo>
                  <a:cubicBezTo>
                    <a:pt x="59669" y="11446"/>
                    <a:pt x="59635" y="11423"/>
                    <a:pt x="59609" y="11397"/>
                  </a:cubicBezTo>
                  <a:lnTo>
                    <a:pt x="59609" y="855"/>
                  </a:lnTo>
                  <a:cubicBezTo>
                    <a:pt x="59516" y="603"/>
                    <a:pt x="59383" y="414"/>
                    <a:pt x="59211" y="288"/>
                  </a:cubicBezTo>
                  <a:cubicBezTo>
                    <a:pt x="59039" y="162"/>
                    <a:pt x="58840" y="99"/>
                    <a:pt x="58614" y="99"/>
                  </a:cubicBezTo>
                  <a:cubicBezTo>
                    <a:pt x="58389" y="99"/>
                    <a:pt x="58190" y="169"/>
                    <a:pt x="58018" y="308"/>
                  </a:cubicBezTo>
                  <a:cubicBezTo>
                    <a:pt x="57845" y="448"/>
                    <a:pt x="57726" y="650"/>
                    <a:pt x="57660" y="915"/>
                  </a:cubicBezTo>
                  <a:lnTo>
                    <a:pt x="57660" y="11814"/>
                  </a:lnTo>
                  <a:cubicBezTo>
                    <a:pt x="57686" y="11973"/>
                    <a:pt x="57719" y="12099"/>
                    <a:pt x="57759" y="12192"/>
                  </a:cubicBezTo>
                  <a:cubicBezTo>
                    <a:pt x="57799" y="12285"/>
                    <a:pt x="57878" y="12385"/>
                    <a:pt x="57998" y="12491"/>
                  </a:cubicBezTo>
                  <a:lnTo>
                    <a:pt x="58853" y="13048"/>
                  </a:lnTo>
                  <a:cubicBezTo>
                    <a:pt x="59052" y="13154"/>
                    <a:pt x="59241" y="13203"/>
                    <a:pt x="59420" y="13197"/>
                  </a:cubicBezTo>
                  <a:cubicBezTo>
                    <a:pt x="59599" y="13190"/>
                    <a:pt x="59755" y="13147"/>
                    <a:pt x="59887" y="13067"/>
                  </a:cubicBezTo>
                  <a:cubicBezTo>
                    <a:pt x="60020" y="12988"/>
                    <a:pt x="60126" y="12882"/>
                    <a:pt x="60206" y="12749"/>
                  </a:cubicBezTo>
                  <a:cubicBezTo>
                    <a:pt x="60285" y="12617"/>
                    <a:pt x="60325" y="12471"/>
                    <a:pt x="60325" y="12312"/>
                  </a:cubicBezTo>
                  <a:cubicBezTo>
                    <a:pt x="60325" y="12033"/>
                    <a:pt x="60152" y="11768"/>
                    <a:pt x="59808" y="11516"/>
                  </a:cubicBezTo>
                  <a:close/>
                  <a:moveTo>
                    <a:pt x="64084" y="5708"/>
                  </a:moveTo>
                  <a:lnTo>
                    <a:pt x="65078" y="5708"/>
                  </a:lnTo>
                  <a:lnTo>
                    <a:pt x="65078" y="8751"/>
                  </a:lnTo>
                  <a:cubicBezTo>
                    <a:pt x="65078" y="9282"/>
                    <a:pt x="65082" y="9815"/>
                    <a:pt x="65088" y="10352"/>
                  </a:cubicBezTo>
                  <a:cubicBezTo>
                    <a:pt x="65095" y="10890"/>
                    <a:pt x="65098" y="11410"/>
                    <a:pt x="65098" y="11914"/>
                  </a:cubicBezTo>
                  <a:cubicBezTo>
                    <a:pt x="65138" y="12219"/>
                    <a:pt x="65254" y="12444"/>
                    <a:pt x="65446" y="12590"/>
                  </a:cubicBezTo>
                  <a:cubicBezTo>
                    <a:pt x="65639" y="12736"/>
                    <a:pt x="65848" y="12809"/>
                    <a:pt x="66073" y="12809"/>
                  </a:cubicBezTo>
                  <a:cubicBezTo>
                    <a:pt x="66298" y="12809"/>
                    <a:pt x="66517" y="12729"/>
                    <a:pt x="66729" y="12570"/>
                  </a:cubicBezTo>
                  <a:cubicBezTo>
                    <a:pt x="66941" y="12411"/>
                    <a:pt x="67048" y="12166"/>
                    <a:pt x="67048" y="11834"/>
                  </a:cubicBezTo>
                  <a:cubicBezTo>
                    <a:pt x="67048" y="11423"/>
                    <a:pt x="67044" y="11012"/>
                    <a:pt x="67038" y="10601"/>
                  </a:cubicBezTo>
                  <a:cubicBezTo>
                    <a:pt x="67031" y="10190"/>
                    <a:pt x="67028" y="9779"/>
                    <a:pt x="67028" y="9368"/>
                  </a:cubicBezTo>
                  <a:lnTo>
                    <a:pt x="67028" y="5708"/>
                  </a:lnTo>
                  <a:lnTo>
                    <a:pt x="68718" y="5708"/>
                  </a:lnTo>
                  <a:cubicBezTo>
                    <a:pt x="69328" y="5549"/>
                    <a:pt x="69633" y="5257"/>
                    <a:pt x="69633" y="4833"/>
                  </a:cubicBezTo>
                  <a:cubicBezTo>
                    <a:pt x="69633" y="4648"/>
                    <a:pt x="69564" y="4475"/>
                    <a:pt x="69424" y="4316"/>
                  </a:cubicBezTo>
                  <a:cubicBezTo>
                    <a:pt x="69285" y="4157"/>
                    <a:pt x="69070" y="4038"/>
                    <a:pt x="68778" y="3958"/>
                  </a:cubicBezTo>
                  <a:lnTo>
                    <a:pt x="67028" y="3958"/>
                  </a:lnTo>
                  <a:lnTo>
                    <a:pt x="67028" y="855"/>
                  </a:lnTo>
                  <a:cubicBezTo>
                    <a:pt x="66961" y="590"/>
                    <a:pt x="66835" y="394"/>
                    <a:pt x="66650" y="269"/>
                  </a:cubicBezTo>
                  <a:cubicBezTo>
                    <a:pt x="66464" y="143"/>
                    <a:pt x="66265" y="80"/>
                    <a:pt x="66053" y="80"/>
                  </a:cubicBezTo>
                  <a:cubicBezTo>
                    <a:pt x="65828" y="80"/>
                    <a:pt x="65625" y="149"/>
                    <a:pt x="65446" y="288"/>
                  </a:cubicBezTo>
                  <a:cubicBezTo>
                    <a:pt x="65267" y="428"/>
                    <a:pt x="65145" y="636"/>
                    <a:pt x="65078" y="915"/>
                  </a:cubicBezTo>
                  <a:lnTo>
                    <a:pt x="65078" y="3958"/>
                  </a:lnTo>
                  <a:lnTo>
                    <a:pt x="64164" y="3958"/>
                  </a:lnTo>
                  <a:cubicBezTo>
                    <a:pt x="63806" y="3958"/>
                    <a:pt x="63537" y="4051"/>
                    <a:pt x="63358" y="4236"/>
                  </a:cubicBezTo>
                  <a:cubicBezTo>
                    <a:pt x="63179" y="4422"/>
                    <a:pt x="63090" y="4621"/>
                    <a:pt x="63090" y="4833"/>
                  </a:cubicBezTo>
                  <a:cubicBezTo>
                    <a:pt x="63090" y="5045"/>
                    <a:pt x="63172" y="5231"/>
                    <a:pt x="63338" y="5390"/>
                  </a:cubicBezTo>
                  <a:cubicBezTo>
                    <a:pt x="63504" y="5549"/>
                    <a:pt x="63752" y="5655"/>
                    <a:pt x="64084" y="5708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131" name="optional-read-only-state-access"/>
          <p:cNvGrpSpPr/>
          <p:nvPr/>
        </p:nvGrpSpPr>
        <p:grpSpPr>
          <a:xfrm>
            <a:off x="2455875" y="1420800"/>
            <a:ext cx="1606725" cy="283050"/>
            <a:chOff x="2455875" y="1420800"/>
            <a:chExt cx="1606725" cy="283050"/>
          </a:xfrm>
        </p:grpSpPr>
        <p:sp>
          <p:nvSpPr>
            <p:cNvPr id="132" name="read-only-query-to-state shaft" descr="read-only-query-to-state shaft"/>
            <p:cNvSpPr/>
            <p:nvPr/>
          </p:nvSpPr>
          <p:spPr>
            <a:xfrm>
              <a:off x="2486400" y="1420800"/>
              <a:ext cx="1545675" cy="255300"/>
            </a:xfrm>
            <a:custGeom>
              <a:avLst/>
              <a:gdLst/>
              <a:ahLst/>
              <a:cxnLst/>
              <a:rect l="0" t="0" r="r" b="b"/>
              <a:pathLst>
                <a:path w="278500" h="46000">
                  <a:moveTo>
                    <a:pt x="0" y="0"/>
                  </a:moveTo>
                  <a:lnTo>
                    <a:pt x="0" y="35000"/>
                  </a:lnTo>
                  <a:cubicBezTo>
                    <a:pt x="0" y="43000"/>
                    <a:pt x="3000" y="46000"/>
                    <a:pt x="12000" y="46000"/>
                  </a:cubicBezTo>
                  <a:lnTo>
                    <a:pt x="278500" y="46000"/>
                  </a:lnTo>
                </a:path>
              </a:pathLst>
            </a:custGeom>
            <a:noFill/>
            <a:ln w="11100" cap="rnd" cmpd="sng">
              <a:solidFill>
                <a:srgbClr val="969C9F"/>
              </a:solidFill>
              <a:custDash>
                <a:ds d="250000" sp="250000"/>
              </a:custDash>
              <a:round/>
            </a:ln>
            <a:effectLst/>
          </p:spPr>
        </p:sp>
        <p:sp>
          <p:nvSpPr>
            <p:cNvPr id="133" name="read-only-query-to-state head" descr="read-only-query-to-state head"/>
            <p:cNvSpPr/>
            <p:nvPr/>
          </p:nvSpPr>
          <p:spPr>
            <a:xfrm>
              <a:off x="4007100" y="1648350"/>
              <a:ext cx="55500" cy="55500"/>
            </a:xfrm>
            <a:custGeom>
              <a:avLst/>
              <a:gdLst/>
              <a:ahLst/>
              <a:cxnLst/>
              <a:rect l="0" t="0" r="r" b="b"/>
              <a:pathLst>
                <a:path w="10000" h="10000">
                  <a:moveTo>
                    <a:pt x="10000" y="5000"/>
                  </a:moveTo>
                  <a:lnTo>
                    <a:pt x="0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C9F"/>
            </a:solidFill>
            <a:ln w="5550" cap="rnd" cmpd="sng">
              <a:noFill/>
              <a:round/>
            </a:ln>
            <a:effectLst/>
          </p:spPr>
        </p:sp>
        <p:sp>
          <p:nvSpPr>
            <p:cNvPr id="134" name="state-query-return-head" descr="state-query-return-head"/>
            <p:cNvSpPr/>
            <p:nvPr/>
          </p:nvSpPr>
          <p:spPr>
            <a:xfrm>
              <a:off x="2455875" y="1420800"/>
              <a:ext cx="61050" cy="55500"/>
            </a:xfrm>
            <a:custGeom>
              <a:avLst/>
              <a:gdLst/>
              <a:ahLst/>
              <a:cxnLst/>
              <a:rect l="0" t="0" r="r" b="b"/>
              <a:pathLst>
                <a:path w="11000" h="10000">
                  <a:moveTo>
                    <a:pt x="5500" y="0"/>
                  </a:moveTo>
                  <a:lnTo>
                    <a:pt x="0" y="10000"/>
                  </a:lnTo>
                  <a:moveTo>
                    <a:pt x="5500" y="0"/>
                  </a:moveTo>
                  <a:lnTo>
                    <a:pt x="11000" y="10000"/>
                  </a:lnTo>
                </a:path>
              </a:pathLst>
            </a:custGeom>
            <a:noFill/>
            <a:ln w="11100" cap="rnd" cmpd="sng">
              <a:solidFill>
                <a:srgbClr val="969C9F"/>
              </a:solidFill>
              <a:round/>
            </a:ln>
            <a:effectLst/>
          </p:spPr>
        </p:sp>
        <p:sp>
          <p:nvSpPr>
            <p:cNvPr id="135" name="read-only-query-label line 1" descr="Optional read-only"/>
            <p:cNvSpPr/>
            <p:nvPr/>
          </p:nvSpPr>
          <p:spPr>
            <a:xfrm>
              <a:off x="2909537" y="1444723"/>
              <a:ext cx="842582" cy="97361"/>
            </a:xfrm>
            <a:custGeom>
              <a:avLst/>
              <a:gdLst/>
              <a:ahLst/>
              <a:cxnLst/>
              <a:rect l="0" t="0" r="r" b="b"/>
              <a:pathLst>
                <a:path w="151817" h="17543">
                  <a:moveTo>
                    <a:pt x="11158" y="7538"/>
                  </a:moveTo>
                  <a:cubicBezTo>
                    <a:pt x="11211" y="7233"/>
                    <a:pt x="11251" y="6928"/>
                    <a:pt x="11277" y="6623"/>
                  </a:cubicBezTo>
                  <a:cubicBezTo>
                    <a:pt x="11304" y="6318"/>
                    <a:pt x="11317" y="6013"/>
                    <a:pt x="11317" y="5708"/>
                  </a:cubicBezTo>
                  <a:cubicBezTo>
                    <a:pt x="11317" y="5244"/>
                    <a:pt x="11267" y="4773"/>
                    <a:pt x="11168" y="4296"/>
                  </a:cubicBezTo>
                  <a:cubicBezTo>
                    <a:pt x="11069" y="3819"/>
                    <a:pt x="10906" y="3368"/>
                    <a:pt x="10681" y="2944"/>
                  </a:cubicBezTo>
                  <a:cubicBezTo>
                    <a:pt x="10203" y="2108"/>
                    <a:pt x="9560" y="1465"/>
                    <a:pt x="8751" y="1014"/>
                  </a:cubicBezTo>
                  <a:cubicBezTo>
                    <a:pt x="7943" y="564"/>
                    <a:pt x="7081" y="338"/>
                    <a:pt x="6166" y="338"/>
                  </a:cubicBezTo>
                  <a:cubicBezTo>
                    <a:pt x="5596" y="338"/>
                    <a:pt x="5042" y="418"/>
                    <a:pt x="4505" y="577"/>
                  </a:cubicBezTo>
                  <a:cubicBezTo>
                    <a:pt x="3968" y="736"/>
                    <a:pt x="3467" y="968"/>
                    <a:pt x="3003" y="1273"/>
                  </a:cubicBezTo>
                  <a:cubicBezTo>
                    <a:pt x="2645" y="1525"/>
                    <a:pt x="2304" y="1850"/>
                    <a:pt x="1979" y="2248"/>
                  </a:cubicBezTo>
                  <a:cubicBezTo>
                    <a:pt x="1654" y="2645"/>
                    <a:pt x="1362" y="3076"/>
                    <a:pt x="1104" y="3540"/>
                  </a:cubicBezTo>
                  <a:cubicBezTo>
                    <a:pt x="845" y="4004"/>
                    <a:pt x="627" y="4478"/>
                    <a:pt x="448" y="4962"/>
                  </a:cubicBezTo>
                  <a:cubicBezTo>
                    <a:pt x="269" y="5446"/>
                    <a:pt x="146" y="5894"/>
                    <a:pt x="80" y="6305"/>
                  </a:cubicBezTo>
                  <a:cubicBezTo>
                    <a:pt x="53" y="6491"/>
                    <a:pt x="33" y="6683"/>
                    <a:pt x="20" y="6882"/>
                  </a:cubicBezTo>
                  <a:cubicBezTo>
                    <a:pt x="7" y="7081"/>
                    <a:pt x="0" y="7273"/>
                    <a:pt x="0" y="7459"/>
                  </a:cubicBezTo>
                  <a:cubicBezTo>
                    <a:pt x="0" y="7989"/>
                    <a:pt x="53" y="8519"/>
                    <a:pt x="159" y="9050"/>
                  </a:cubicBezTo>
                  <a:cubicBezTo>
                    <a:pt x="265" y="9580"/>
                    <a:pt x="434" y="10081"/>
                    <a:pt x="666" y="10551"/>
                  </a:cubicBezTo>
                  <a:cubicBezTo>
                    <a:pt x="898" y="11022"/>
                    <a:pt x="1203" y="11446"/>
                    <a:pt x="1581" y="11824"/>
                  </a:cubicBezTo>
                  <a:cubicBezTo>
                    <a:pt x="1959" y="12202"/>
                    <a:pt x="2427" y="12491"/>
                    <a:pt x="2983" y="12690"/>
                  </a:cubicBezTo>
                  <a:cubicBezTo>
                    <a:pt x="3341" y="12809"/>
                    <a:pt x="3696" y="12922"/>
                    <a:pt x="4048" y="13028"/>
                  </a:cubicBezTo>
                  <a:cubicBezTo>
                    <a:pt x="4399" y="13134"/>
                    <a:pt x="4747" y="13187"/>
                    <a:pt x="5092" y="13187"/>
                  </a:cubicBezTo>
                  <a:cubicBezTo>
                    <a:pt x="5503" y="13187"/>
                    <a:pt x="5904" y="13134"/>
                    <a:pt x="6295" y="13028"/>
                  </a:cubicBezTo>
                  <a:cubicBezTo>
                    <a:pt x="6686" y="12922"/>
                    <a:pt x="7087" y="12789"/>
                    <a:pt x="7498" y="12630"/>
                  </a:cubicBezTo>
                  <a:cubicBezTo>
                    <a:pt x="7976" y="12431"/>
                    <a:pt x="8413" y="12139"/>
                    <a:pt x="8811" y="11755"/>
                  </a:cubicBezTo>
                  <a:cubicBezTo>
                    <a:pt x="9209" y="11370"/>
                    <a:pt x="9560" y="10943"/>
                    <a:pt x="9865" y="10472"/>
                  </a:cubicBezTo>
                  <a:cubicBezTo>
                    <a:pt x="10170" y="10001"/>
                    <a:pt x="10432" y="9510"/>
                    <a:pt x="10651" y="9000"/>
                  </a:cubicBezTo>
                  <a:cubicBezTo>
                    <a:pt x="10870" y="8490"/>
                    <a:pt x="11039" y="8002"/>
                    <a:pt x="11158" y="7538"/>
                  </a:cubicBezTo>
                  <a:close/>
                  <a:moveTo>
                    <a:pt x="6643" y="11078"/>
                  </a:moveTo>
                  <a:cubicBezTo>
                    <a:pt x="6444" y="11185"/>
                    <a:pt x="6222" y="11271"/>
                    <a:pt x="5977" y="11337"/>
                  </a:cubicBezTo>
                  <a:cubicBezTo>
                    <a:pt x="5731" y="11403"/>
                    <a:pt x="5496" y="11436"/>
                    <a:pt x="5271" y="11436"/>
                  </a:cubicBezTo>
                  <a:cubicBezTo>
                    <a:pt x="4687" y="11436"/>
                    <a:pt x="4187" y="11330"/>
                    <a:pt x="3769" y="11118"/>
                  </a:cubicBezTo>
                  <a:cubicBezTo>
                    <a:pt x="3351" y="10906"/>
                    <a:pt x="3003" y="10621"/>
                    <a:pt x="2725" y="10263"/>
                  </a:cubicBezTo>
                  <a:cubicBezTo>
                    <a:pt x="2446" y="9905"/>
                    <a:pt x="2241" y="9491"/>
                    <a:pt x="2108" y="9020"/>
                  </a:cubicBezTo>
                  <a:cubicBezTo>
                    <a:pt x="1976" y="8549"/>
                    <a:pt x="1909" y="8055"/>
                    <a:pt x="1909" y="7538"/>
                  </a:cubicBezTo>
                  <a:cubicBezTo>
                    <a:pt x="1909" y="7127"/>
                    <a:pt x="1959" y="6693"/>
                    <a:pt x="2059" y="6235"/>
                  </a:cubicBezTo>
                  <a:cubicBezTo>
                    <a:pt x="2158" y="5778"/>
                    <a:pt x="2301" y="5330"/>
                    <a:pt x="2486" y="4893"/>
                  </a:cubicBezTo>
                  <a:cubicBezTo>
                    <a:pt x="2672" y="4455"/>
                    <a:pt x="2901" y="4041"/>
                    <a:pt x="3172" y="3650"/>
                  </a:cubicBezTo>
                  <a:cubicBezTo>
                    <a:pt x="3444" y="3259"/>
                    <a:pt x="3752" y="2930"/>
                    <a:pt x="4097" y="2665"/>
                  </a:cubicBezTo>
                  <a:cubicBezTo>
                    <a:pt x="4389" y="2466"/>
                    <a:pt x="4694" y="2310"/>
                    <a:pt x="5012" y="2198"/>
                  </a:cubicBezTo>
                  <a:cubicBezTo>
                    <a:pt x="5330" y="2085"/>
                    <a:pt x="5662" y="2029"/>
                    <a:pt x="6007" y="2029"/>
                  </a:cubicBezTo>
                  <a:cubicBezTo>
                    <a:pt x="6603" y="2029"/>
                    <a:pt x="7170" y="2175"/>
                    <a:pt x="7707" y="2466"/>
                  </a:cubicBezTo>
                  <a:cubicBezTo>
                    <a:pt x="8244" y="2758"/>
                    <a:pt x="8665" y="3182"/>
                    <a:pt x="8970" y="3739"/>
                  </a:cubicBezTo>
                  <a:cubicBezTo>
                    <a:pt x="9116" y="4044"/>
                    <a:pt x="9222" y="4366"/>
                    <a:pt x="9288" y="4704"/>
                  </a:cubicBezTo>
                  <a:cubicBezTo>
                    <a:pt x="9355" y="5042"/>
                    <a:pt x="9388" y="5383"/>
                    <a:pt x="9388" y="5728"/>
                  </a:cubicBezTo>
                  <a:cubicBezTo>
                    <a:pt x="9388" y="6206"/>
                    <a:pt x="9335" y="6706"/>
                    <a:pt x="9229" y="7230"/>
                  </a:cubicBezTo>
                  <a:cubicBezTo>
                    <a:pt x="9123" y="7754"/>
                    <a:pt x="8957" y="8257"/>
                    <a:pt x="8731" y="8741"/>
                  </a:cubicBezTo>
                  <a:cubicBezTo>
                    <a:pt x="8506" y="9225"/>
                    <a:pt x="8221" y="9673"/>
                    <a:pt x="7876" y="10084"/>
                  </a:cubicBezTo>
                  <a:cubicBezTo>
                    <a:pt x="7531" y="10495"/>
                    <a:pt x="7120" y="10827"/>
                    <a:pt x="6643" y="11078"/>
                  </a:cubicBezTo>
                  <a:close/>
                  <a:moveTo>
                    <a:pt x="13386" y="4694"/>
                  </a:moveTo>
                  <a:lnTo>
                    <a:pt x="13386" y="16648"/>
                  </a:lnTo>
                  <a:cubicBezTo>
                    <a:pt x="13425" y="16952"/>
                    <a:pt x="13541" y="17178"/>
                    <a:pt x="13734" y="17324"/>
                  </a:cubicBezTo>
                  <a:cubicBezTo>
                    <a:pt x="13926" y="17470"/>
                    <a:pt x="14135" y="17543"/>
                    <a:pt x="14360" y="17543"/>
                  </a:cubicBezTo>
                  <a:cubicBezTo>
                    <a:pt x="14599" y="17543"/>
                    <a:pt x="14821" y="17463"/>
                    <a:pt x="15027" y="17304"/>
                  </a:cubicBezTo>
                  <a:cubicBezTo>
                    <a:pt x="15232" y="17145"/>
                    <a:pt x="15341" y="16899"/>
                    <a:pt x="15355" y="16568"/>
                  </a:cubicBezTo>
                  <a:lnTo>
                    <a:pt x="15355" y="12550"/>
                  </a:lnTo>
                  <a:cubicBezTo>
                    <a:pt x="15501" y="12577"/>
                    <a:pt x="15646" y="12590"/>
                    <a:pt x="15792" y="12590"/>
                  </a:cubicBezTo>
                  <a:lnTo>
                    <a:pt x="16250" y="12590"/>
                  </a:lnTo>
                  <a:cubicBezTo>
                    <a:pt x="17045" y="12590"/>
                    <a:pt x="17741" y="12481"/>
                    <a:pt x="18338" y="12262"/>
                  </a:cubicBezTo>
                  <a:cubicBezTo>
                    <a:pt x="18935" y="12043"/>
                    <a:pt x="19439" y="11741"/>
                    <a:pt x="19850" y="11357"/>
                  </a:cubicBezTo>
                  <a:cubicBezTo>
                    <a:pt x="20261" y="10972"/>
                    <a:pt x="20569" y="10515"/>
                    <a:pt x="20775" y="9985"/>
                  </a:cubicBezTo>
                  <a:cubicBezTo>
                    <a:pt x="20980" y="9454"/>
                    <a:pt x="21083" y="8871"/>
                    <a:pt x="21083" y="8234"/>
                  </a:cubicBezTo>
                  <a:cubicBezTo>
                    <a:pt x="21083" y="7664"/>
                    <a:pt x="20987" y="7120"/>
                    <a:pt x="20794" y="6603"/>
                  </a:cubicBezTo>
                  <a:cubicBezTo>
                    <a:pt x="20602" y="6086"/>
                    <a:pt x="20337" y="5635"/>
                    <a:pt x="19999" y="5251"/>
                  </a:cubicBezTo>
                  <a:cubicBezTo>
                    <a:pt x="19661" y="4866"/>
                    <a:pt x="19263" y="4561"/>
                    <a:pt x="18806" y="4336"/>
                  </a:cubicBezTo>
                  <a:cubicBezTo>
                    <a:pt x="18348" y="4110"/>
                    <a:pt x="17854" y="3998"/>
                    <a:pt x="17324" y="3998"/>
                  </a:cubicBezTo>
                  <a:cubicBezTo>
                    <a:pt x="16979" y="3998"/>
                    <a:pt x="16634" y="4044"/>
                    <a:pt x="16290" y="4137"/>
                  </a:cubicBezTo>
                  <a:cubicBezTo>
                    <a:pt x="15945" y="4230"/>
                    <a:pt x="15627" y="4369"/>
                    <a:pt x="15335" y="4555"/>
                  </a:cubicBezTo>
                  <a:cubicBezTo>
                    <a:pt x="15255" y="4329"/>
                    <a:pt x="15123" y="4157"/>
                    <a:pt x="14937" y="4038"/>
                  </a:cubicBezTo>
                  <a:cubicBezTo>
                    <a:pt x="14751" y="3918"/>
                    <a:pt x="14559" y="3859"/>
                    <a:pt x="14360" y="3859"/>
                  </a:cubicBezTo>
                  <a:cubicBezTo>
                    <a:pt x="14135" y="3859"/>
                    <a:pt x="13933" y="3928"/>
                    <a:pt x="13754" y="4067"/>
                  </a:cubicBezTo>
                  <a:cubicBezTo>
                    <a:pt x="13575" y="4207"/>
                    <a:pt x="13452" y="4415"/>
                    <a:pt x="13386" y="4694"/>
                  </a:cubicBezTo>
                  <a:close/>
                  <a:moveTo>
                    <a:pt x="15355" y="7120"/>
                  </a:moveTo>
                  <a:lnTo>
                    <a:pt x="15494" y="6961"/>
                  </a:lnTo>
                  <a:cubicBezTo>
                    <a:pt x="15719" y="6670"/>
                    <a:pt x="15991" y="6388"/>
                    <a:pt x="16309" y="6116"/>
                  </a:cubicBezTo>
                  <a:cubicBezTo>
                    <a:pt x="16628" y="5844"/>
                    <a:pt x="16992" y="5708"/>
                    <a:pt x="17403" y="5708"/>
                  </a:cubicBezTo>
                  <a:cubicBezTo>
                    <a:pt x="17655" y="5708"/>
                    <a:pt x="17891" y="5788"/>
                    <a:pt x="18109" y="5947"/>
                  </a:cubicBezTo>
                  <a:cubicBezTo>
                    <a:pt x="18328" y="6106"/>
                    <a:pt x="18517" y="6312"/>
                    <a:pt x="18676" y="6564"/>
                  </a:cubicBezTo>
                  <a:cubicBezTo>
                    <a:pt x="18835" y="6815"/>
                    <a:pt x="18958" y="7097"/>
                    <a:pt x="19044" y="7409"/>
                  </a:cubicBezTo>
                  <a:cubicBezTo>
                    <a:pt x="19130" y="7720"/>
                    <a:pt x="19173" y="8029"/>
                    <a:pt x="19173" y="8334"/>
                  </a:cubicBezTo>
                  <a:cubicBezTo>
                    <a:pt x="19173" y="9129"/>
                    <a:pt x="18895" y="9752"/>
                    <a:pt x="18338" y="10203"/>
                  </a:cubicBezTo>
                  <a:cubicBezTo>
                    <a:pt x="17781" y="10654"/>
                    <a:pt x="17085" y="10880"/>
                    <a:pt x="16250" y="10880"/>
                  </a:cubicBezTo>
                  <a:cubicBezTo>
                    <a:pt x="15958" y="10880"/>
                    <a:pt x="15660" y="10846"/>
                    <a:pt x="15355" y="10780"/>
                  </a:cubicBezTo>
                  <a:close/>
                  <a:moveTo>
                    <a:pt x="24106" y="5808"/>
                  </a:moveTo>
                  <a:lnTo>
                    <a:pt x="25101" y="5808"/>
                  </a:lnTo>
                  <a:lnTo>
                    <a:pt x="25101" y="8851"/>
                  </a:lnTo>
                  <a:cubicBezTo>
                    <a:pt x="25101" y="9381"/>
                    <a:pt x="25104" y="9915"/>
                    <a:pt x="25110" y="10452"/>
                  </a:cubicBezTo>
                  <a:cubicBezTo>
                    <a:pt x="25117" y="10989"/>
                    <a:pt x="25120" y="11509"/>
                    <a:pt x="25120" y="12013"/>
                  </a:cubicBezTo>
                  <a:cubicBezTo>
                    <a:pt x="25160" y="12318"/>
                    <a:pt x="25276" y="12544"/>
                    <a:pt x="25469" y="12690"/>
                  </a:cubicBezTo>
                  <a:cubicBezTo>
                    <a:pt x="25661" y="12835"/>
                    <a:pt x="25870" y="12908"/>
                    <a:pt x="26095" y="12908"/>
                  </a:cubicBezTo>
                  <a:cubicBezTo>
                    <a:pt x="26320" y="12908"/>
                    <a:pt x="26539" y="12829"/>
                    <a:pt x="26751" y="12670"/>
                  </a:cubicBezTo>
                  <a:cubicBezTo>
                    <a:pt x="26964" y="12510"/>
                    <a:pt x="27070" y="12265"/>
                    <a:pt x="27070" y="11934"/>
                  </a:cubicBezTo>
                  <a:cubicBezTo>
                    <a:pt x="27070" y="11523"/>
                    <a:pt x="27066" y="11112"/>
                    <a:pt x="27060" y="10701"/>
                  </a:cubicBezTo>
                  <a:cubicBezTo>
                    <a:pt x="27053" y="10290"/>
                    <a:pt x="27050" y="9878"/>
                    <a:pt x="27050" y="9467"/>
                  </a:cubicBezTo>
                  <a:lnTo>
                    <a:pt x="27050" y="5808"/>
                  </a:lnTo>
                  <a:lnTo>
                    <a:pt x="28740" y="5808"/>
                  </a:lnTo>
                  <a:cubicBezTo>
                    <a:pt x="29350" y="5649"/>
                    <a:pt x="29655" y="5357"/>
                    <a:pt x="29655" y="4933"/>
                  </a:cubicBezTo>
                  <a:cubicBezTo>
                    <a:pt x="29655" y="4747"/>
                    <a:pt x="29586" y="4575"/>
                    <a:pt x="29446" y="4415"/>
                  </a:cubicBezTo>
                  <a:cubicBezTo>
                    <a:pt x="29307" y="4256"/>
                    <a:pt x="29092" y="4137"/>
                    <a:pt x="28800" y="4057"/>
                  </a:cubicBezTo>
                  <a:lnTo>
                    <a:pt x="27050" y="4057"/>
                  </a:lnTo>
                  <a:lnTo>
                    <a:pt x="27050" y="955"/>
                  </a:lnTo>
                  <a:cubicBezTo>
                    <a:pt x="26983" y="690"/>
                    <a:pt x="26857" y="494"/>
                    <a:pt x="26672" y="368"/>
                  </a:cubicBezTo>
                  <a:cubicBezTo>
                    <a:pt x="26486" y="242"/>
                    <a:pt x="26287" y="179"/>
                    <a:pt x="26075" y="179"/>
                  </a:cubicBezTo>
                  <a:cubicBezTo>
                    <a:pt x="25850" y="179"/>
                    <a:pt x="25648" y="249"/>
                    <a:pt x="25469" y="388"/>
                  </a:cubicBezTo>
                  <a:cubicBezTo>
                    <a:pt x="25290" y="527"/>
                    <a:pt x="25167" y="736"/>
                    <a:pt x="25101" y="1014"/>
                  </a:cubicBezTo>
                  <a:lnTo>
                    <a:pt x="25101" y="4057"/>
                  </a:lnTo>
                  <a:lnTo>
                    <a:pt x="24186" y="4057"/>
                  </a:lnTo>
                  <a:cubicBezTo>
                    <a:pt x="23828" y="4057"/>
                    <a:pt x="23559" y="4150"/>
                    <a:pt x="23380" y="4336"/>
                  </a:cubicBezTo>
                  <a:cubicBezTo>
                    <a:pt x="23201" y="4522"/>
                    <a:pt x="23112" y="4720"/>
                    <a:pt x="23112" y="4933"/>
                  </a:cubicBezTo>
                  <a:cubicBezTo>
                    <a:pt x="23112" y="5145"/>
                    <a:pt x="23194" y="5330"/>
                    <a:pt x="23360" y="5490"/>
                  </a:cubicBezTo>
                  <a:cubicBezTo>
                    <a:pt x="23526" y="5649"/>
                    <a:pt x="23775" y="5755"/>
                    <a:pt x="24106" y="5808"/>
                  </a:cubicBezTo>
                  <a:close/>
                  <a:moveTo>
                    <a:pt x="33176" y="11993"/>
                  </a:moveTo>
                  <a:lnTo>
                    <a:pt x="33116" y="4455"/>
                  </a:lnTo>
                  <a:cubicBezTo>
                    <a:pt x="33050" y="4190"/>
                    <a:pt x="32924" y="3994"/>
                    <a:pt x="32738" y="3869"/>
                  </a:cubicBezTo>
                  <a:cubicBezTo>
                    <a:pt x="32552" y="3743"/>
                    <a:pt x="32354" y="3680"/>
                    <a:pt x="32141" y="3680"/>
                  </a:cubicBezTo>
                  <a:cubicBezTo>
                    <a:pt x="31903" y="3680"/>
                    <a:pt x="31697" y="3749"/>
                    <a:pt x="31525" y="3888"/>
                  </a:cubicBezTo>
                  <a:cubicBezTo>
                    <a:pt x="31352" y="4028"/>
                    <a:pt x="31233" y="4236"/>
                    <a:pt x="31167" y="4515"/>
                  </a:cubicBezTo>
                  <a:lnTo>
                    <a:pt x="31227" y="12073"/>
                  </a:lnTo>
                  <a:cubicBezTo>
                    <a:pt x="31266" y="12378"/>
                    <a:pt x="31379" y="12603"/>
                    <a:pt x="31565" y="12749"/>
                  </a:cubicBezTo>
                  <a:cubicBezTo>
                    <a:pt x="31750" y="12895"/>
                    <a:pt x="31962" y="12968"/>
                    <a:pt x="32201" y="12968"/>
                  </a:cubicBezTo>
                  <a:cubicBezTo>
                    <a:pt x="32440" y="12968"/>
                    <a:pt x="32659" y="12888"/>
                    <a:pt x="32857" y="12729"/>
                  </a:cubicBezTo>
                  <a:cubicBezTo>
                    <a:pt x="33056" y="12570"/>
                    <a:pt x="33162" y="12325"/>
                    <a:pt x="33176" y="11993"/>
                  </a:cubicBezTo>
                  <a:close/>
                  <a:moveTo>
                    <a:pt x="31028" y="1352"/>
                  </a:moveTo>
                  <a:cubicBezTo>
                    <a:pt x="31028" y="1657"/>
                    <a:pt x="31137" y="1916"/>
                    <a:pt x="31356" y="2128"/>
                  </a:cubicBezTo>
                  <a:cubicBezTo>
                    <a:pt x="31575" y="2340"/>
                    <a:pt x="31836" y="2446"/>
                    <a:pt x="32141" y="2446"/>
                  </a:cubicBezTo>
                  <a:cubicBezTo>
                    <a:pt x="32460" y="2446"/>
                    <a:pt x="32728" y="2340"/>
                    <a:pt x="32947" y="2128"/>
                  </a:cubicBezTo>
                  <a:cubicBezTo>
                    <a:pt x="33166" y="1916"/>
                    <a:pt x="33275" y="1657"/>
                    <a:pt x="33275" y="1352"/>
                  </a:cubicBezTo>
                  <a:cubicBezTo>
                    <a:pt x="33275" y="1048"/>
                    <a:pt x="33166" y="786"/>
                    <a:pt x="32947" y="567"/>
                  </a:cubicBezTo>
                  <a:cubicBezTo>
                    <a:pt x="32728" y="348"/>
                    <a:pt x="32460" y="239"/>
                    <a:pt x="32141" y="239"/>
                  </a:cubicBezTo>
                  <a:cubicBezTo>
                    <a:pt x="31836" y="239"/>
                    <a:pt x="31575" y="348"/>
                    <a:pt x="31356" y="567"/>
                  </a:cubicBezTo>
                  <a:cubicBezTo>
                    <a:pt x="31137" y="786"/>
                    <a:pt x="31028" y="1048"/>
                    <a:pt x="31028" y="1352"/>
                  </a:cubicBezTo>
                  <a:close/>
                  <a:moveTo>
                    <a:pt x="39640" y="4018"/>
                  </a:moveTo>
                  <a:cubicBezTo>
                    <a:pt x="39003" y="4018"/>
                    <a:pt x="38403" y="4170"/>
                    <a:pt x="37840" y="4475"/>
                  </a:cubicBezTo>
                  <a:cubicBezTo>
                    <a:pt x="37276" y="4780"/>
                    <a:pt x="36786" y="5181"/>
                    <a:pt x="36368" y="5678"/>
                  </a:cubicBezTo>
                  <a:cubicBezTo>
                    <a:pt x="35950" y="6176"/>
                    <a:pt x="35619" y="6739"/>
                    <a:pt x="35373" y="7369"/>
                  </a:cubicBezTo>
                  <a:cubicBezTo>
                    <a:pt x="35128" y="7999"/>
                    <a:pt x="35006" y="8645"/>
                    <a:pt x="35006" y="9308"/>
                  </a:cubicBezTo>
                  <a:cubicBezTo>
                    <a:pt x="35006" y="9786"/>
                    <a:pt x="35088" y="10260"/>
                    <a:pt x="35254" y="10730"/>
                  </a:cubicBezTo>
                  <a:cubicBezTo>
                    <a:pt x="35420" y="11201"/>
                    <a:pt x="35655" y="11625"/>
                    <a:pt x="35960" y="12003"/>
                  </a:cubicBezTo>
                  <a:cubicBezTo>
                    <a:pt x="36265" y="12381"/>
                    <a:pt x="36640" y="12690"/>
                    <a:pt x="37084" y="12928"/>
                  </a:cubicBezTo>
                  <a:cubicBezTo>
                    <a:pt x="37528" y="13167"/>
                    <a:pt x="38022" y="13286"/>
                    <a:pt x="38566" y="13286"/>
                  </a:cubicBezTo>
                  <a:cubicBezTo>
                    <a:pt x="39083" y="13286"/>
                    <a:pt x="39577" y="13187"/>
                    <a:pt x="40048" y="12988"/>
                  </a:cubicBezTo>
                  <a:cubicBezTo>
                    <a:pt x="40518" y="12789"/>
                    <a:pt x="40946" y="12514"/>
                    <a:pt x="41330" y="12162"/>
                  </a:cubicBezTo>
                  <a:cubicBezTo>
                    <a:pt x="41715" y="11811"/>
                    <a:pt x="42050" y="11397"/>
                    <a:pt x="42335" y="10919"/>
                  </a:cubicBezTo>
                  <a:cubicBezTo>
                    <a:pt x="42620" y="10442"/>
                    <a:pt x="42835" y="9931"/>
                    <a:pt x="42981" y="9388"/>
                  </a:cubicBezTo>
                  <a:cubicBezTo>
                    <a:pt x="43021" y="9189"/>
                    <a:pt x="43054" y="8993"/>
                    <a:pt x="43081" y="8801"/>
                  </a:cubicBezTo>
                  <a:cubicBezTo>
                    <a:pt x="43107" y="8609"/>
                    <a:pt x="43120" y="8400"/>
                    <a:pt x="43120" y="8175"/>
                  </a:cubicBezTo>
                  <a:cubicBezTo>
                    <a:pt x="43120" y="7657"/>
                    <a:pt x="43044" y="7150"/>
                    <a:pt x="42892" y="6653"/>
                  </a:cubicBezTo>
                  <a:cubicBezTo>
                    <a:pt x="42739" y="6156"/>
                    <a:pt x="42514" y="5712"/>
                    <a:pt x="42215" y="5320"/>
                  </a:cubicBezTo>
                  <a:cubicBezTo>
                    <a:pt x="41917" y="4929"/>
                    <a:pt x="41552" y="4614"/>
                    <a:pt x="41122" y="4376"/>
                  </a:cubicBezTo>
                  <a:cubicBezTo>
                    <a:pt x="40691" y="4137"/>
                    <a:pt x="40197" y="4018"/>
                    <a:pt x="39640" y="4018"/>
                  </a:cubicBezTo>
                  <a:close/>
                  <a:moveTo>
                    <a:pt x="37074" y="8294"/>
                  </a:moveTo>
                  <a:cubicBezTo>
                    <a:pt x="37140" y="8029"/>
                    <a:pt x="37246" y="7747"/>
                    <a:pt x="37392" y="7449"/>
                  </a:cubicBezTo>
                  <a:cubicBezTo>
                    <a:pt x="37538" y="7150"/>
                    <a:pt x="37720" y="6878"/>
                    <a:pt x="37939" y="6633"/>
                  </a:cubicBezTo>
                  <a:cubicBezTo>
                    <a:pt x="38158" y="6388"/>
                    <a:pt x="38407" y="6182"/>
                    <a:pt x="38685" y="6017"/>
                  </a:cubicBezTo>
                  <a:cubicBezTo>
                    <a:pt x="38964" y="5851"/>
                    <a:pt x="39262" y="5768"/>
                    <a:pt x="39580" y="5768"/>
                  </a:cubicBezTo>
                  <a:cubicBezTo>
                    <a:pt x="39832" y="5768"/>
                    <a:pt x="40057" y="5838"/>
                    <a:pt x="40256" y="5977"/>
                  </a:cubicBezTo>
                  <a:cubicBezTo>
                    <a:pt x="40455" y="6116"/>
                    <a:pt x="40624" y="6298"/>
                    <a:pt x="40764" y="6524"/>
                  </a:cubicBezTo>
                  <a:cubicBezTo>
                    <a:pt x="40903" y="6749"/>
                    <a:pt x="41006" y="7004"/>
                    <a:pt x="41072" y="7290"/>
                  </a:cubicBezTo>
                  <a:cubicBezTo>
                    <a:pt x="41138" y="7575"/>
                    <a:pt x="41171" y="7863"/>
                    <a:pt x="41171" y="8155"/>
                  </a:cubicBezTo>
                  <a:cubicBezTo>
                    <a:pt x="41171" y="8473"/>
                    <a:pt x="41112" y="8828"/>
                    <a:pt x="40992" y="9219"/>
                  </a:cubicBezTo>
                  <a:cubicBezTo>
                    <a:pt x="40873" y="9610"/>
                    <a:pt x="40704" y="9975"/>
                    <a:pt x="40485" y="10313"/>
                  </a:cubicBezTo>
                  <a:cubicBezTo>
                    <a:pt x="40266" y="10651"/>
                    <a:pt x="40001" y="10936"/>
                    <a:pt x="39690" y="11168"/>
                  </a:cubicBezTo>
                  <a:cubicBezTo>
                    <a:pt x="39378" y="11400"/>
                    <a:pt x="39023" y="11516"/>
                    <a:pt x="38625" y="11516"/>
                  </a:cubicBezTo>
                  <a:cubicBezTo>
                    <a:pt x="38214" y="11516"/>
                    <a:pt x="37886" y="11403"/>
                    <a:pt x="37641" y="11178"/>
                  </a:cubicBezTo>
                  <a:cubicBezTo>
                    <a:pt x="37396" y="10952"/>
                    <a:pt x="37220" y="10677"/>
                    <a:pt x="37114" y="10352"/>
                  </a:cubicBezTo>
                  <a:cubicBezTo>
                    <a:pt x="37008" y="10028"/>
                    <a:pt x="36955" y="9680"/>
                    <a:pt x="36955" y="9308"/>
                  </a:cubicBezTo>
                  <a:cubicBezTo>
                    <a:pt x="36955" y="8937"/>
                    <a:pt x="36994" y="8599"/>
                    <a:pt x="37074" y="8294"/>
                  </a:cubicBezTo>
                  <a:close/>
                  <a:moveTo>
                    <a:pt x="51633" y="12033"/>
                  </a:moveTo>
                  <a:lnTo>
                    <a:pt x="51633" y="8413"/>
                  </a:lnTo>
                  <a:cubicBezTo>
                    <a:pt x="51633" y="8175"/>
                    <a:pt x="51646" y="7919"/>
                    <a:pt x="51673" y="7648"/>
                  </a:cubicBezTo>
                  <a:cubicBezTo>
                    <a:pt x="51699" y="7376"/>
                    <a:pt x="51713" y="7101"/>
                    <a:pt x="51713" y="6822"/>
                  </a:cubicBezTo>
                  <a:cubicBezTo>
                    <a:pt x="51713" y="6544"/>
                    <a:pt x="51693" y="6272"/>
                    <a:pt x="51653" y="6007"/>
                  </a:cubicBezTo>
                  <a:cubicBezTo>
                    <a:pt x="51613" y="5741"/>
                    <a:pt x="51527" y="5490"/>
                    <a:pt x="51394" y="5251"/>
                  </a:cubicBezTo>
                  <a:cubicBezTo>
                    <a:pt x="51116" y="4760"/>
                    <a:pt x="50748" y="4396"/>
                    <a:pt x="50291" y="4157"/>
                  </a:cubicBezTo>
                  <a:cubicBezTo>
                    <a:pt x="49833" y="3918"/>
                    <a:pt x="49352" y="3799"/>
                    <a:pt x="48849" y="3799"/>
                  </a:cubicBezTo>
                  <a:cubicBezTo>
                    <a:pt x="48385" y="3799"/>
                    <a:pt x="47934" y="3875"/>
                    <a:pt x="47496" y="4028"/>
                  </a:cubicBezTo>
                  <a:cubicBezTo>
                    <a:pt x="47059" y="4180"/>
                    <a:pt x="46648" y="4389"/>
                    <a:pt x="46263" y="4654"/>
                  </a:cubicBezTo>
                  <a:cubicBezTo>
                    <a:pt x="46197" y="4429"/>
                    <a:pt x="46071" y="4260"/>
                    <a:pt x="45885" y="4147"/>
                  </a:cubicBezTo>
                  <a:cubicBezTo>
                    <a:pt x="45699" y="4034"/>
                    <a:pt x="45514" y="3978"/>
                    <a:pt x="45328" y="3978"/>
                  </a:cubicBezTo>
                  <a:cubicBezTo>
                    <a:pt x="45103" y="3978"/>
                    <a:pt x="44901" y="4044"/>
                    <a:pt x="44722" y="4177"/>
                  </a:cubicBezTo>
                  <a:cubicBezTo>
                    <a:pt x="44543" y="4309"/>
                    <a:pt x="44420" y="4522"/>
                    <a:pt x="44354" y="4813"/>
                  </a:cubicBezTo>
                  <a:cubicBezTo>
                    <a:pt x="44354" y="5450"/>
                    <a:pt x="44357" y="6063"/>
                    <a:pt x="44364" y="6653"/>
                  </a:cubicBezTo>
                  <a:cubicBezTo>
                    <a:pt x="44370" y="7243"/>
                    <a:pt x="44373" y="7830"/>
                    <a:pt x="44373" y="8413"/>
                  </a:cubicBezTo>
                  <a:lnTo>
                    <a:pt x="44373" y="11993"/>
                  </a:lnTo>
                  <a:cubicBezTo>
                    <a:pt x="44413" y="12298"/>
                    <a:pt x="44529" y="12524"/>
                    <a:pt x="44722" y="12670"/>
                  </a:cubicBezTo>
                  <a:cubicBezTo>
                    <a:pt x="44914" y="12815"/>
                    <a:pt x="45123" y="12888"/>
                    <a:pt x="45348" y="12888"/>
                  </a:cubicBezTo>
                  <a:cubicBezTo>
                    <a:pt x="45587" y="12888"/>
                    <a:pt x="45806" y="12809"/>
                    <a:pt x="46004" y="12650"/>
                  </a:cubicBezTo>
                  <a:cubicBezTo>
                    <a:pt x="46203" y="12491"/>
                    <a:pt x="46309" y="12245"/>
                    <a:pt x="46323" y="11914"/>
                  </a:cubicBezTo>
                  <a:cubicBezTo>
                    <a:pt x="46309" y="11238"/>
                    <a:pt x="46303" y="10571"/>
                    <a:pt x="46303" y="9915"/>
                  </a:cubicBezTo>
                  <a:lnTo>
                    <a:pt x="46303" y="7916"/>
                  </a:lnTo>
                  <a:cubicBezTo>
                    <a:pt x="46329" y="7651"/>
                    <a:pt x="46372" y="7449"/>
                    <a:pt x="46432" y="7309"/>
                  </a:cubicBezTo>
                  <a:cubicBezTo>
                    <a:pt x="46492" y="7170"/>
                    <a:pt x="46575" y="7021"/>
                    <a:pt x="46681" y="6862"/>
                  </a:cubicBezTo>
                  <a:cubicBezTo>
                    <a:pt x="46986" y="6424"/>
                    <a:pt x="47327" y="6093"/>
                    <a:pt x="47705" y="5867"/>
                  </a:cubicBezTo>
                  <a:cubicBezTo>
                    <a:pt x="48083" y="5642"/>
                    <a:pt x="48471" y="5529"/>
                    <a:pt x="48869" y="5529"/>
                  </a:cubicBezTo>
                  <a:cubicBezTo>
                    <a:pt x="49107" y="5529"/>
                    <a:pt x="49283" y="5622"/>
                    <a:pt x="49396" y="5808"/>
                  </a:cubicBezTo>
                  <a:cubicBezTo>
                    <a:pt x="49508" y="5993"/>
                    <a:pt x="49585" y="6215"/>
                    <a:pt x="49624" y="6474"/>
                  </a:cubicBezTo>
                  <a:cubicBezTo>
                    <a:pt x="49664" y="6733"/>
                    <a:pt x="49677" y="6994"/>
                    <a:pt x="49664" y="7260"/>
                  </a:cubicBezTo>
                  <a:cubicBezTo>
                    <a:pt x="49651" y="7525"/>
                    <a:pt x="49644" y="7744"/>
                    <a:pt x="49644" y="7916"/>
                  </a:cubicBezTo>
                  <a:lnTo>
                    <a:pt x="49644" y="9756"/>
                  </a:lnTo>
                  <a:cubicBezTo>
                    <a:pt x="49644" y="10227"/>
                    <a:pt x="49648" y="10611"/>
                    <a:pt x="49654" y="10909"/>
                  </a:cubicBezTo>
                  <a:cubicBezTo>
                    <a:pt x="49661" y="11208"/>
                    <a:pt x="49664" y="11446"/>
                    <a:pt x="49664" y="11625"/>
                  </a:cubicBezTo>
                  <a:lnTo>
                    <a:pt x="49664" y="12113"/>
                  </a:lnTo>
                  <a:cubicBezTo>
                    <a:pt x="49704" y="12418"/>
                    <a:pt x="49820" y="12643"/>
                    <a:pt x="50012" y="12789"/>
                  </a:cubicBezTo>
                  <a:cubicBezTo>
                    <a:pt x="50204" y="12935"/>
                    <a:pt x="50420" y="13008"/>
                    <a:pt x="50659" y="13008"/>
                  </a:cubicBezTo>
                  <a:cubicBezTo>
                    <a:pt x="50884" y="13008"/>
                    <a:pt x="51099" y="12928"/>
                    <a:pt x="51305" y="12769"/>
                  </a:cubicBezTo>
                  <a:cubicBezTo>
                    <a:pt x="51510" y="12610"/>
                    <a:pt x="51620" y="12365"/>
                    <a:pt x="51633" y="12033"/>
                  </a:cubicBezTo>
                  <a:close/>
                  <a:moveTo>
                    <a:pt x="61498" y="11755"/>
                  </a:moveTo>
                  <a:cubicBezTo>
                    <a:pt x="61525" y="11728"/>
                    <a:pt x="61508" y="11669"/>
                    <a:pt x="61449" y="11576"/>
                  </a:cubicBezTo>
                  <a:cubicBezTo>
                    <a:pt x="61389" y="11483"/>
                    <a:pt x="61313" y="11364"/>
                    <a:pt x="61220" y="11218"/>
                  </a:cubicBezTo>
                  <a:lnTo>
                    <a:pt x="61240" y="11218"/>
                  </a:lnTo>
                  <a:cubicBezTo>
                    <a:pt x="61134" y="11059"/>
                    <a:pt x="61031" y="10880"/>
                    <a:pt x="60931" y="10681"/>
                  </a:cubicBezTo>
                  <a:cubicBezTo>
                    <a:pt x="60832" y="10482"/>
                    <a:pt x="60769" y="10309"/>
                    <a:pt x="60743" y="10164"/>
                  </a:cubicBezTo>
                  <a:cubicBezTo>
                    <a:pt x="60676" y="9686"/>
                    <a:pt x="60630" y="9199"/>
                    <a:pt x="60603" y="8702"/>
                  </a:cubicBezTo>
                  <a:cubicBezTo>
                    <a:pt x="60577" y="8204"/>
                    <a:pt x="60564" y="7724"/>
                    <a:pt x="60564" y="7260"/>
                  </a:cubicBezTo>
                  <a:lnTo>
                    <a:pt x="60564" y="6922"/>
                  </a:lnTo>
                  <a:cubicBezTo>
                    <a:pt x="60564" y="6802"/>
                    <a:pt x="60567" y="6653"/>
                    <a:pt x="60573" y="6474"/>
                  </a:cubicBezTo>
                  <a:cubicBezTo>
                    <a:pt x="60580" y="6295"/>
                    <a:pt x="60583" y="6073"/>
                    <a:pt x="60583" y="5808"/>
                  </a:cubicBezTo>
                  <a:lnTo>
                    <a:pt x="60583" y="4813"/>
                  </a:lnTo>
                  <a:cubicBezTo>
                    <a:pt x="60438" y="4429"/>
                    <a:pt x="60202" y="4187"/>
                    <a:pt x="59877" y="4087"/>
                  </a:cubicBezTo>
                  <a:cubicBezTo>
                    <a:pt x="59552" y="3988"/>
                    <a:pt x="59185" y="3938"/>
                    <a:pt x="58773" y="3938"/>
                  </a:cubicBezTo>
                  <a:cubicBezTo>
                    <a:pt x="58561" y="3938"/>
                    <a:pt x="58343" y="3955"/>
                    <a:pt x="58117" y="3988"/>
                  </a:cubicBezTo>
                  <a:cubicBezTo>
                    <a:pt x="57892" y="4021"/>
                    <a:pt x="57673" y="4067"/>
                    <a:pt x="57461" y="4127"/>
                  </a:cubicBezTo>
                  <a:cubicBezTo>
                    <a:pt x="57249" y="4187"/>
                    <a:pt x="57060" y="4250"/>
                    <a:pt x="56894" y="4316"/>
                  </a:cubicBezTo>
                  <a:cubicBezTo>
                    <a:pt x="56728" y="4382"/>
                    <a:pt x="56599" y="4442"/>
                    <a:pt x="56506" y="4495"/>
                  </a:cubicBezTo>
                  <a:cubicBezTo>
                    <a:pt x="56069" y="4773"/>
                    <a:pt x="55661" y="5092"/>
                    <a:pt x="55283" y="5450"/>
                  </a:cubicBezTo>
                  <a:cubicBezTo>
                    <a:pt x="54905" y="5808"/>
                    <a:pt x="54570" y="6202"/>
                    <a:pt x="54278" y="6633"/>
                  </a:cubicBezTo>
                  <a:cubicBezTo>
                    <a:pt x="53987" y="7064"/>
                    <a:pt x="53758" y="7528"/>
                    <a:pt x="53592" y="8025"/>
                  </a:cubicBezTo>
                  <a:cubicBezTo>
                    <a:pt x="53427" y="8523"/>
                    <a:pt x="53344" y="9050"/>
                    <a:pt x="53344" y="9607"/>
                  </a:cubicBezTo>
                  <a:cubicBezTo>
                    <a:pt x="53344" y="10150"/>
                    <a:pt x="53450" y="10667"/>
                    <a:pt x="53662" y="11158"/>
                  </a:cubicBezTo>
                  <a:cubicBezTo>
                    <a:pt x="53874" y="11649"/>
                    <a:pt x="54232" y="12073"/>
                    <a:pt x="54736" y="12431"/>
                  </a:cubicBezTo>
                  <a:cubicBezTo>
                    <a:pt x="55081" y="12656"/>
                    <a:pt x="55422" y="12806"/>
                    <a:pt x="55760" y="12878"/>
                  </a:cubicBezTo>
                  <a:cubicBezTo>
                    <a:pt x="56098" y="12951"/>
                    <a:pt x="56446" y="12988"/>
                    <a:pt x="56804" y="12988"/>
                  </a:cubicBezTo>
                  <a:cubicBezTo>
                    <a:pt x="57295" y="12988"/>
                    <a:pt x="57749" y="12938"/>
                    <a:pt x="58167" y="12839"/>
                  </a:cubicBezTo>
                  <a:cubicBezTo>
                    <a:pt x="58585" y="12739"/>
                    <a:pt x="59032" y="12510"/>
                    <a:pt x="59509" y="12152"/>
                  </a:cubicBezTo>
                  <a:cubicBezTo>
                    <a:pt x="59576" y="12259"/>
                    <a:pt x="59659" y="12368"/>
                    <a:pt x="59758" y="12481"/>
                  </a:cubicBezTo>
                  <a:cubicBezTo>
                    <a:pt x="59857" y="12593"/>
                    <a:pt x="59960" y="12703"/>
                    <a:pt x="60066" y="12809"/>
                  </a:cubicBezTo>
                  <a:cubicBezTo>
                    <a:pt x="60305" y="12928"/>
                    <a:pt x="60530" y="12978"/>
                    <a:pt x="60743" y="12958"/>
                  </a:cubicBezTo>
                  <a:cubicBezTo>
                    <a:pt x="60955" y="12938"/>
                    <a:pt x="61130" y="12872"/>
                    <a:pt x="61270" y="12759"/>
                  </a:cubicBezTo>
                  <a:cubicBezTo>
                    <a:pt x="61409" y="12646"/>
                    <a:pt x="61502" y="12501"/>
                    <a:pt x="61548" y="12322"/>
                  </a:cubicBezTo>
                  <a:cubicBezTo>
                    <a:pt x="61594" y="12143"/>
                    <a:pt x="61578" y="11954"/>
                    <a:pt x="61498" y="11755"/>
                  </a:cubicBezTo>
                  <a:close/>
                  <a:moveTo>
                    <a:pt x="58813" y="10343"/>
                  </a:moveTo>
                  <a:cubicBezTo>
                    <a:pt x="58362" y="10714"/>
                    <a:pt x="57991" y="10986"/>
                    <a:pt x="57699" y="11158"/>
                  </a:cubicBezTo>
                  <a:cubicBezTo>
                    <a:pt x="57461" y="11238"/>
                    <a:pt x="57212" y="11277"/>
                    <a:pt x="56954" y="11277"/>
                  </a:cubicBezTo>
                  <a:cubicBezTo>
                    <a:pt x="56695" y="11277"/>
                    <a:pt x="56453" y="11228"/>
                    <a:pt x="56228" y="11128"/>
                  </a:cubicBezTo>
                  <a:cubicBezTo>
                    <a:pt x="56002" y="11029"/>
                    <a:pt x="55807" y="10883"/>
                    <a:pt x="55641" y="10691"/>
                  </a:cubicBezTo>
                  <a:cubicBezTo>
                    <a:pt x="55475" y="10498"/>
                    <a:pt x="55372" y="10256"/>
                    <a:pt x="55333" y="9965"/>
                  </a:cubicBezTo>
                  <a:cubicBezTo>
                    <a:pt x="55266" y="9593"/>
                    <a:pt x="55276" y="9212"/>
                    <a:pt x="55362" y="8821"/>
                  </a:cubicBezTo>
                  <a:cubicBezTo>
                    <a:pt x="55449" y="8430"/>
                    <a:pt x="55585" y="8055"/>
                    <a:pt x="55770" y="7697"/>
                  </a:cubicBezTo>
                  <a:cubicBezTo>
                    <a:pt x="55956" y="7339"/>
                    <a:pt x="56191" y="7014"/>
                    <a:pt x="56476" y="6723"/>
                  </a:cubicBezTo>
                  <a:cubicBezTo>
                    <a:pt x="56761" y="6431"/>
                    <a:pt x="57083" y="6206"/>
                    <a:pt x="57441" y="6046"/>
                  </a:cubicBezTo>
                  <a:cubicBezTo>
                    <a:pt x="57534" y="6007"/>
                    <a:pt x="57696" y="5940"/>
                    <a:pt x="57928" y="5848"/>
                  </a:cubicBezTo>
                  <a:cubicBezTo>
                    <a:pt x="58160" y="5755"/>
                    <a:pt x="58389" y="5695"/>
                    <a:pt x="58614" y="5669"/>
                  </a:cubicBezTo>
                  <a:cubicBezTo>
                    <a:pt x="58614" y="5934"/>
                    <a:pt x="58608" y="6206"/>
                    <a:pt x="58594" y="6484"/>
                  </a:cubicBezTo>
                  <a:cubicBezTo>
                    <a:pt x="58581" y="6762"/>
                    <a:pt x="58575" y="7074"/>
                    <a:pt x="58575" y="7419"/>
                  </a:cubicBezTo>
                  <a:cubicBezTo>
                    <a:pt x="58575" y="7909"/>
                    <a:pt x="58588" y="8403"/>
                    <a:pt x="58614" y="8901"/>
                  </a:cubicBezTo>
                  <a:cubicBezTo>
                    <a:pt x="58641" y="9398"/>
                    <a:pt x="58707" y="9878"/>
                    <a:pt x="58813" y="10343"/>
                  </a:cubicBezTo>
                  <a:close/>
                  <a:moveTo>
                    <a:pt x="65576" y="11615"/>
                  </a:moveTo>
                  <a:lnTo>
                    <a:pt x="65476" y="11566"/>
                  </a:lnTo>
                  <a:cubicBezTo>
                    <a:pt x="65436" y="11546"/>
                    <a:pt x="65403" y="11523"/>
                    <a:pt x="65377" y="11496"/>
                  </a:cubicBezTo>
                  <a:lnTo>
                    <a:pt x="65377" y="955"/>
                  </a:lnTo>
                  <a:cubicBezTo>
                    <a:pt x="65284" y="703"/>
                    <a:pt x="65151" y="514"/>
                    <a:pt x="64979" y="388"/>
                  </a:cubicBezTo>
                  <a:cubicBezTo>
                    <a:pt x="64807" y="262"/>
                    <a:pt x="64608" y="199"/>
                    <a:pt x="64382" y="199"/>
                  </a:cubicBezTo>
                  <a:cubicBezTo>
                    <a:pt x="64157" y="199"/>
                    <a:pt x="63958" y="269"/>
                    <a:pt x="63786" y="408"/>
                  </a:cubicBezTo>
                  <a:cubicBezTo>
                    <a:pt x="63613" y="547"/>
                    <a:pt x="63494" y="749"/>
                    <a:pt x="63428" y="1014"/>
                  </a:cubicBezTo>
                  <a:lnTo>
                    <a:pt x="63428" y="11914"/>
                  </a:lnTo>
                  <a:cubicBezTo>
                    <a:pt x="63454" y="12073"/>
                    <a:pt x="63487" y="12199"/>
                    <a:pt x="63527" y="12292"/>
                  </a:cubicBezTo>
                  <a:cubicBezTo>
                    <a:pt x="63567" y="12385"/>
                    <a:pt x="63646" y="12484"/>
                    <a:pt x="63766" y="12590"/>
                  </a:cubicBezTo>
                  <a:lnTo>
                    <a:pt x="64621" y="13147"/>
                  </a:lnTo>
                  <a:cubicBezTo>
                    <a:pt x="64820" y="13253"/>
                    <a:pt x="65009" y="13303"/>
                    <a:pt x="65188" y="13296"/>
                  </a:cubicBezTo>
                  <a:cubicBezTo>
                    <a:pt x="65367" y="13290"/>
                    <a:pt x="65523" y="13246"/>
                    <a:pt x="65655" y="13167"/>
                  </a:cubicBezTo>
                  <a:cubicBezTo>
                    <a:pt x="65788" y="13087"/>
                    <a:pt x="65894" y="12981"/>
                    <a:pt x="65973" y="12849"/>
                  </a:cubicBezTo>
                  <a:cubicBezTo>
                    <a:pt x="66053" y="12716"/>
                    <a:pt x="66093" y="12570"/>
                    <a:pt x="66093" y="12411"/>
                  </a:cubicBezTo>
                  <a:cubicBezTo>
                    <a:pt x="66093" y="12133"/>
                    <a:pt x="65920" y="11867"/>
                    <a:pt x="65576" y="11615"/>
                  </a:cubicBezTo>
                  <a:close/>
                  <a:moveTo>
                    <a:pt x="75878" y="5887"/>
                  </a:moveTo>
                  <a:lnTo>
                    <a:pt x="75918" y="5907"/>
                  </a:lnTo>
                  <a:lnTo>
                    <a:pt x="75918" y="12133"/>
                  </a:lnTo>
                  <a:cubicBezTo>
                    <a:pt x="75958" y="12438"/>
                    <a:pt x="76071" y="12666"/>
                    <a:pt x="76256" y="12819"/>
                  </a:cubicBezTo>
                  <a:cubicBezTo>
                    <a:pt x="76442" y="12971"/>
                    <a:pt x="76654" y="13048"/>
                    <a:pt x="76893" y="13048"/>
                  </a:cubicBezTo>
                  <a:cubicBezTo>
                    <a:pt x="77118" y="13048"/>
                    <a:pt x="77334" y="12968"/>
                    <a:pt x="77539" y="12809"/>
                  </a:cubicBezTo>
                  <a:cubicBezTo>
                    <a:pt x="77745" y="12650"/>
                    <a:pt x="77854" y="12404"/>
                    <a:pt x="77867" y="12073"/>
                  </a:cubicBezTo>
                  <a:lnTo>
                    <a:pt x="77867" y="6862"/>
                  </a:lnTo>
                  <a:cubicBezTo>
                    <a:pt x="78000" y="6729"/>
                    <a:pt x="78162" y="6573"/>
                    <a:pt x="78355" y="6394"/>
                  </a:cubicBezTo>
                  <a:cubicBezTo>
                    <a:pt x="78547" y="6215"/>
                    <a:pt x="78743" y="6053"/>
                    <a:pt x="78941" y="5907"/>
                  </a:cubicBezTo>
                  <a:cubicBezTo>
                    <a:pt x="79140" y="5761"/>
                    <a:pt x="79339" y="5635"/>
                    <a:pt x="79538" y="5529"/>
                  </a:cubicBezTo>
                  <a:cubicBezTo>
                    <a:pt x="79737" y="5423"/>
                    <a:pt x="79909" y="5370"/>
                    <a:pt x="80055" y="5370"/>
                  </a:cubicBezTo>
                  <a:cubicBezTo>
                    <a:pt x="80161" y="5370"/>
                    <a:pt x="80277" y="5413"/>
                    <a:pt x="80403" y="5499"/>
                  </a:cubicBezTo>
                  <a:cubicBezTo>
                    <a:pt x="80529" y="5586"/>
                    <a:pt x="80639" y="5675"/>
                    <a:pt x="80731" y="5768"/>
                  </a:cubicBezTo>
                  <a:cubicBezTo>
                    <a:pt x="80851" y="5874"/>
                    <a:pt x="80970" y="5967"/>
                    <a:pt x="81090" y="6046"/>
                  </a:cubicBezTo>
                  <a:cubicBezTo>
                    <a:pt x="81209" y="6126"/>
                    <a:pt x="81361" y="6166"/>
                    <a:pt x="81547" y="6166"/>
                  </a:cubicBezTo>
                  <a:cubicBezTo>
                    <a:pt x="81799" y="6166"/>
                    <a:pt x="82014" y="6090"/>
                    <a:pt x="82193" y="5937"/>
                  </a:cubicBezTo>
                  <a:cubicBezTo>
                    <a:pt x="82372" y="5785"/>
                    <a:pt x="82462" y="5589"/>
                    <a:pt x="82462" y="5350"/>
                  </a:cubicBezTo>
                  <a:cubicBezTo>
                    <a:pt x="82462" y="5059"/>
                    <a:pt x="82362" y="4803"/>
                    <a:pt x="82164" y="4585"/>
                  </a:cubicBezTo>
                  <a:cubicBezTo>
                    <a:pt x="81965" y="4366"/>
                    <a:pt x="81736" y="4187"/>
                    <a:pt x="81477" y="4048"/>
                  </a:cubicBezTo>
                  <a:cubicBezTo>
                    <a:pt x="81219" y="3908"/>
                    <a:pt x="80954" y="3806"/>
                    <a:pt x="80682" y="3739"/>
                  </a:cubicBezTo>
                  <a:cubicBezTo>
                    <a:pt x="80410" y="3673"/>
                    <a:pt x="80208" y="3640"/>
                    <a:pt x="80075" y="3640"/>
                  </a:cubicBezTo>
                  <a:cubicBezTo>
                    <a:pt x="79611" y="3640"/>
                    <a:pt x="79170" y="3739"/>
                    <a:pt x="78752" y="3938"/>
                  </a:cubicBezTo>
                  <a:cubicBezTo>
                    <a:pt x="78335" y="4137"/>
                    <a:pt x="77920" y="4402"/>
                    <a:pt x="77509" y="4734"/>
                  </a:cubicBezTo>
                  <a:cubicBezTo>
                    <a:pt x="77337" y="4588"/>
                    <a:pt x="77122" y="4462"/>
                    <a:pt x="76863" y="4356"/>
                  </a:cubicBezTo>
                  <a:cubicBezTo>
                    <a:pt x="76604" y="4250"/>
                    <a:pt x="76376" y="4197"/>
                    <a:pt x="76177" y="4197"/>
                  </a:cubicBezTo>
                  <a:cubicBezTo>
                    <a:pt x="75885" y="4197"/>
                    <a:pt x="75650" y="4276"/>
                    <a:pt x="75471" y="4435"/>
                  </a:cubicBezTo>
                  <a:cubicBezTo>
                    <a:pt x="75292" y="4594"/>
                    <a:pt x="75202" y="4787"/>
                    <a:pt x="75202" y="5012"/>
                  </a:cubicBezTo>
                  <a:cubicBezTo>
                    <a:pt x="75202" y="5171"/>
                    <a:pt x="75252" y="5320"/>
                    <a:pt x="75351" y="5460"/>
                  </a:cubicBezTo>
                  <a:cubicBezTo>
                    <a:pt x="75451" y="5599"/>
                    <a:pt x="75627" y="5741"/>
                    <a:pt x="75878" y="5887"/>
                  </a:cubicBezTo>
                  <a:close/>
                  <a:moveTo>
                    <a:pt x="89980" y="10243"/>
                  </a:moveTo>
                  <a:cubicBezTo>
                    <a:pt x="89596" y="10482"/>
                    <a:pt x="89175" y="10710"/>
                    <a:pt x="88717" y="10929"/>
                  </a:cubicBezTo>
                  <a:cubicBezTo>
                    <a:pt x="88260" y="11148"/>
                    <a:pt x="87819" y="11271"/>
                    <a:pt x="87394" y="11297"/>
                  </a:cubicBezTo>
                  <a:cubicBezTo>
                    <a:pt x="86891" y="11337"/>
                    <a:pt x="86466" y="11244"/>
                    <a:pt x="86122" y="11019"/>
                  </a:cubicBezTo>
                  <a:cubicBezTo>
                    <a:pt x="85777" y="10793"/>
                    <a:pt x="85512" y="10488"/>
                    <a:pt x="85326" y="10104"/>
                  </a:cubicBezTo>
                  <a:cubicBezTo>
                    <a:pt x="85352" y="10104"/>
                    <a:pt x="85422" y="10091"/>
                    <a:pt x="85535" y="10064"/>
                  </a:cubicBezTo>
                  <a:cubicBezTo>
                    <a:pt x="85648" y="10038"/>
                    <a:pt x="85909" y="9971"/>
                    <a:pt x="86320" y="9865"/>
                  </a:cubicBezTo>
                  <a:cubicBezTo>
                    <a:pt x="86705" y="9772"/>
                    <a:pt x="87116" y="9666"/>
                    <a:pt x="87554" y="9547"/>
                  </a:cubicBezTo>
                  <a:cubicBezTo>
                    <a:pt x="87991" y="9428"/>
                    <a:pt x="88415" y="9282"/>
                    <a:pt x="88827" y="9109"/>
                  </a:cubicBezTo>
                  <a:cubicBezTo>
                    <a:pt x="89238" y="8937"/>
                    <a:pt x="89615" y="8735"/>
                    <a:pt x="89960" y="8503"/>
                  </a:cubicBezTo>
                  <a:cubicBezTo>
                    <a:pt x="90305" y="8271"/>
                    <a:pt x="90577" y="7996"/>
                    <a:pt x="90776" y="7677"/>
                  </a:cubicBezTo>
                  <a:cubicBezTo>
                    <a:pt x="90882" y="7518"/>
                    <a:pt x="90955" y="7352"/>
                    <a:pt x="90994" y="7180"/>
                  </a:cubicBezTo>
                  <a:cubicBezTo>
                    <a:pt x="91034" y="7008"/>
                    <a:pt x="91054" y="6829"/>
                    <a:pt x="91054" y="6643"/>
                  </a:cubicBezTo>
                  <a:cubicBezTo>
                    <a:pt x="91054" y="6365"/>
                    <a:pt x="91001" y="6086"/>
                    <a:pt x="90895" y="5808"/>
                  </a:cubicBezTo>
                  <a:cubicBezTo>
                    <a:pt x="90789" y="5529"/>
                    <a:pt x="90643" y="5274"/>
                    <a:pt x="90457" y="5042"/>
                  </a:cubicBezTo>
                  <a:cubicBezTo>
                    <a:pt x="90272" y="4810"/>
                    <a:pt x="90053" y="4611"/>
                    <a:pt x="89801" y="4445"/>
                  </a:cubicBezTo>
                  <a:cubicBezTo>
                    <a:pt x="89549" y="4280"/>
                    <a:pt x="89277" y="4164"/>
                    <a:pt x="88986" y="4097"/>
                  </a:cubicBezTo>
                  <a:cubicBezTo>
                    <a:pt x="88681" y="4031"/>
                    <a:pt x="88369" y="3998"/>
                    <a:pt x="88051" y="3998"/>
                  </a:cubicBezTo>
                  <a:cubicBezTo>
                    <a:pt x="87454" y="3998"/>
                    <a:pt x="86877" y="4097"/>
                    <a:pt x="86320" y="4296"/>
                  </a:cubicBezTo>
                  <a:cubicBezTo>
                    <a:pt x="85764" y="4495"/>
                    <a:pt x="85246" y="4760"/>
                    <a:pt x="84769" y="5092"/>
                  </a:cubicBezTo>
                  <a:cubicBezTo>
                    <a:pt x="84172" y="5490"/>
                    <a:pt x="83738" y="6007"/>
                    <a:pt x="83466" y="6643"/>
                  </a:cubicBezTo>
                  <a:cubicBezTo>
                    <a:pt x="83194" y="7280"/>
                    <a:pt x="83059" y="7943"/>
                    <a:pt x="83059" y="8632"/>
                  </a:cubicBezTo>
                  <a:cubicBezTo>
                    <a:pt x="83059" y="9335"/>
                    <a:pt x="83214" y="10021"/>
                    <a:pt x="83526" y="10691"/>
                  </a:cubicBezTo>
                  <a:cubicBezTo>
                    <a:pt x="83838" y="11360"/>
                    <a:pt x="84272" y="11901"/>
                    <a:pt x="84829" y="12312"/>
                  </a:cubicBezTo>
                  <a:cubicBezTo>
                    <a:pt x="85173" y="12550"/>
                    <a:pt x="85545" y="12726"/>
                    <a:pt x="85943" y="12839"/>
                  </a:cubicBezTo>
                  <a:cubicBezTo>
                    <a:pt x="86340" y="12951"/>
                    <a:pt x="86731" y="13008"/>
                    <a:pt x="87116" y="13008"/>
                  </a:cubicBezTo>
                  <a:cubicBezTo>
                    <a:pt x="87766" y="13008"/>
                    <a:pt x="88412" y="12892"/>
                    <a:pt x="89055" y="12660"/>
                  </a:cubicBezTo>
                  <a:cubicBezTo>
                    <a:pt x="89698" y="12428"/>
                    <a:pt x="90298" y="12146"/>
                    <a:pt x="90855" y="11814"/>
                  </a:cubicBezTo>
                  <a:cubicBezTo>
                    <a:pt x="91054" y="11695"/>
                    <a:pt x="91200" y="11566"/>
                    <a:pt x="91293" y="11427"/>
                  </a:cubicBezTo>
                  <a:cubicBezTo>
                    <a:pt x="91386" y="11287"/>
                    <a:pt x="91432" y="11145"/>
                    <a:pt x="91432" y="10999"/>
                  </a:cubicBezTo>
                  <a:cubicBezTo>
                    <a:pt x="91432" y="10853"/>
                    <a:pt x="91396" y="10717"/>
                    <a:pt x="91323" y="10591"/>
                  </a:cubicBezTo>
                  <a:cubicBezTo>
                    <a:pt x="91250" y="10465"/>
                    <a:pt x="91150" y="10362"/>
                    <a:pt x="91024" y="10283"/>
                  </a:cubicBezTo>
                  <a:cubicBezTo>
                    <a:pt x="90898" y="10203"/>
                    <a:pt x="90746" y="10157"/>
                    <a:pt x="90567" y="10144"/>
                  </a:cubicBezTo>
                  <a:cubicBezTo>
                    <a:pt x="90388" y="10130"/>
                    <a:pt x="90192" y="10164"/>
                    <a:pt x="89980" y="10243"/>
                  </a:cubicBezTo>
                  <a:close/>
                  <a:moveTo>
                    <a:pt x="86320" y="6245"/>
                  </a:moveTo>
                  <a:cubicBezTo>
                    <a:pt x="86546" y="6139"/>
                    <a:pt x="86831" y="6030"/>
                    <a:pt x="87176" y="5917"/>
                  </a:cubicBezTo>
                  <a:cubicBezTo>
                    <a:pt x="87520" y="5804"/>
                    <a:pt x="87845" y="5748"/>
                    <a:pt x="88150" y="5748"/>
                  </a:cubicBezTo>
                  <a:cubicBezTo>
                    <a:pt x="88429" y="5748"/>
                    <a:pt x="88667" y="5821"/>
                    <a:pt x="88866" y="5967"/>
                  </a:cubicBezTo>
                  <a:cubicBezTo>
                    <a:pt x="89065" y="6113"/>
                    <a:pt x="89151" y="6378"/>
                    <a:pt x="89125" y="6762"/>
                  </a:cubicBezTo>
                  <a:cubicBezTo>
                    <a:pt x="89045" y="6922"/>
                    <a:pt x="88890" y="7067"/>
                    <a:pt x="88657" y="7200"/>
                  </a:cubicBezTo>
                  <a:cubicBezTo>
                    <a:pt x="88425" y="7333"/>
                    <a:pt x="88173" y="7449"/>
                    <a:pt x="87902" y="7548"/>
                  </a:cubicBezTo>
                  <a:cubicBezTo>
                    <a:pt x="87630" y="7648"/>
                    <a:pt x="87361" y="7734"/>
                    <a:pt x="87096" y="7807"/>
                  </a:cubicBezTo>
                  <a:cubicBezTo>
                    <a:pt x="86831" y="7880"/>
                    <a:pt x="86632" y="7936"/>
                    <a:pt x="86499" y="7976"/>
                  </a:cubicBezTo>
                  <a:cubicBezTo>
                    <a:pt x="86128" y="8082"/>
                    <a:pt x="85843" y="8165"/>
                    <a:pt x="85644" y="8224"/>
                  </a:cubicBezTo>
                  <a:cubicBezTo>
                    <a:pt x="85445" y="8284"/>
                    <a:pt x="85296" y="8327"/>
                    <a:pt x="85197" y="8354"/>
                  </a:cubicBezTo>
                  <a:cubicBezTo>
                    <a:pt x="85097" y="8380"/>
                    <a:pt x="85038" y="8397"/>
                    <a:pt x="85018" y="8403"/>
                  </a:cubicBezTo>
                  <a:lnTo>
                    <a:pt x="84988" y="8413"/>
                  </a:lnTo>
                  <a:cubicBezTo>
                    <a:pt x="85014" y="7949"/>
                    <a:pt x="85134" y="7528"/>
                    <a:pt x="85346" y="7150"/>
                  </a:cubicBezTo>
                  <a:cubicBezTo>
                    <a:pt x="85558" y="6772"/>
                    <a:pt x="85883" y="6471"/>
                    <a:pt x="86320" y="6245"/>
                  </a:cubicBezTo>
                  <a:close/>
                  <a:moveTo>
                    <a:pt x="100780" y="11755"/>
                  </a:moveTo>
                  <a:cubicBezTo>
                    <a:pt x="100807" y="11728"/>
                    <a:pt x="100790" y="11669"/>
                    <a:pt x="100730" y="11576"/>
                  </a:cubicBezTo>
                  <a:cubicBezTo>
                    <a:pt x="100671" y="11483"/>
                    <a:pt x="100594" y="11364"/>
                    <a:pt x="100502" y="11218"/>
                  </a:cubicBezTo>
                  <a:lnTo>
                    <a:pt x="100522" y="11218"/>
                  </a:lnTo>
                  <a:cubicBezTo>
                    <a:pt x="100415" y="11059"/>
                    <a:pt x="100313" y="10880"/>
                    <a:pt x="100213" y="10681"/>
                  </a:cubicBezTo>
                  <a:cubicBezTo>
                    <a:pt x="100114" y="10482"/>
                    <a:pt x="100051" y="10309"/>
                    <a:pt x="100024" y="10164"/>
                  </a:cubicBezTo>
                  <a:cubicBezTo>
                    <a:pt x="99958" y="9686"/>
                    <a:pt x="99912" y="9199"/>
                    <a:pt x="99885" y="8702"/>
                  </a:cubicBezTo>
                  <a:cubicBezTo>
                    <a:pt x="99859" y="8204"/>
                    <a:pt x="99845" y="7724"/>
                    <a:pt x="99845" y="7260"/>
                  </a:cubicBezTo>
                  <a:lnTo>
                    <a:pt x="99845" y="6922"/>
                  </a:lnTo>
                  <a:cubicBezTo>
                    <a:pt x="99845" y="6802"/>
                    <a:pt x="99849" y="6653"/>
                    <a:pt x="99855" y="6474"/>
                  </a:cubicBezTo>
                  <a:cubicBezTo>
                    <a:pt x="99862" y="6295"/>
                    <a:pt x="99865" y="6073"/>
                    <a:pt x="99865" y="5808"/>
                  </a:cubicBezTo>
                  <a:lnTo>
                    <a:pt x="99865" y="4813"/>
                  </a:lnTo>
                  <a:cubicBezTo>
                    <a:pt x="99719" y="4429"/>
                    <a:pt x="99484" y="4187"/>
                    <a:pt x="99159" y="4087"/>
                  </a:cubicBezTo>
                  <a:cubicBezTo>
                    <a:pt x="98834" y="3988"/>
                    <a:pt x="98466" y="3938"/>
                    <a:pt x="98055" y="3938"/>
                  </a:cubicBezTo>
                  <a:cubicBezTo>
                    <a:pt x="97843" y="3938"/>
                    <a:pt x="97624" y="3955"/>
                    <a:pt x="97399" y="3988"/>
                  </a:cubicBezTo>
                  <a:cubicBezTo>
                    <a:pt x="97173" y="4021"/>
                    <a:pt x="96955" y="4067"/>
                    <a:pt x="96743" y="4127"/>
                  </a:cubicBezTo>
                  <a:cubicBezTo>
                    <a:pt x="96530" y="4187"/>
                    <a:pt x="96341" y="4250"/>
                    <a:pt x="96176" y="4316"/>
                  </a:cubicBezTo>
                  <a:cubicBezTo>
                    <a:pt x="96010" y="4382"/>
                    <a:pt x="95881" y="4442"/>
                    <a:pt x="95788" y="4495"/>
                  </a:cubicBezTo>
                  <a:cubicBezTo>
                    <a:pt x="95350" y="4773"/>
                    <a:pt x="94943" y="5092"/>
                    <a:pt x="94565" y="5450"/>
                  </a:cubicBezTo>
                  <a:cubicBezTo>
                    <a:pt x="94187" y="5808"/>
                    <a:pt x="93852" y="6202"/>
                    <a:pt x="93560" y="6633"/>
                  </a:cubicBezTo>
                  <a:cubicBezTo>
                    <a:pt x="93269" y="7064"/>
                    <a:pt x="93040" y="7528"/>
                    <a:pt x="92874" y="8025"/>
                  </a:cubicBezTo>
                  <a:cubicBezTo>
                    <a:pt x="92708" y="8523"/>
                    <a:pt x="92625" y="9050"/>
                    <a:pt x="92625" y="9607"/>
                  </a:cubicBezTo>
                  <a:cubicBezTo>
                    <a:pt x="92625" y="10150"/>
                    <a:pt x="92731" y="10667"/>
                    <a:pt x="92944" y="11158"/>
                  </a:cubicBezTo>
                  <a:cubicBezTo>
                    <a:pt x="93156" y="11649"/>
                    <a:pt x="93514" y="12073"/>
                    <a:pt x="94018" y="12431"/>
                  </a:cubicBezTo>
                  <a:cubicBezTo>
                    <a:pt x="94362" y="12656"/>
                    <a:pt x="94704" y="12806"/>
                    <a:pt x="95042" y="12878"/>
                  </a:cubicBezTo>
                  <a:cubicBezTo>
                    <a:pt x="95380" y="12951"/>
                    <a:pt x="95728" y="12988"/>
                    <a:pt x="96086" y="12988"/>
                  </a:cubicBezTo>
                  <a:cubicBezTo>
                    <a:pt x="96577" y="12988"/>
                    <a:pt x="97031" y="12938"/>
                    <a:pt x="97449" y="12839"/>
                  </a:cubicBezTo>
                  <a:cubicBezTo>
                    <a:pt x="97866" y="12739"/>
                    <a:pt x="98314" y="12510"/>
                    <a:pt x="98791" y="12152"/>
                  </a:cubicBezTo>
                  <a:cubicBezTo>
                    <a:pt x="98857" y="12259"/>
                    <a:pt x="98940" y="12368"/>
                    <a:pt x="99040" y="12481"/>
                  </a:cubicBezTo>
                  <a:cubicBezTo>
                    <a:pt x="99139" y="12593"/>
                    <a:pt x="99242" y="12703"/>
                    <a:pt x="99348" y="12809"/>
                  </a:cubicBezTo>
                  <a:cubicBezTo>
                    <a:pt x="99587" y="12928"/>
                    <a:pt x="99812" y="12978"/>
                    <a:pt x="100024" y="12958"/>
                  </a:cubicBezTo>
                  <a:cubicBezTo>
                    <a:pt x="100236" y="12938"/>
                    <a:pt x="100412" y="12872"/>
                    <a:pt x="100551" y="12759"/>
                  </a:cubicBezTo>
                  <a:cubicBezTo>
                    <a:pt x="100691" y="12646"/>
                    <a:pt x="100783" y="12501"/>
                    <a:pt x="100830" y="12322"/>
                  </a:cubicBezTo>
                  <a:cubicBezTo>
                    <a:pt x="100876" y="12143"/>
                    <a:pt x="100860" y="11954"/>
                    <a:pt x="100780" y="11755"/>
                  </a:cubicBezTo>
                  <a:close/>
                  <a:moveTo>
                    <a:pt x="98095" y="10343"/>
                  </a:moveTo>
                  <a:cubicBezTo>
                    <a:pt x="97644" y="10714"/>
                    <a:pt x="97273" y="10986"/>
                    <a:pt x="96981" y="11158"/>
                  </a:cubicBezTo>
                  <a:cubicBezTo>
                    <a:pt x="96743" y="11238"/>
                    <a:pt x="96494" y="11277"/>
                    <a:pt x="96235" y="11277"/>
                  </a:cubicBezTo>
                  <a:cubicBezTo>
                    <a:pt x="95977" y="11277"/>
                    <a:pt x="95735" y="11228"/>
                    <a:pt x="95509" y="11128"/>
                  </a:cubicBezTo>
                  <a:cubicBezTo>
                    <a:pt x="95284" y="11029"/>
                    <a:pt x="95088" y="10883"/>
                    <a:pt x="94923" y="10691"/>
                  </a:cubicBezTo>
                  <a:cubicBezTo>
                    <a:pt x="94757" y="10498"/>
                    <a:pt x="94654" y="10256"/>
                    <a:pt x="94614" y="9965"/>
                  </a:cubicBezTo>
                  <a:cubicBezTo>
                    <a:pt x="94548" y="9593"/>
                    <a:pt x="94558" y="9212"/>
                    <a:pt x="94644" y="8821"/>
                  </a:cubicBezTo>
                  <a:cubicBezTo>
                    <a:pt x="94730" y="8430"/>
                    <a:pt x="94866" y="8055"/>
                    <a:pt x="95052" y="7697"/>
                  </a:cubicBezTo>
                  <a:cubicBezTo>
                    <a:pt x="95238" y="7339"/>
                    <a:pt x="95473" y="7014"/>
                    <a:pt x="95758" y="6723"/>
                  </a:cubicBezTo>
                  <a:cubicBezTo>
                    <a:pt x="96043" y="6431"/>
                    <a:pt x="96365" y="6206"/>
                    <a:pt x="96723" y="6046"/>
                  </a:cubicBezTo>
                  <a:cubicBezTo>
                    <a:pt x="96815" y="6007"/>
                    <a:pt x="96978" y="5940"/>
                    <a:pt x="97210" y="5848"/>
                  </a:cubicBezTo>
                  <a:cubicBezTo>
                    <a:pt x="97442" y="5755"/>
                    <a:pt x="97671" y="5695"/>
                    <a:pt x="97896" y="5669"/>
                  </a:cubicBezTo>
                  <a:cubicBezTo>
                    <a:pt x="97896" y="5934"/>
                    <a:pt x="97890" y="6206"/>
                    <a:pt x="97876" y="6484"/>
                  </a:cubicBezTo>
                  <a:cubicBezTo>
                    <a:pt x="97863" y="6762"/>
                    <a:pt x="97856" y="7074"/>
                    <a:pt x="97856" y="7419"/>
                  </a:cubicBezTo>
                  <a:cubicBezTo>
                    <a:pt x="97856" y="7909"/>
                    <a:pt x="97870" y="8403"/>
                    <a:pt x="97896" y="8901"/>
                  </a:cubicBezTo>
                  <a:cubicBezTo>
                    <a:pt x="97923" y="9398"/>
                    <a:pt x="97989" y="9878"/>
                    <a:pt x="98095" y="10343"/>
                  </a:cubicBezTo>
                  <a:close/>
                  <a:moveTo>
                    <a:pt x="109611" y="11178"/>
                  </a:moveTo>
                  <a:lnTo>
                    <a:pt x="109591" y="11158"/>
                  </a:lnTo>
                  <a:lnTo>
                    <a:pt x="109472" y="10999"/>
                  </a:lnTo>
                  <a:lnTo>
                    <a:pt x="109472" y="776"/>
                  </a:lnTo>
                  <a:cubicBezTo>
                    <a:pt x="109379" y="510"/>
                    <a:pt x="109243" y="315"/>
                    <a:pt x="109064" y="189"/>
                  </a:cubicBezTo>
                  <a:cubicBezTo>
                    <a:pt x="108885" y="63"/>
                    <a:pt x="108690" y="0"/>
                    <a:pt x="108477" y="0"/>
                  </a:cubicBezTo>
                  <a:cubicBezTo>
                    <a:pt x="108252" y="0"/>
                    <a:pt x="108050" y="70"/>
                    <a:pt x="107871" y="209"/>
                  </a:cubicBezTo>
                  <a:cubicBezTo>
                    <a:pt x="107692" y="348"/>
                    <a:pt x="107569" y="557"/>
                    <a:pt x="107503" y="835"/>
                  </a:cubicBezTo>
                  <a:cubicBezTo>
                    <a:pt x="107503" y="968"/>
                    <a:pt x="107506" y="1177"/>
                    <a:pt x="107513" y="1462"/>
                  </a:cubicBezTo>
                  <a:cubicBezTo>
                    <a:pt x="107519" y="1747"/>
                    <a:pt x="107523" y="2095"/>
                    <a:pt x="107523" y="2506"/>
                  </a:cubicBezTo>
                  <a:cubicBezTo>
                    <a:pt x="107523" y="2785"/>
                    <a:pt x="107526" y="3073"/>
                    <a:pt x="107533" y="3371"/>
                  </a:cubicBezTo>
                  <a:cubicBezTo>
                    <a:pt x="107539" y="3670"/>
                    <a:pt x="107543" y="4004"/>
                    <a:pt x="107543" y="4376"/>
                  </a:cubicBezTo>
                  <a:cubicBezTo>
                    <a:pt x="107277" y="4309"/>
                    <a:pt x="107006" y="4273"/>
                    <a:pt x="106727" y="4266"/>
                  </a:cubicBezTo>
                  <a:cubicBezTo>
                    <a:pt x="106449" y="4260"/>
                    <a:pt x="106164" y="4256"/>
                    <a:pt x="105872" y="4256"/>
                  </a:cubicBezTo>
                  <a:cubicBezTo>
                    <a:pt x="105514" y="4270"/>
                    <a:pt x="105143" y="4336"/>
                    <a:pt x="104758" y="4455"/>
                  </a:cubicBezTo>
                  <a:cubicBezTo>
                    <a:pt x="104373" y="4575"/>
                    <a:pt x="104029" y="4714"/>
                    <a:pt x="103724" y="4873"/>
                  </a:cubicBezTo>
                  <a:cubicBezTo>
                    <a:pt x="103379" y="5059"/>
                    <a:pt x="103054" y="5291"/>
                    <a:pt x="102749" y="5569"/>
                  </a:cubicBezTo>
                  <a:cubicBezTo>
                    <a:pt x="102444" y="5848"/>
                    <a:pt x="102206" y="6152"/>
                    <a:pt x="102033" y="6484"/>
                  </a:cubicBezTo>
                  <a:cubicBezTo>
                    <a:pt x="101821" y="6895"/>
                    <a:pt x="101669" y="7329"/>
                    <a:pt x="101576" y="7787"/>
                  </a:cubicBezTo>
                  <a:cubicBezTo>
                    <a:pt x="101483" y="8244"/>
                    <a:pt x="101436" y="8705"/>
                    <a:pt x="101436" y="9169"/>
                  </a:cubicBezTo>
                  <a:cubicBezTo>
                    <a:pt x="101436" y="9593"/>
                    <a:pt x="101496" y="10018"/>
                    <a:pt x="101615" y="10442"/>
                  </a:cubicBezTo>
                  <a:cubicBezTo>
                    <a:pt x="101735" y="10866"/>
                    <a:pt x="101920" y="11264"/>
                    <a:pt x="102172" y="11635"/>
                  </a:cubicBezTo>
                  <a:cubicBezTo>
                    <a:pt x="102517" y="12099"/>
                    <a:pt x="102948" y="12444"/>
                    <a:pt x="103465" y="12670"/>
                  </a:cubicBezTo>
                  <a:cubicBezTo>
                    <a:pt x="103982" y="12895"/>
                    <a:pt x="104519" y="13008"/>
                    <a:pt x="105076" y="13008"/>
                  </a:cubicBezTo>
                  <a:cubicBezTo>
                    <a:pt x="105607" y="13008"/>
                    <a:pt x="106114" y="12931"/>
                    <a:pt x="106598" y="12779"/>
                  </a:cubicBezTo>
                  <a:cubicBezTo>
                    <a:pt x="107082" y="12627"/>
                    <a:pt x="107516" y="12391"/>
                    <a:pt x="107901" y="12073"/>
                  </a:cubicBezTo>
                  <a:lnTo>
                    <a:pt x="108139" y="12312"/>
                  </a:lnTo>
                  <a:cubicBezTo>
                    <a:pt x="108378" y="12550"/>
                    <a:pt x="108650" y="12670"/>
                    <a:pt x="108955" y="12670"/>
                  </a:cubicBezTo>
                  <a:cubicBezTo>
                    <a:pt x="109220" y="12670"/>
                    <a:pt x="109435" y="12587"/>
                    <a:pt x="109601" y="12421"/>
                  </a:cubicBezTo>
                  <a:cubicBezTo>
                    <a:pt x="109767" y="12255"/>
                    <a:pt x="109850" y="12060"/>
                    <a:pt x="109850" y="11834"/>
                  </a:cubicBezTo>
                  <a:cubicBezTo>
                    <a:pt x="109850" y="11741"/>
                    <a:pt x="109833" y="11642"/>
                    <a:pt x="109800" y="11536"/>
                  </a:cubicBezTo>
                  <a:cubicBezTo>
                    <a:pt x="109767" y="11430"/>
                    <a:pt x="109704" y="11310"/>
                    <a:pt x="109611" y="11178"/>
                  </a:cubicBezTo>
                  <a:close/>
                  <a:moveTo>
                    <a:pt x="107562" y="10024"/>
                  </a:moveTo>
                  <a:lnTo>
                    <a:pt x="107045" y="10422"/>
                  </a:lnTo>
                  <a:cubicBezTo>
                    <a:pt x="106528" y="10820"/>
                    <a:pt x="106014" y="11039"/>
                    <a:pt x="105504" y="11078"/>
                  </a:cubicBezTo>
                  <a:cubicBezTo>
                    <a:pt x="104993" y="11118"/>
                    <a:pt x="104552" y="11019"/>
                    <a:pt x="104181" y="10780"/>
                  </a:cubicBezTo>
                  <a:cubicBezTo>
                    <a:pt x="103810" y="10541"/>
                    <a:pt x="103551" y="10177"/>
                    <a:pt x="103406" y="9686"/>
                  </a:cubicBezTo>
                  <a:cubicBezTo>
                    <a:pt x="103260" y="9196"/>
                    <a:pt x="103293" y="8612"/>
                    <a:pt x="103505" y="7936"/>
                  </a:cubicBezTo>
                  <a:cubicBezTo>
                    <a:pt x="103598" y="7604"/>
                    <a:pt x="103737" y="7316"/>
                    <a:pt x="103923" y="7071"/>
                  </a:cubicBezTo>
                  <a:cubicBezTo>
                    <a:pt x="104108" y="6825"/>
                    <a:pt x="104327" y="6623"/>
                    <a:pt x="104579" y="6464"/>
                  </a:cubicBezTo>
                  <a:cubicBezTo>
                    <a:pt x="104831" y="6305"/>
                    <a:pt x="105103" y="6189"/>
                    <a:pt x="105394" y="6116"/>
                  </a:cubicBezTo>
                  <a:cubicBezTo>
                    <a:pt x="105686" y="6043"/>
                    <a:pt x="105985" y="6007"/>
                    <a:pt x="106290" y="6007"/>
                  </a:cubicBezTo>
                  <a:cubicBezTo>
                    <a:pt x="106449" y="6007"/>
                    <a:pt x="106614" y="6020"/>
                    <a:pt x="106787" y="6046"/>
                  </a:cubicBezTo>
                  <a:cubicBezTo>
                    <a:pt x="106959" y="6073"/>
                    <a:pt x="107131" y="6106"/>
                    <a:pt x="107304" y="6146"/>
                  </a:cubicBezTo>
                  <a:lnTo>
                    <a:pt x="107543" y="6345"/>
                  </a:lnTo>
                  <a:cubicBezTo>
                    <a:pt x="107543" y="6597"/>
                    <a:pt x="107546" y="6888"/>
                    <a:pt x="107552" y="7220"/>
                  </a:cubicBezTo>
                  <a:cubicBezTo>
                    <a:pt x="107559" y="7551"/>
                    <a:pt x="107562" y="7886"/>
                    <a:pt x="107562" y="8224"/>
                  </a:cubicBezTo>
                  <a:close/>
                  <a:moveTo>
                    <a:pt x="112376" y="9547"/>
                  </a:moveTo>
                  <a:lnTo>
                    <a:pt x="115001" y="9547"/>
                  </a:lnTo>
                  <a:cubicBezTo>
                    <a:pt x="115425" y="9547"/>
                    <a:pt x="115866" y="9544"/>
                    <a:pt x="116324" y="9537"/>
                  </a:cubicBezTo>
                  <a:cubicBezTo>
                    <a:pt x="116781" y="9530"/>
                    <a:pt x="117229" y="9527"/>
                    <a:pt x="117666" y="9527"/>
                  </a:cubicBezTo>
                  <a:cubicBezTo>
                    <a:pt x="117971" y="9448"/>
                    <a:pt x="118200" y="9328"/>
                    <a:pt x="118352" y="9169"/>
                  </a:cubicBezTo>
                  <a:cubicBezTo>
                    <a:pt x="118505" y="9010"/>
                    <a:pt x="118581" y="8838"/>
                    <a:pt x="118581" y="8652"/>
                  </a:cubicBezTo>
                  <a:cubicBezTo>
                    <a:pt x="118581" y="8466"/>
                    <a:pt x="118512" y="8291"/>
                    <a:pt x="118372" y="8125"/>
                  </a:cubicBezTo>
                  <a:cubicBezTo>
                    <a:pt x="118233" y="7959"/>
                    <a:pt x="118018" y="7836"/>
                    <a:pt x="117726" y="7757"/>
                  </a:cubicBezTo>
                  <a:lnTo>
                    <a:pt x="117338" y="7757"/>
                  </a:lnTo>
                  <a:cubicBezTo>
                    <a:pt x="117159" y="7757"/>
                    <a:pt x="116950" y="7760"/>
                    <a:pt x="116712" y="7767"/>
                  </a:cubicBezTo>
                  <a:cubicBezTo>
                    <a:pt x="116473" y="7773"/>
                    <a:pt x="116211" y="7777"/>
                    <a:pt x="115926" y="7777"/>
                  </a:cubicBezTo>
                  <a:lnTo>
                    <a:pt x="112455" y="7777"/>
                  </a:lnTo>
                  <a:cubicBezTo>
                    <a:pt x="112097" y="7777"/>
                    <a:pt x="111829" y="7873"/>
                    <a:pt x="111650" y="8065"/>
                  </a:cubicBezTo>
                  <a:cubicBezTo>
                    <a:pt x="111471" y="8257"/>
                    <a:pt x="111381" y="8460"/>
                    <a:pt x="111381" y="8672"/>
                  </a:cubicBezTo>
                  <a:cubicBezTo>
                    <a:pt x="111381" y="8871"/>
                    <a:pt x="111464" y="9053"/>
                    <a:pt x="111630" y="9219"/>
                  </a:cubicBezTo>
                  <a:cubicBezTo>
                    <a:pt x="111796" y="9385"/>
                    <a:pt x="112044" y="9494"/>
                    <a:pt x="112376" y="9547"/>
                  </a:cubicBezTo>
                  <a:close/>
                  <a:moveTo>
                    <a:pt x="124349" y="4018"/>
                  </a:moveTo>
                  <a:cubicBezTo>
                    <a:pt x="123713" y="4018"/>
                    <a:pt x="123113" y="4170"/>
                    <a:pt x="122549" y="4475"/>
                  </a:cubicBezTo>
                  <a:cubicBezTo>
                    <a:pt x="121986" y="4780"/>
                    <a:pt x="121495" y="5181"/>
                    <a:pt x="121077" y="5678"/>
                  </a:cubicBezTo>
                  <a:cubicBezTo>
                    <a:pt x="120660" y="6176"/>
                    <a:pt x="120328" y="6739"/>
                    <a:pt x="120083" y="7369"/>
                  </a:cubicBezTo>
                  <a:cubicBezTo>
                    <a:pt x="119838" y="7999"/>
                    <a:pt x="119715" y="8645"/>
                    <a:pt x="119715" y="9308"/>
                  </a:cubicBezTo>
                  <a:cubicBezTo>
                    <a:pt x="119715" y="9786"/>
                    <a:pt x="119798" y="10260"/>
                    <a:pt x="119964" y="10730"/>
                  </a:cubicBezTo>
                  <a:cubicBezTo>
                    <a:pt x="120129" y="11201"/>
                    <a:pt x="120365" y="11625"/>
                    <a:pt x="120670" y="12003"/>
                  </a:cubicBezTo>
                  <a:cubicBezTo>
                    <a:pt x="120975" y="12381"/>
                    <a:pt x="121349" y="12690"/>
                    <a:pt x="121793" y="12928"/>
                  </a:cubicBezTo>
                  <a:cubicBezTo>
                    <a:pt x="122238" y="13167"/>
                    <a:pt x="122731" y="13286"/>
                    <a:pt x="123275" y="13286"/>
                  </a:cubicBezTo>
                  <a:cubicBezTo>
                    <a:pt x="123792" y="13286"/>
                    <a:pt x="124286" y="13187"/>
                    <a:pt x="124757" y="12988"/>
                  </a:cubicBezTo>
                  <a:cubicBezTo>
                    <a:pt x="125228" y="12789"/>
                    <a:pt x="125655" y="12514"/>
                    <a:pt x="126040" y="12162"/>
                  </a:cubicBezTo>
                  <a:cubicBezTo>
                    <a:pt x="126424" y="11811"/>
                    <a:pt x="126759" y="11397"/>
                    <a:pt x="127044" y="10919"/>
                  </a:cubicBezTo>
                  <a:cubicBezTo>
                    <a:pt x="127329" y="10442"/>
                    <a:pt x="127545" y="9931"/>
                    <a:pt x="127691" y="9388"/>
                  </a:cubicBezTo>
                  <a:cubicBezTo>
                    <a:pt x="127730" y="9189"/>
                    <a:pt x="127764" y="8993"/>
                    <a:pt x="127790" y="8801"/>
                  </a:cubicBezTo>
                  <a:cubicBezTo>
                    <a:pt x="127817" y="8609"/>
                    <a:pt x="127830" y="8400"/>
                    <a:pt x="127830" y="8175"/>
                  </a:cubicBezTo>
                  <a:cubicBezTo>
                    <a:pt x="127830" y="7657"/>
                    <a:pt x="127754" y="7150"/>
                    <a:pt x="127601" y="6653"/>
                  </a:cubicBezTo>
                  <a:cubicBezTo>
                    <a:pt x="127449" y="6156"/>
                    <a:pt x="127223" y="5712"/>
                    <a:pt x="126925" y="5320"/>
                  </a:cubicBezTo>
                  <a:cubicBezTo>
                    <a:pt x="126627" y="4929"/>
                    <a:pt x="126262" y="4614"/>
                    <a:pt x="125831" y="4376"/>
                  </a:cubicBezTo>
                  <a:cubicBezTo>
                    <a:pt x="125400" y="4137"/>
                    <a:pt x="124906" y="4018"/>
                    <a:pt x="124349" y="4018"/>
                  </a:cubicBezTo>
                  <a:close/>
                  <a:moveTo>
                    <a:pt x="121783" y="8294"/>
                  </a:moveTo>
                  <a:cubicBezTo>
                    <a:pt x="121850" y="8029"/>
                    <a:pt x="121956" y="7747"/>
                    <a:pt x="122102" y="7449"/>
                  </a:cubicBezTo>
                  <a:cubicBezTo>
                    <a:pt x="122248" y="7150"/>
                    <a:pt x="122430" y="6878"/>
                    <a:pt x="122649" y="6633"/>
                  </a:cubicBezTo>
                  <a:cubicBezTo>
                    <a:pt x="122867" y="6388"/>
                    <a:pt x="123116" y="6182"/>
                    <a:pt x="123394" y="6017"/>
                  </a:cubicBezTo>
                  <a:cubicBezTo>
                    <a:pt x="123673" y="5851"/>
                    <a:pt x="123971" y="5768"/>
                    <a:pt x="124290" y="5768"/>
                  </a:cubicBezTo>
                  <a:cubicBezTo>
                    <a:pt x="124541" y="5768"/>
                    <a:pt x="124767" y="5838"/>
                    <a:pt x="124966" y="5977"/>
                  </a:cubicBezTo>
                  <a:cubicBezTo>
                    <a:pt x="125165" y="6116"/>
                    <a:pt x="125334" y="6298"/>
                    <a:pt x="125473" y="6524"/>
                  </a:cubicBezTo>
                  <a:cubicBezTo>
                    <a:pt x="125612" y="6749"/>
                    <a:pt x="125715" y="7004"/>
                    <a:pt x="125781" y="7290"/>
                  </a:cubicBezTo>
                  <a:cubicBezTo>
                    <a:pt x="125848" y="7575"/>
                    <a:pt x="125881" y="7863"/>
                    <a:pt x="125881" y="8155"/>
                  </a:cubicBezTo>
                  <a:cubicBezTo>
                    <a:pt x="125881" y="8473"/>
                    <a:pt x="125821" y="8828"/>
                    <a:pt x="125702" y="9219"/>
                  </a:cubicBezTo>
                  <a:cubicBezTo>
                    <a:pt x="125582" y="9610"/>
                    <a:pt x="125413" y="9975"/>
                    <a:pt x="125194" y="10313"/>
                  </a:cubicBezTo>
                  <a:cubicBezTo>
                    <a:pt x="124976" y="10651"/>
                    <a:pt x="124710" y="10936"/>
                    <a:pt x="124399" y="11168"/>
                  </a:cubicBezTo>
                  <a:cubicBezTo>
                    <a:pt x="124087" y="11400"/>
                    <a:pt x="123733" y="11516"/>
                    <a:pt x="123335" y="11516"/>
                  </a:cubicBezTo>
                  <a:cubicBezTo>
                    <a:pt x="122924" y="11516"/>
                    <a:pt x="122596" y="11403"/>
                    <a:pt x="122350" y="11178"/>
                  </a:cubicBezTo>
                  <a:cubicBezTo>
                    <a:pt x="122105" y="10952"/>
                    <a:pt x="121929" y="10677"/>
                    <a:pt x="121823" y="10352"/>
                  </a:cubicBezTo>
                  <a:cubicBezTo>
                    <a:pt x="121717" y="10028"/>
                    <a:pt x="121664" y="9680"/>
                    <a:pt x="121664" y="9308"/>
                  </a:cubicBezTo>
                  <a:cubicBezTo>
                    <a:pt x="121664" y="8937"/>
                    <a:pt x="121704" y="8599"/>
                    <a:pt x="121783" y="8294"/>
                  </a:cubicBezTo>
                  <a:close/>
                  <a:moveTo>
                    <a:pt x="136343" y="12033"/>
                  </a:moveTo>
                  <a:lnTo>
                    <a:pt x="136343" y="8413"/>
                  </a:lnTo>
                  <a:cubicBezTo>
                    <a:pt x="136343" y="8175"/>
                    <a:pt x="136356" y="7919"/>
                    <a:pt x="136382" y="7648"/>
                  </a:cubicBezTo>
                  <a:cubicBezTo>
                    <a:pt x="136409" y="7376"/>
                    <a:pt x="136422" y="7101"/>
                    <a:pt x="136422" y="6822"/>
                  </a:cubicBezTo>
                  <a:cubicBezTo>
                    <a:pt x="136422" y="6544"/>
                    <a:pt x="136402" y="6272"/>
                    <a:pt x="136362" y="6007"/>
                  </a:cubicBezTo>
                  <a:cubicBezTo>
                    <a:pt x="136323" y="5741"/>
                    <a:pt x="136236" y="5490"/>
                    <a:pt x="136104" y="5251"/>
                  </a:cubicBezTo>
                  <a:cubicBezTo>
                    <a:pt x="135825" y="4760"/>
                    <a:pt x="135457" y="4396"/>
                    <a:pt x="135000" y="4157"/>
                  </a:cubicBezTo>
                  <a:cubicBezTo>
                    <a:pt x="134543" y="3918"/>
                    <a:pt x="134062" y="3799"/>
                    <a:pt x="133558" y="3799"/>
                  </a:cubicBezTo>
                  <a:cubicBezTo>
                    <a:pt x="133094" y="3799"/>
                    <a:pt x="132643" y="3875"/>
                    <a:pt x="132206" y="4028"/>
                  </a:cubicBezTo>
                  <a:cubicBezTo>
                    <a:pt x="131768" y="4180"/>
                    <a:pt x="131357" y="4389"/>
                    <a:pt x="130972" y="4654"/>
                  </a:cubicBezTo>
                  <a:cubicBezTo>
                    <a:pt x="130906" y="4429"/>
                    <a:pt x="130780" y="4260"/>
                    <a:pt x="130594" y="4147"/>
                  </a:cubicBezTo>
                  <a:cubicBezTo>
                    <a:pt x="130409" y="4034"/>
                    <a:pt x="130223" y="3978"/>
                    <a:pt x="130038" y="3978"/>
                  </a:cubicBezTo>
                  <a:cubicBezTo>
                    <a:pt x="129812" y="3978"/>
                    <a:pt x="129610" y="4044"/>
                    <a:pt x="129431" y="4177"/>
                  </a:cubicBezTo>
                  <a:cubicBezTo>
                    <a:pt x="129252" y="4309"/>
                    <a:pt x="129129" y="4522"/>
                    <a:pt x="129063" y="4813"/>
                  </a:cubicBezTo>
                  <a:cubicBezTo>
                    <a:pt x="129063" y="5450"/>
                    <a:pt x="129066" y="6063"/>
                    <a:pt x="129073" y="6653"/>
                  </a:cubicBezTo>
                  <a:cubicBezTo>
                    <a:pt x="129080" y="7243"/>
                    <a:pt x="129083" y="7830"/>
                    <a:pt x="129083" y="8413"/>
                  </a:cubicBezTo>
                  <a:lnTo>
                    <a:pt x="129083" y="11993"/>
                  </a:lnTo>
                  <a:cubicBezTo>
                    <a:pt x="129123" y="12298"/>
                    <a:pt x="129239" y="12524"/>
                    <a:pt x="129431" y="12670"/>
                  </a:cubicBezTo>
                  <a:cubicBezTo>
                    <a:pt x="129623" y="12815"/>
                    <a:pt x="129832" y="12888"/>
                    <a:pt x="130057" y="12888"/>
                  </a:cubicBezTo>
                  <a:cubicBezTo>
                    <a:pt x="130296" y="12888"/>
                    <a:pt x="130515" y="12809"/>
                    <a:pt x="130714" y="12650"/>
                  </a:cubicBezTo>
                  <a:cubicBezTo>
                    <a:pt x="130913" y="12491"/>
                    <a:pt x="131019" y="12245"/>
                    <a:pt x="131032" y="11914"/>
                  </a:cubicBezTo>
                  <a:cubicBezTo>
                    <a:pt x="131019" y="11238"/>
                    <a:pt x="131012" y="10571"/>
                    <a:pt x="131012" y="9915"/>
                  </a:cubicBezTo>
                  <a:lnTo>
                    <a:pt x="131012" y="7916"/>
                  </a:lnTo>
                  <a:cubicBezTo>
                    <a:pt x="131039" y="7651"/>
                    <a:pt x="131082" y="7449"/>
                    <a:pt x="131141" y="7309"/>
                  </a:cubicBezTo>
                  <a:cubicBezTo>
                    <a:pt x="131201" y="7170"/>
                    <a:pt x="131284" y="7021"/>
                    <a:pt x="131390" y="6862"/>
                  </a:cubicBezTo>
                  <a:cubicBezTo>
                    <a:pt x="131695" y="6424"/>
                    <a:pt x="132036" y="6093"/>
                    <a:pt x="132414" y="5867"/>
                  </a:cubicBezTo>
                  <a:cubicBezTo>
                    <a:pt x="132792" y="5642"/>
                    <a:pt x="133180" y="5529"/>
                    <a:pt x="133578" y="5529"/>
                  </a:cubicBezTo>
                  <a:cubicBezTo>
                    <a:pt x="133817" y="5529"/>
                    <a:pt x="133992" y="5622"/>
                    <a:pt x="134105" y="5808"/>
                  </a:cubicBezTo>
                  <a:cubicBezTo>
                    <a:pt x="134218" y="5993"/>
                    <a:pt x="134294" y="6215"/>
                    <a:pt x="134334" y="6474"/>
                  </a:cubicBezTo>
                  <a:cubicBezTo>
                    <a:pt x="134373" y="6733"/>
                    <a:pt x="134387" y="6994"/>
                    <a:pt x="134373" y="7260"/>
                  </a:cubicBezTo>
                  <a:cubicBezTo>
                    <a:pt x="134360" y="7525"/>
                    <a:pt x="134354" y="7744"/>
                    <a:pt x="134354" y="7916"/>
                  </a:cubicBezTo>
                  <a:lnTo>
                    <a:pt x="134354" y="9756"/>
                  </a:lnTo>
                  <a:cubicBezTo>
                    <a:pt x="134354" y="10227"/>
                    <a:pt x="134357" y="10611"/>
                    <a:pt x="134364" y="10909"/>
                  </a:cubicBezTo>
                  <a:cubicBezTo>
                    <a:pt x="134370" y="11208"/>
                    <a:pt x="134373" y="11446"/>
                    <a:pt x="134373" y="11625"/>
                  </a:cubicBezTo>
                  <a:lnTo>
                    <a:pt x="134373" y="12113"/>
                  </a:lnTo>
                  <a:cubicBezTo>
                    <a:pt x="134413" y="12418"/>
                    <a:pt x="134529" y="12643"/>
                    <a:pt x="134722" y="12789"/>
                  </a:cubicBezTo>
                  <a:cubicBezTo>
                    <a:pt x="134914" y="12935"/>
                    <a:pt x="135129" y="13008"/>
                    <a:pt x="135368" y="13008"/>
                  </a:cubicBezTo>
                  <a:cubicBezTo>
                    <a:pt x="135593" y="13008"/>
                    <a:pt x="135809" y="12928"/>
                    <a:pt x="136014" y="12769"/>
                  </a:cubicBezTo>
                  <a:cubicBezTo>
                    <a:pt x="136220" y="12610"/>
                    <a:pt x="136329" y="12365"/>
                    <a:pt x="136343" y="12033"/>
                  </a:cubicBezTo>
                  <a:close/>
                  <a:moveTo>
                    <a:pt x="140639" y="11615"/>
                  </a:moveTo>
                  <a:lnTo>
                    <a:pt x="140539" y="11566"/>
                  </a:lnTo>
                  <a:cubicBezTo>
                    <a:pt x="140499" y="11546"/>
                    <a:pt x="140466" y="11523"/>
                    <a:pt x="140440" y="11496"/>
                  </a:cubicBezTo>
                  <a:lnTo>
                    <a:pt x="140440" y="955"/>
                  </a:lnTo>
                  <a:cubicBezTo>
                    <a:pt x="140347" y="703"/>
                    <a:pt x="140214" y="514"/>
                    <a:pt x="140042" y="388"/>
                  </a:cubicBezTo>
                  <a:cubicBezTo>
                    <a:pt x="139870" y="262"/>
                    <a:pt x="139671" y="199"/>
                    <a:pt x="139445" y="199"/>
                  </a:cubicBezTo>
                  <a:cubicBezTo>
                    <a:pt x="139220" y="199"/>
                    <a:pt x="139021" y="269"/>
                    <a:pt x="138849" y="408"/>
                  </a:cubicBezTo>
                  <a:cubicBezTo>
                    <a:pt x="138676" y="547"/>
                    <a:pt x="138557" y="749"/>
                    <a:pt x="138491" y="1014"/>
                  </a:cubicBezTo>
                  <a:lnTo>
                    <a:pt x="138491" y="11914"/>
                  </a:lnTo>
                  <a:cubicBezTo>
                    <a:pt x="138517" y="12073"/>
                    <a:pt x="138550" y="12199"/>
                    <a:pt x="138590" y="12292"/>
                  </a:cubicBezTo>
                  <a:cubicBezTo>
                    <a:pt x="138630" y="12385"/>
                    <a:pt x="138709" y="12484"/>
                    <a:pt x="138829" y="12590"/>
                  </a:cubicBezTo>
                  <a:lnTo>
                    <a:pt x="139684" y="13147"/>
                  </a:lnTo>
                  <a:cubicBezTo>
                    <a:pt x="139883" y="13253"/>
                    <a:pt x="140072" y="13303"/>
                    <a:pt x="140251" y="13296"/>
                  </a:cubicBezTo>
                  <a:cubicBezTo>
                    <a:pt x="140430" y="13290"/>
                    <a:pt x="140586" y="13246"/>
                    <a:pt x="140718" y="13167"/>
                  </a:cubicBezTo>
                  <a:cubicBezTo>
                    <a:pt x="140851" y="13087"/>
                    <a:pt x="140957" y="12981"/>
                    <a:pt x="141036" y="12849"/>
                  </a:cubicBezTo>
                  <a:cubicBezTo>
                    <a:pt x="141116" y="12716"/>
                    <a:pt x="141156" y="12570"/>
                    <a:pt x="141156" y="12411"/>
                  </a:cubicBezTo>
                  <a:cubicBezTo>
                    <a:pt x="141156" y="12133"/>
                    <a:pt x="140983" y="11867"/>
                    <a:pt x="140639" y="11615"/>
                  </a:cubicBezTo>
                  <a:close/>
                  <a:moveTo>
                    <a:pt x="149967" y="4217"/>
                  </a:moveTo>
                  <a:lnTo>
                    <a:pt x="149947" y="4217"/>
                  </a:lnTo>
                  <a:cubicBezTo>
                    <a:pt x="149695" y="5171"/>
                    <a:pt x="149410" y="6050"/>
                    <a:pt x="149092" y="6852"/>
                  </a:cubicBezTo>
                  <a:cubicBezTo>
                    <a:pt x="148773" y="7654"/>
                    <a:pt x="148402" y="8466"/>
                    <a:pt x="147978" y="9288"/>
                  </a:cubicBezTo>
                  <a:cubicBezTo>
                    <a:pt x="147262" y="8652"/>
                    <a:pt x="146652" y="7956"/>
                    <a:pt x="146148" y="7200"/>
                  </a:cubicBezTo>
                  <a:cubicBezTo>
                    <a:pt x="145644" y="6444"/>
                    <a:pt x="145260" y="5543"/>
                    <a:pt x="144994" y="4495"/>
                  </a:cubicBezTo>
                  <a:cubicBezTo>
                    <a:pt x="144915" y="4230"/>
                    <a:pt x="144786" y="4038"/>
                    <a:pt x="144607" y="3918"/>
                  </a:cubicBezTo>
                  <a:cubicBezTo>
                    <a:pt x="144428" y="3799"/>
                    <a:pt x="144232" y="3739"/>
                    <a:pt x="144020" y="3739"/>
                  </a:cubicBezTo>
                  <a:cubicBezTo>
                    <a:pt x="143768" y="3739"/>
                    <a:pt x="143566" y="3801"/>
                    <a:pt x="143416" y="3925"/>
                  </a:cubicBezTo>
                  <a:cubicBezTo>
                    <a:pt x="143195" y="4107"/>
                    <a:pt x="143085" y="4423"/>
                    <a:pt x="143085" y="4873"/>
                  </a:cubicBezTo>
                  <a:cubicBezTo>
                    <a:pt x="143271" y="5536"/>
                    <a:pt x="143486" y="6149"/>
                    <a:pt x="143731" y="6713"/>
                  </a:cubicBezTo>
                  <a:cubicBezTo>
                    <a:pt x="143977" y="7276"/>
                    <a:pt x="144262" y="7800"/>
                    <a:pt x="144587" y="8284"/>
                  </a:cubicBezTo>
                  <a:cubicBezTo>
                    <a:pt x="144912" y="8768"/>
                    <a:pt x="145280" y="9229"/>
                    <a:pt x="145691" y="9666"/>
                  </a:cubicBezTo>
                  <a:cubicBezTo>
                    <a:pt x="146102" y="10104"/>
                    <a:pt x="146572" y="10535"/>
                    <a:pt x="147103" y="10959"/>
                  </a:cubicBezTo>
                  <a:lnTo>
                    <a:pt x="145890" y="13127"/>
                  </a:lnTo>
                  <a:cubicBezTo>
                    <a:pt x="145664" y="13538"/>
                    <a:pt x="145429" y="13949"/>
                    <a:pt x="145183" y="14360"/>
                  </a:cubicBezTo>
                  <a:cubicBezTo>
                    <a:pt x="144938" y="14771"/>
                    <a:pt x="144703" y="15189"/>
                    <a:pt x="144477" y="15613"/>
                  </a:cubicBezTo>
                  <a:cubicBezTo>
                    <a:pt x="144464" y="15666"/>
                    <a:pt x="144457" y="15716"/>
                    <a:pt x="144457" y="15762"/>
                  </a:cubicBezTo>
                  <a:lnTo>
                    <a:pt x="144457" y="15892"/>
                  </a:lnTo>
                  <a:cubicBezTo>
                    <a:pt x="144457" y="16197"/>
                    <a:pt x="144544" y="16422"/>
                    <a:pt x="144716" y="16568"/>
                  </a:cubicBezTo>
                  <a:cubicBezTo>
                    <a:pt x="144888" y="16714"/>
                    <a:pt x="145101" y="16787"/>
                    <a:pt x="145352" y="16787"/>
                  </a:cubicBezTo>
                  <a:cubicBezTo>
                    <a:pt x="145498" y="16787"/>
                    <a:pt x="145654" y="16747"/>
                    <a:pt x="145820" y="16667"/>
                  </a:cubicBezTo>
                  <a:cubicBezTo>
                    <a:pt x="145986" y="16588"/>
                    <a:pt x="146141" y="16455"/>
                    <a:pt x="146287" y="16270"/>
                  </a:cubicBezTo>
                  <a:cubicBezTo>
                    <a:pt x="146499" y="15885"/>
                    <a:pt x="146708" y="15514"/>
                    <a:pt x="146914" y="15156"/>
                  </a:cubicBezTo>
                  <a:cubicBezTo>
                    <a:pt x="147119" y="14798"/>
                    <a:pt x="147328" y="14433"/>
                    <a:pt x="147540" y="14062"/>
                  </a:cubicBezTo>
                  <a:cubicBezTo>
                    <a:pt x="147965" y="13319"/>
                    <a:pt x="148386" y="12570"/>
                    <a:pt x="148803" y="11814"/>
                  </a:cubicBezTo>
                  <a:cubicBezTo>
                    <a:pt x="149221" y="11059"/>
                    <a:pt x="149619" y="10293"/>
                    <a:pt x="149997" y="9517"/>
                  </a:cubicBezTo>
                  <a:cubicBezTo>
                    <a:pt x="150375" y="8741"/>
                    <a:pt x="150719" y="7952"/>
                    <a:pt x="151031" y="7150"/>
                  </a:cubicBezTo>
                  <a:cubicBezTo>
                    <a:pt x="151343" y="6348"/>
                    <a:pt x="151604" y="5536"/>
                    <a:pt x="151817" y="4714"/>
                  </a:cubicBezTo>
                  <a:cubicBezTo>
                    <a:pt x="151817" y="4382"/>
                    <a:pt x="151727" y="4124"/>
                    <a:pt x="151548" y="3938"/>
                  </a:cubicBezTo>
                  <a:cubicBezTo>
                    <a:pt x="151369" y="3752"/>
                    <a:pt x="151147" y="3660"/>
                    <a:pt x="150882" y="3660"/>
                  </a:cubicBezTo>
                  <a:cubicBezTo>
                    <a:pt x="150471" y="3660"/>
                    <a:pt x="150166" y="3845"/>
                    <a:pt x="149967" y="4217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36" name="read-only-query-label line 2" descr="query"/>
            <p:cNvSpPr/>
            <p:nvPr/>
          </p:nvSpPr>
          <p:spPr>
            <a:xfrm>
              <a:off x="3206698" y="1575924"/>
              <a:ext cx="247818" cy="77491"/>
            </a:xfrm>
            <a:custGeom>
              <a:avLst/>
              <a:gdLst/>
              <a:ahLst/>
              <a:cxnLst/>
              <a:rect l="0" t="0" r="r" b="b"/>
              <a:pathLst>
                <a:path w="44652" h="13962">
                  <a:moveTo>
                    <a:pt x="7638" y="13008"/>
                  </a:moveTo>
                  <a:lnTo>
                    <a:pt x="7638" y="1313"/>
                  </a:lnTo>
                  <a:cubicBezTo>
                    <a:pt x="7518" y="941"/>
                    <a:pt x="7309" y="709"/>
                    <a:pt x="7011" y="617"/>
                  </a:cubicBezTo>
                  <a:cubicBezTo>
                    <a:pt x="6713" y="524"/>
                    <a:pt x="6444" y="530"/>
                    <a:pt x="6206" y="636"/>
                  </a:cubicBezTo>
                  <a:cubicBezTo>
                    <a:pt x="6046" y="570"/>
                    <a:pt x="5874" y="517"/>
                    <a:pt x="5688" y="477"/>
                  </a:cubicBezTo>
                  <a:cubicBezTo>
                    <a:pt x="5503" y="438"/>
                    <a:pt x="5304" y="404"/>
                    <a:pt x="5092" y="378"/>
                  </a:cubicBezTo>
                  <a:cubicBezTo>
                    <a:pt x="4336" y="312"/>
                    <a:pt x="3646" y="381"/>
                    <a:pt x="3023" y="587"/>
                  </a:cubicBezTo>
                  <a:cubicBezTo>
                    <a:pt x="2400" y="792"/>
                    <a:pt x="1863" y="1107"/>
                    <a:pt x="1412" y="1531"/>
                  </a:cubicBezTo>
                  <a:cubicBezTo>
                    <a:pt x="961" y="1956"/>
                    <a:pt x="613" y="2480"/>
                    <a:pt x="368" y="3103"/>
                  </a:cubicBezTo>
                  <a:cubicBezTo>
                    <a:pt x="123" y="3726"/>
                    <a:pt x="0" y="4415"/>
                    <a:pt x="0" y="5171"/>
                  </a:cubicBezTo>
                  <a:cubicBezTo>
                    <a:pt x="0" y="5582"/>
                    <a:pt x="46" y="5983"/>
                    <a:pt x="139" y="6375"/>
                  </a:cubicBezTo>
                  <a:cubicBezTo>
                    <a:pt x="232" y="6766"/>
                    <a:pt x="381" y="7127"/>
                    <a:pt x="587" y="7459"/>
                  </a:cubicBezTo>
                  <a:cubicBezTo>
                    <a:pt x="792" y="7790"/>
                    <a:pt x="1057" y="8082"/>
                    <a:pt x="1382" y="8334"/>
                  </a:cubicBezTo>
                  <a:cubicBezTo>
                    <a:pt x="1707" y="8586"/>
                    <a:pt x="2102" y="8771"/>
                    <a:pt x="2566" y="8891"/>
                  </a:cubicBezTo>
                  <a:lnTo>
                    <a:pt x="2546" y="8891"/>
                  </a:lnTo>
                  <a:cubicBezTo>
                    <a:pt x="3023" y="9036"/>
                    <a:pt x="3537" y="9096"/>
                    <a:pt x="4087" y="9070"/>
                  </a:cubicBezTo>
                  <a:cubicBezTo>
                    <a:pt x="4638" y="9043"/>
                    <a:pt x="5165" y="8950"/>
                    <a:pt x="5669" y="8791"/>
                  </a:cubicBezTo>
                  <a:lnTo>
                    <a:pt x="5669" y="13067"/>
                  </a:lnTo>
                  <a:cubicBezTo>
                    <a:pt x="5708" y="13372"/>
                    <a:pt x="5828" y="13598"/>
                    <a:pt x="6027" y="13744"/>
                  </a:cubicBezTo>
                  <a:cubicBezTo>
                    <a:pt x="6225" y="13890"/>
                    <a:pt x="6438" y="13962"/>
                    <a:pt x="6663" y="13962"/>
                  </a:cubicBezTo>
                  <a:cubicBezTo>
                    <a:pt x="6915" y="13962"/>
                    <a:pt x="7134" y="13883"/>
                    <a:pt x="7319" y="13724"/>
                  </a:cubicBezTo>
                  <a:cubicBezTo>
                    <a:pt x="7505" y="13565"/>
                    <a:pt x="7611" y="13326"/>
                    <a:pt x="7638" y="13008"/>
                  </a:cubicBezTo>
                  <a:close/>
                  <a:moveTo>
                    <a:pt x="4038" y="7299"/>
                  </a:moveTo>
                  <a:cubicBezTo>
                    <a:pt x="3693" y="7286"/>
                    <a:pt x="3391" y="7213"/>
                    <a:pt x="3133" y="7081"/>
                  </a:cubicBezTo>
                  <a:cubicBezTo>
                    <a:pt x="2874" y="6948"/>
                    <a:pt x="2655" y="6776"/>
                    <a:pt x="2476" y="6564"/>
                  </a:cubicBezTo>
                  <a:cubicBezTo>
                    <a:pt x="2297" y="6351"/>
                    <a:pt x="2161" y="6109"/>
                    <a:pt x="2069" y="5838"/>
                  </a:cubicBezTo>
                  <a:cubicBezTo>
                    <a:pt x="1976" y="5566"/>
                    <a:pt x="1929" y="5284"/>
                    <a:pt x="1929" y="4992"/>
                  </a:cubicBezTo>
                  <a:cubicBezTo>
                    <a:pt x="1929" y="4634"/>
                    <a:pt x="1986" y="4283"/>
                    <a:pt x="2098" y="3938"/>
                  </a:cubicBezTo>
                  <a:cubicBezTo>
                    <a:pt x="2211" y="3593"/>
                    <a:pt x="2373" y="3285"/>
                    <a:pt x="2586" y="3013"/>
                  </a:cubicBezTo>
                  <a:cubicBezTo>
                    <a:pt x="2798" y="2741"/>
                    <a:pt x="3063" y="2526"/>
                    <a:pt x="3381" y="2367"/>
                  </a:cubicBezTo>
                  <a:cubicBezTo>
                    <a:pt x="3699" y="2208"/>
                    <a:pt x="4071" y="2128"/>
                    <a:pt x="4495" y="2128"/>
                  </a:cubicBezTo>
                  <a:cubicBezTo>
                    <a:pt x="4667" y="2128"/>
                    <a:pt x="4850" y="2145"/>
                    <a:pt x="5042" y="2178"/>
                  </a:cubicBezTo>
                  <a:cubicBezTo>
                    <a:pt x="5234" y="2211"/>
                    <a:pt x="5443" y="2294"/>
                    <a:pt x="5669" y="2427"/>
                  </a:cubicBezTo>
                  <a:lnTo>
                    <a:pt x="5669" y="6862"/>
                  </a:lnTo>
                  <a:cubicBezTo>
                    <a:pt x="5403" y="7008"/>
                    <a:pt x="5131" y="7117"/>
                    <a:pt x="4853" y="7190"/>
                  </a:cubicBezTo>
                  <a:cubicBezTo>
                    <a:pt x="4575" y="7263"/>
                    <a:pt x="4303" y="7299"/>
                    <a:pt x="4038" y="7299"/>
                  </a:cubicBezTo>
                  <a:close/>
                  <a:moveTo>
                    <a:pt x="17543" y="7578"/>
                  </a:moveTo>
                  <a:cubicBezTo>
                    <a:pt x="17397" y="7406"/>
                    <a:pt x="17277" y="7183"/>
                    <a:pt x="17185" y="6912"/>
                  </a:cubicBezTo>
                  <a:cubicBezTo>
                    <a:pt x="17092" y="6640"/>
                    <a:pt x="17015" y="6338"/>
                    <a:pt x="16956" y="6007"/>
                  </a:cubicBezTo>
                  <a:cubicBezTo>
                    <a:pt x="16896" y="5675"/>
                    <a:pt x="16856" y="5327"/>
                    <a:pt x="16836" y="4962"/>
                  </a:cubicBezTo>
                  <a:cubicBezTo>
                    <a:pt x="16817" y="4598"/>
                    <a:pt x="16807" y="4236"/>
                    <a:pt x="16807" y="3878"/>
                  </a:cubicBezTo>
                  <a:cubicBezTo>
                    <a:pt x="16807" y="3613"/>
                    <a:pt x="16813" y="3355"/>
                    <a:pt x="16827" y="3103"/>
                  </a:cubicBezTo>
                  <a:cubicBezTo>
                    <a:pt x="16840" y="2851"/>
                    <a:pt x="16860" y="2612"/>
                    <a:pt x="16886" y="2387"/>
                  </a:cubicBezTo>
                  <a:cubicBezTo>
                    <a:pt x="16926" y="2029"/>
                    <a:pt x="16946" y="1710"/>
                    <a:pt x="16946" y="1432"/>
                  </a:cubicBezTo>
                  <a:cubicBezTo>
                    <a:pt x="16946" y="1114"/>
                    <a:pt x="16850" y="875"/>
                    <a:pt x="16657" y="716"/>
                  </a:cubicBezTo>
                  <a:cubicBezTo>
                    <a:pt x="16465" y="557"/>
                    <a:pt x="16250" y="477"/>
                    <a:pt x="16011" y="477"/>
                  </a:cubicBezTo>
                  <a:cubicBezTo>
                    <a:pt x="15706" y="477"/>
                    <a:pt x="15477" y="580"/>
                    <a:pt x="15325" y="786"/>
                  </a:cubicBezTo>
                  <a:cubicBezTo>
                    <a:pt x="15172" y="991"/>
                    <a:pt x="15060" y="1256"/>
                    <a:pt x="14987" y="1581"/>
                  </a:cubicBezTo>
                  <a:cubicBezTo>
                    <a:pt x="14914" y="1906"/>
                    <a:pt x="14874" y="2267"/>
                    <a:pt x="14867" y="2665"/>
                  </a:cubicBezTo>
                  <a:cubicBezTo>
                    <a:pt x="14861" y="3063"/>
                    <a:pt x="14857" y="3454"/>
                    <a:pt x="14857" y="3839"/>
                  </a:cubicBezTo>
                  <a:cubicBezTo>
                    <a:pt x="14857" y="4502"/>
                    <a:pt x="14897" y="5151"/>
                    <a:pt x="14977" y="5788"/>
                  </a:cubicBezTo>
                  <a:cubicBezTo>
                    <a:pt x="14672" y="6172"/>
                    <a:pt x="14354" y="6514"/>
                    <a:pt x="14022" y="6812"/>
                  </a:cubicBezTo>
                  <a:cubicBezTo>
                    <a:pt x="13691" y="7110"/>
                    <a:pt x="13333" y="7260"/>
                    <a:pt x="12948" y="7260"/>
                  </a:cubicBezTo>
                  <a:cubicBezTo>
                    <a:pt x="12471" y="7260"/>
                    <a:pt x="12093" y="7034"/>
                    <a:pt x="11814" y="6583"/>
                  </a:cubicBezTo>
                  <a:cubicBezTo>
                    <a:pt x="11536" y="6133"/>
                    <a:pt x="11397" y="5549"/>
                    <a:pt x="11397" y="4833"/>
                  </a:cubicBezTo>
                  <a:cubicBezTo>
                    <a:pt x="11397" y="4502"/>
                    <a:pt x="11400" y="4190"/>
                    <a:pt x="11407" y="3898"/>
                  </a:cubicBezTo>
                  <a:cubicBezTo>
                    <a:pt x="11413" y="3607"/>
                    <a:pt x="11423" y="3308"/>
                    <a:pt x="11436" y="3003"/>
                  </a:cubicBezTo>
                  <a:cubicBezTo>
                    <a:pt x="11450" y="2712"/>
                    <a:pt x="11456" y="2420"/>
                    <a:pt x="11456" y="2128"/>
                  </a:cubicBezTo>
                  <a:lnTo>
                    <a:pt x="11456" y="1233"/>
                  </a:lnTo>
                  <a:cubicBezTo>
                    <a:pt x="11390" y="968"/>
                    <a:pt x="11261" y="772"/>
                    <a:pt x="11069" y="646"/>
                  </a:cubicBezTo>
                  <a:cubicBezTo>
                    <a:pt x="10876" y="520"/>
                    <a:pt x="10681" y="457"/>
                    <a:pt x="10482" y="457"/>
                  </a:cubicBezTo>
                  <a:cubicBezTo>
                    <a:pt x="10243" y="457"/>
                    <a:pt x="10034" y="524"/>
                    <a:pt x="9855" y="656"/>
                  </a:cubicBezTo>
                  <a:cubicBezTo>
                    <a:pt x="9676" y="789"/>
                    <a:pt x="9554" y="1001"/>
                    <a:pt x="9487" y="1293"/>
                  </a:cubicBezTo>
                  <a:cubicBezTo>
                    <a:pt x="9487" y="1478"/>
                    <a:pt x="9484" y="1677"/>
                    <a:pt x="9477" y="1890"/>
                  </a:cubicBezTo>
                  <a:cubicBezTo>
                    <a:pt x="9471" y="2102"/>
                    <a:pt x="9461" y="2320"/>
                    <a:pt x="9448" y="2546"/>
                  </a:cubicBezTo>
                  <a:cubicBezTo>
                    <a:pt x="9434" y="2811"/>
                    <a:pt x="9428" y="3083"/>
                    <a:pt x="9428" y="3361"/>
                  </a:cubicBezTo>
                  <a:lnTo>
                    <a:pt x="9428" y="4217"/>
                  </a:lnTo>
                  <a:cubicBezTo>
                    <a:pt x="9428" y="4667"/>
                    <a:pt x="9444" y="5098"/>
                    <a:pt x="9477" y="5509"/>
                  </a:cubicBezTo>
                  <a:cubicBezTo>
                    <a:pt x="9510" y="5920"/>
                    <a:pt x="9580" y="6298"/>
                    <a:pt x="9686" y="6643"/>
                  </a:cubicBezTo>
                  <a:cubicBezTo>
                    <a:pt x="9806" y="6975"/>
                    <a:pt x="9975" y="7286"/>
                    <a:pt x="10193" y="7578"/>
                  </a:cubicBezTo>
                  <a:cubicBezTo>
                    <a:pt x="10412" y="7870"/>
                    <a:pt x="10671" y="8125"/>
                    <a:pt x="10969" y="8344"/>
                  </a:cubicBezTo>
                  <a:cubicBezTo>
                    <a:pt x="11267" y="8562"/>
                    <a:pt x="11592" y="8735"/>
                    <a:pt x="11944" y="8861"/>
                  </a:cubicBezTo>
                  <a:cubicBezTo>
                    <a:pt x="12295" y="8987"/>
                    <a:pt x="12650" y="9050"/>
                    <a:pt x="13008" y="9050"/>
                  </a:cubicBezTo>
                  <a:cubicBezTo>
                    <a:pt x="13472" y="9050"/>
                    <a:pt x="13929" y="8937"/>
                    <a:pt x="14380" y="8712"/>
                  </a:cubicBezTo>
                  <a:cubicBezTo>
                    <a:pt x="14831" y="8486"/>
                    <a:pt x="15222" y="8221"/>
                    <a:pt x="15554" y="7916"/>
                  </a:cubicBezTo>
                  <a:cubicBezTo>
                    <a:pt x="15699" y="8221"/>
                    <a:pt x="15882" y="8486"/>
                    <a:pt x="16101" y="8712"/>
                  </a:cubicBezTo>
                  <a:cubicBezTo>
                    <a:pt x="16319" y="8937"/>
                    <a:pt x="16581" y="9050"/>
                    <a:pt x="16886" y="9050"/>
                  </a:cubicBezTo>
                  <a:cubicBezTo>
                    <a:pt x="17138" y="9050"/>
                    <a:pt x="17354" y="8973"/>
                    <a:pt x="17533" y="8821"/>
                  </a:cubicBezTo>
                  <a:cubicBezTo>
                    <a:pt x="17712" y="8669"/>
                    <a:pt x="17801" y="8473"/>
                    <a:pt x="17801" y="8234"/>
                  </a:cubicBezTo>
                  <a:cubicBezTo>
                    <a:pt x="17801" y="8035"/>
                    <a:pt x="17715" y="7817"/>
                    <a:pt x="17543" y="7578"/>
                  </a:cubicBezTo>
                  <a:close/>
                  <a:moveTo>
                    <a:pt x="25777" y="6603"/>
                  </a:moveTo>
                  <a:cubicBezTo>
                    <a:pt x="25392" y="6842"/>
                    <a:pt x="24971" y="7071"/>
                    <a:pt x="24514" y="7290"/>
                  </a:cubicBezTo>
                  <a:cubicBezTo>
                    <a:pt x="24056" y="7508"/>
                    <a:pt x="23615" y="7631"/>
                    <a:pt x="23191" y="7657"/>
                  </a:cubicBezTo>
                  <a:cubicBezTo>
                    <a:pt x="22687" y="7697"/>
                    <a:pt x="22263" y="7604"/>
                    <a:pt x="21918" y="7379"/>
                  </a:cubicBezTo>
                  <a:cubicBezTo>
                    <a:pt x="21573" y="7154"/>
                    <a:pt x="21308" y="6849"/>
                    <a:pt x="21123" y="6464"/>
                  </a:cubicBezTo>
                  <a:cubicBezTo>
                    <a:pt x="21149" y="6464"/>
                    <a:pt x="21219" y="6451"/>
                    <a:pt x="21331" y="6424"/>
                  </a:cubicBezTo>
                  <a:cubicBezTo>
                    <a:pt x="21444" y="6398"/>
                    <a:pt x="21706" y="6331"/>
                    <a:pt x="22117" y="6225"/>
                  </a:cubicBezTo>
                  <a:cubicBezTo>
                    <a:pt x="22502" y="6133"/>
                    <a:pt x="22913" y="6027"/>
                    <a:pt x="23350" y="5907"/>
                  </a:cubicBezTo>
                  <a:cubicBezTo>
                    <a:pt x="23788" y="5788"/>
                    <a:pt x="24212" y="5642"/>
                    <a:pt x="24623" y="5470"/>
                  </a:cubicBezTo>
                  <a:cubicBezTo>
                    <a:pt x="25034" y="5297"/>
                    <a:pt x="25412" y="5095"/>
                    <a:pt x="25757" y="4863"/>
                  </a:cubicBezTo>
                  <a:cubicBezTo>
                    <a:pt x="26102" y="4631"/>
                    <a:pt x="26373" y="4356"/>
                    <a:pt x="26572" y="4038"/>
                  </a:cubicBezTo>
                  <a:cubicBezTo>
                    <a:pt x="26678" y="3878"/>
                    <a:pt x="26751" y="3713"/>
                    <a:pt x="26791" y="3540"/>
                  </a:cubicBezTo>
                  <a:cubicBezTo>
                    <a:pt x="26831" y="3368"/>
                    <a:pt x="26851" y="3189"/>
                    <a:pt x="26851" y="3003"/>
                  </a:cubicBezTo>
                  <a:cubicBezTo>
                    <a:pt x="26851" y="2725"/>
                    <a:pt x="26798" y="2446"/>
                    <a:pt x="26692" y="2168"/>
                  </a:cubicBezTo>
                  <a:cubicBezTo>
                    <a:pt x="26586" y="1890"/>
                    <a:pt x="26440" y="1634"/>
                    <a:pt x="26254" y="1402"/>
                  </a:cubicBezTo>
                  <a:cubicBezTo>
                    <a:pt x="26069" y="1170"/>
                    <a:pt x="25850" y="971"/>
                    <a:pt x="25598" y="806"/>
                  </a:cubicBezTo>
                  <a:cubicBezTo>
                    <a:pt x="25346" y="640"/>
                    <a:pt x="25074" y="524"/>
                    <a:pt x="24782" y="457"/>
                  </a:cubicBezTo>
                  <a:cubicBezTo>
                    <a:pt x="24477" y="391"/>
                    <a:pt x="24166" y="358"/>
                    <a:pt x="23848" y="358"/>
                  </a:cubicBezTo>
                  <a:cubicBezTo>
                    <a:pt x="23251" y="358"/>
                    <a:pt x="22674" y="457"/>
                    <a:pt x="22117" y="656"/>
                  </a:cubicBezTo>
                  <a:cubicBezTo>
                    <a:pt x="21560" y="855"/>
                    <a:pt x="21043" y="1120"/>
                    <a:pt x="20566" y="1452"/>
                  </a:cubicBezTo>
                  <a:cubicBezTo>
                    <a:pt x="19969" y="1850"/>
                    <a:pt x="19535" y="2367"/>
                    <a:pt x="19263" y="3003"/>
                  </a:cubicBezTo>
                  <a:cubicBezTo>
                    <a:pt x="18991" y="3640"/>
                    <a:pt x="18855" y="4303"/>
                    <a:pt x="18855" y="4992"/>
                  </a:cubicBezTo>
                  <a:cubicBezTo>
                    <a:pt x="18855" y="5695"/>
                    <a:pt x="19011" y="6381"/>
                    <a:pt x="19323" y="7051"/>
                  </a:cubicBezTo>
                  <a:cubicBezTo>
                    <a:pt x="19634" y="7720"/>
                    <a:pt x="20069" y="8261"/>
                    <a:pt x="20625" y="8672"/>
                  </a:cubicBezTo>
                  <a:cubicBezTo>
                    <a:pt x="20970" y="8910"/>
                    <a:pt x="21341" y="9086"/>
                    <a:pt x="21739" y="9199"/>
                  </a:cubicBezTo>
                  <a:cubicBezTo>
                    <a:pt x="22137" y="9312"/>
                    <a:pt x="22528" y="9368"/>
                    <a:pt x="22913" y="9368"/>
                  </a:cubicBezTo>
                  <a:cubicBezTo>
                    <a:pt x="23562" y="9368"/>
                    <a:pt x="24209" y="9252"/>
                    <a:pt x="24852" y="9020"/>
                  </a:cubicBezTo>
                  <a:cubicBezTo>
                    <a:pt x="25495" y="8788"/>
                    <a:pt x="26095" y="8506"/>
                    <a:pt x="26652" y="8175"/>
                  </a:cubicBezTo>
                  <a:cubicBezTo>
                    <a:pt x="26851" y="8055"/>
                    <a:pt x="26997" y="7926"/>
                    <a:pt x="27090" y="7787"/>
                  </a:cubicBezTo>
                  <a:cubicBezTo>
                    <a:pt x="27182" y="7648"/>
                    <a:pt x="27229" y="7505"/>
                    <a:pt x="27229" y="7359"/>
                  </a:cubicBezTo>
                  <a:cubicBezTo>
                    <a:pt x="27229" y="7213"/>
                    <a:pt x="27192" y="7077"/>
                    <a:pt x="27119" y="6951"/>
                  </a:cubicBezTo>
                  <a:cubicBezTo>
                    <a:pt x="27046" y="6825"/>
                    <a:pt x="26947" y="6723"/>
                    <a:pt x="26821" y="6643"/>
                  </a:cubicBezTo>
                  <a:cubicBezTo>
                    <a:pt x="26695" y="6564"/>
                    <a:pt x="26543" y="6517"/>
                    <a:pt x="26364" y="6504"/>
                  </a:cubicBezTo>
                  <a:cubicBezTo>
                    <a:pt x="26185" y="6491"/>
                    <a:pt x="25989" y="6524"/>
                    <a:pt x="25777" y="6603"/>
                  </a:cubicBezTo>
                  <a:close/>
                  <a:moveTo>
                    <a:pt x="22117" y="2606"/>
                  </a:moveTo>
                  <a:cubicBezTo>
                    <a:pt x="22343" y="2499"/>
                    <a:pt x="22628" y="2390"/>
                    <a:pt x="22972" y="2277"/>
                  </a:cubicBezTo>
                  <a:cubicBezTo>
                    <a:pt x="23317" y="2165"/>
                    <a:pt x="23642" y="2108"/>
                    <a:pt x="23947" y="2108"/>
                  </a:cubicBezTo>
                  <a:cubicBezTo>
                    <a:pt x="24225" y="2108"/>
                    <a:pt x="24464" y="2181"/>
                    <a:pt x="24663" y="2327"/>
                  </a:cubicBezTo>
                  <a:cubicBezTo>
                    <a:pt x="24862" y="2473"/>
                    <a:pt x="24948" y="2738"/>
                    <a:pt x="24922" y="3123"/>
                  </a:cubicBezTo>
                  <a:cubicBezTo>
                    <a:pt x="24842" y="3282"/>
                    <a:pt x="24686" y="3428"/>
                    <a:pt x="24454" y="3560"/>
                  </a:cubicBezTo>
                  <a:cubicBezTo>
                    <a:pt x="24222" y="3693"/>
                    <a:pt x="23970" y="3809"/>
                    <a:pt x="23698" y="3908"/>
                  </a:cubicBezTo>
                  <a:cubicBezTo>
                    <a:pt x="23427" y="4008"/>
                    <a:pt x="23158" y="4094"/>
                    <a:pt x="22893" y="4167"/>
                  </a:cubicBezTo>
                  <a:cubicBezTo>
                    <a:pt x="22628" y="4240"/>
                    <a:pt x="22429" y="4296"/>
                    <a:pt x="22296" y="4336"/>
                  </a:cubicBezTo>
                  <a:cubicBezTo>
                    <a:pt x="21925" y="4442"/>
                    <a:pt x="21640" y="4525"/>
                    <a:pt x="21441" y="4585"/>
                  </a:cubicBezTo>
                  <a:cubicBezTo>
                    <a:pt x="21242" y="4644"/>
                    <a:pt x="21093" y="4687"/>
                    <a:pt x="20993" y="4714"/>
                  </a:cubicBezTo>
                  <a:cubicBezTo>
                    <a:pt x="20894" y="4740"/>
                    <a:pt x="20834" y="4757"/>
                    <a:pt x="20814" y="4764"/>
                  </a:cubicBezTo>
                  <a:lnTo>
                    <a:pt x="20785" y="4773"/>
                  </a:lnTo>
                  <a:cubicBezTo>
                    <a:pt x="20811" y="4309"/>
                    <a:pt x="20930" y="3888"/>
                    <a:pt x="21143" y="3510"/>
                  </a:cubicBezTo>
                  <a:cubicBezTo>
                    <a:pt x="21355" y="3133"/>
                    <a:pt x="21680" y="2831"/>
                    <a:pt x="22117" y="2606"/>
                  </a:cubicBezTo>
                  <a:close/>
                  <a:moveTo>
                    <a:pt x="29019" y="2248"/>
                  </a:moveTo>
                  <a:lnTo>
                    <a:pt x="29059" y="2267"/>
                  </a:lnTo>
                  <a:lnTo>
                    <a:pt x="29059" y="8493"/>
                  </a:lnTo>
                  <a:cubicBezTo>
                    <a:pt x="29098" y="8798"/>
                    <a:pt x="29211" y="9027"/>
                    <a:pt x="29397" y="9179"/>
                  </a:cubicBezTo>
                  <a:cubicBezTo>
                    <a:pt x="29582" y="9331"/>
                    <a:pt x="29794" y="9408"/>
                    <a:pt x="30033" y="9408"/>
                  </a:cubicBezTo>
                  <a:cubicBezTo>
                    <a:pt x="30259" y="9408"/>
                    <a:pt x="30474" y="9328"/>
                    <a:pt x="30680" y="9169"/>
                  </a:cubicBezTo>
                  <a:cubicBezTo>
                    <a:pt x="30885" y="9010"/>
                    <a:pt x="30994" y="8765"/>
                    <a:pt x="31008" y="8433"/>
                  </a:cubicBezTo>
                  <a:lnTo>
                    <a:pt x="31008" y="3222"/>
                  </a:lnTo>
                  <a:cubicBezTo>
                    <a:pt x="31140" y="3090"/>
                    <a:pt x="31303" y="2934"/>
                    <a:pt x="31495" y="2755"/>
                  </a:cubicBezTo>
                  <a:cubicBezTo>
                    <a:pt x="31687" y="2576"/>
                    <a:pt x="31883" y="2413"/>
                    <a:pt x="32082" y="2267"/>
                  </a:cubicBezTo>
                  <a:cubicBezTo>
                    <a:pt x="32281" y="2122"/>
                    <a:pt x="32480" y="1996"/>
                    <a:pt x="32678" y="1890"/>
                  </a:cubicBezTo>
                  <a:cubicBezTo>
                    <a:pt x="32877" y="1783"/>
                    <a:pt x="33050" y="1730"/>
                    <a:pt x="33196" y="1730"/>
                  </a:cubicBezTo>
                  <a:cubicBezTo>
                    <a:pt x="33302" y="1730"/>
                    <a:pt x="33418" y="1773"/>
                    <a:pt x="33544" y="1860"/>
                  </a:cubicBezTo>
                  <a:cubicBezTo>
                    <a:pt x="33670" y="1946"/>
                    <a:pt x="33779" y="2035"/>
                    <a:pt x="33872" y="2128"/>
                  </a:cubicBezTo>
                  <a:cubicBezTo>
                    <a:pt x="33991" y="2234"/>
                    <a:pt x="34110" y="2327"/>
                    <a:pt x="34230" y="2407"/>
                  </a:cubicBezTo>
                  <a:cubicBezTo>
                    <a:pt x="34349" y="2486"/>
                    <a:pt x="34502" y="2526"/>
                    <a:pt x="34687" y="2526"/>
                  </a:cubicBezTo>
                  <a:cubicBezTo>
                    <a:pt x="34939" y="2526"/>
                    <a:pt x="35155" y="2450"/>
                    <a:pt x="35334" y="2297"/>
                  </a:cubicBezTo>
                  <a:cubicBezTo>
                    <a:pt x="35513" y="2145"/>
                    <a:pt x="35602" y="1949"/>
                    <a:pt x="35602" y="1710"/>
                  </a:cubicBezTo>
                  <a:cubicBezTo>
                    <a:pt x="35602" y="1419"/>
                    <a:pt x="35503" y="1164"/>
                    <a:pt x="35304" y="945"/>
                  </a:cubicBezTo>
                  <a:cubicBezTo>
                    <a:pt x="35105" y="726"/>
                    <a:pt x="34876" y="547"/>
                    <a:pt x="34618" y="408"/>
                  </a:cubicBezTo>
                  <a:cubicBezTo>
                    <a:pt x="34359" y="269"/>
                    <a:pt x="34094" y="166"/>
                    <a:pt x="33822" y="99"/>
                  </a:cubicBezTo>
                  <a:cubicBezTo>
                    <a:pt x="33550" y="33"/>
                    <a:pt x="33348" y="0"/>
                    <a:pt x="33215" y="0"/>
                  </a:cubicBezTo>
                  <a:cubicBezTo>
                    <a:pt x="32751" y="0"/>
                    <a:pt x="32310" y="99"/>
                    <a:pt x="31893" y="298"/>
                  </a:cubicBezTo>
                  <a:cubicBezTo>
                    <a:pt x="31475" y="497"/>
                    <a:pt x="31061" y="762"/>
                    <a:pt x="30650" y="1094"/>
                  </a:cubicBezTo>
                  <a:cubicBezTo>
                    <a:pt x="30477" y="948"/>
                    <a:pt x="30262" y="822"/>
                    <a:pt x="30003" y="716"/>
                  </a:cubicBezTo>
                  <a:cubicBezTo>
                    <a:pt x="29745" y="610"/>
                    <a:pt x="29516" y="557"/>
                    <a:pt x="29317" y="557"/>
                  </a:cubicBezTo>
                  <a:cubicBezTo>
                    <a:pt x="29025" y="557"/>
                    <a:pt x="28790" y="636"/>
                    <a:pt x="28611" y="796"/>
                  </a:cubicBezTo>
                  <a:cubicBezTo>
                    <a:pt x="28432" y="955"/>
                    <a:pt x="28343" y="1147"/>
                    <a:pt x="28343" y="1372"/>
                  </a:cubicBezTo>
                  <a:cubicBezTo>
                    <a:pt x="28343" y="1531"/>
                    <a:pt x="28392" y="1681"/>
                    <a:pt x="28492" y="1820"/>
                  </a:cubicBezTo>
                  <a:cubicBezTo>
                    <a:pt x="28591" y="1959"/>
                    <a:pt x="28767" y="2102"/>
                    <a:pt x="29019" y="2248"/>
                  </a:cubicBezTo>
                  <a:close/>
                  <a:moveTo>
                    <a:pt x="42802" y="577"/>
                  </a:moveTo>
                  <a:lnTo>
                    <a:pt x="42782" y="577"/>
                  </a:lnTo>
                  <a:cubicBezTo>
                    <a:pt x="42530" y="1531"/>
                    <a:pt x="42245" y="2410"/>
                    <a:pt x="41927" y="3212"/>
                  </a:cubicBezTo>
                  <a:cubicBezTo>
                    <a:pt x="41609" y="4014"/>
                    <a:pt x="41238" y="4827"/>
                    <a:pt x="40813" y="5649"/>
                  </a:cubicBezTo>
                  <a:cubicBezTo>
                    <a:pt x="40097" y="5012"/>
                    <a:pt x="39487" y="4316"/>
                    <a:pt x="38983" y="3560"/>
                  </a:cubicBezTo>
                  <a:cubicBezTo>
                    <a:pt x="38480" y="2804"/>
                    <a:pt x="38095" y="1903"/>
                    <a:pt x="37830" y="855"/>
                  </a:cubicBezTo>
                  <a:cubicBezTo>
                    <a:pt x="37750" y="590"/>
                    <a:pt x="37621" y="398"/>
                    <a:pt x="37442" y="278"/>
                  </a:cubicBezTo>
                  <a:cubicBezTo>
                    <a:pt x="37263" y="159"/>
                    <a:pt x="37067" y="99"/>
                    <a:pt x="36855" y="99"/>
                  </a:cubicBezTo>
                  <a:cubicBezTo>
                    <a:pt x="36603" y="99"/>
                    <a:pt x="36402" y="161"/>
                    <a:pt x="36252" y="285"/>
                  </a:cubicBezTo>
                  <a:cubicBezTo>
                    <a:pt x="36031" y="467"/>
                    <a:pt x="35920" y="783"/>
                    <a:pt x="35920" y="1233"/>
                  </a:cubicBezTo>
                  <a:cubicBezTo>
                    <a:pt x="36106" y="1896"/>
                    <a:pt x="36322" y="2509"/>
                    <a:pt x="36567" y="3073"/>
                  </a:cubicBezTo>
                  <a:cubicBezTo>
                    <a:pt x="36812" y="3636"/>
                    <a:pt x="37097" y="4160"/>
                    <a:pt x="37422" y="4644"/>
                  </a:cubicBezTo>
                  <a:cubicBezTo>
                    <a:pt x="37747" y="5128"/>
                    <a:pt x="38115" y="5589"/>
                    <a:pt x="38526" y="6027"/>
                  </a:cubicBezTo>
                  <a:cubicBezTo>
                    <a:pt x="38937" y="6464"/>
                    <a:pt x="39408" y="6895"/>
                    <a:pt x="39938" y="7319"/>
                  </a:cubicBezTo>
                  <a:lnTo>
                    <a:pt x="38725" y="9487"/>
                  </a:lnTo>
                  <a:cubicBezTo>
                    <a:pt x="38499" y="9898"/>
                    <a:pt x="38264" y="10309"/>
                    <a:pt x="38019" y="10720"/>
                  </a:cubicBezTo>
                  <a:cubicBezTo>
                    <a:pt x="37773" y="11131"/>
                    <a:pt x="37538" y="11549"/>
                    <a:pt x="37313" y="11973"/>
                  </a:cubicBezTo>
                  <a:cubicBezTo>
                    <a:pt x="37299" y="12027"/>
                    <a:pt x="37293" y="12076"/>
                    <a:pt x="37293" y="12123"/>
                  </a:cubicBezTo>
                  <a:lnTo>
                    <a:pt x="37293" y="12252"/>
                  </a:lnTo>
                  <a:cubicBezTo>
                    <a:pt x="37293" y="12557"/>
                    <a:pt x="37379" y="12782"/>
                    <a:pt x="37551" y="12928"/>
                  </a:cubicBezTo>
                  <a:cubicBezTo>
                    <a:pt x="37724" y="13074"/>
                    <a:pt x="37936" y="13147"/>
                    <a:pt x="38188" y="13147"/>
                  </a:cubicBezTo>
                  <a:cubicBezTo>
                    <a:pt x="38334" y="13147"/>
                    <a:pt x="38490" y="13107"/>
                    <a:pt x="38655" y="13028"/>
                  </a:cubicBezTo>
                  <a:cubicBezTo>
                    <a:pt x="38821" y="12948"/>
                    <a:pt x="38977" y="12815"/>
                    <a:pt x="39123" y="12630"/>
                  </a:cubicBezTo>
                  <a:cubicBezTo>
                    <a:pt x="39335" y="12245"/>
                    <a:pt x="39544" y="11874"/>
                    <a:pt x="39749" y="11516"/>
                  </a:cubicBezTo>
                  <a:cubicBezTo>
                    <a:pt x="39955" y="11158"/>
                    <a:pt x="40164" y="10793"/>
                    <a:pt x="40376" y="10422"/>
                  </a:cubicBezTo>
                  <a:cubicBezTo>
                    <a:pt x="40800" y="9680"/>
                    <a:pt x="41221" y="8930"/>
                    <a:pt x="41639" y="8175"/>
                  </a:cubicBezTo>
                  <a:cubicBezTo>
                    <a:pt x="42056" y="7419"/>
                    <a:pt x="42454" y="6653"/>
                    <a:pt x="42832" y="5877"/>
                  </a:cubicBezTo>
                  <a:cubicBezTo>
                    <a:pt x="43210" y="5102"/>
                    <a:pt x="43555" y="4313"/>
                    <a:pt x="43866" y="3510"/>
                  </a:cubicBezTo>
                  <a:cubicBezTo>
                    <a:pt x="44178" y="2708"/>
                    <a:pt x="44440" y="1896"/>
                    <a:pt x="44652" y="1074"/>
                  </a:cubicBezTo>
                  <a:cubicBezTo>
                    <a:pt x="44652" y="743"/>
                    <a:pt x="44562" y="484"/>
                    <a:pt x="44383" y="298"/>
                  </a:cubicBezTo>
                  <a:cubicBezTo>
                    <a:pt x="44204" y="113"/>
                    <a:pt x="43982" y="20"/>
                    <a:pt x="43717" y="20"/>
                  </a:cubicBezTo>
                  <a:cubicBezTo>
                    <a:pt x="43306" y="20"/>
                    <a:pt x="43001" y="206"/>
                    <a:pt x="42802" y="577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137" name="episode-evidence-path"/>
          <p:cNvGrpSpPr/>
          <p:nvPr/>
        </p:nvGrpSpPr>
        <p:grpSpPr>
          <a:xfrm>
            <a:off x="4927572" y="1248750"/>
            <a:ext cx="1227378" cy="849150"/>
            <a:chOff x="4927572" y="1248750"/>
            <a:chExt cx="1227378" cy="849150"/>
          </a:xfrm>
        </p:grpSpPr>
        <p:sp>
          <p:nvSpPr>
            <p:cNvPr id="138" name="after-episode-to-final-evidence shaft" descr="after-episode-to-final-evidence shaft"/>
            <p:cNvSpPr/>
            <p:nvPr/>
          </p:nvSpPr>
          <p:spPr>
            <a:xfrm>
              <a:off x="5821950" y="1248750"/>
              <a:ext cx="333000" cy="812520"/>
            </a:xfrm>
            <a:custGeom>
              <a:avLst/>
              <a:gdLst/>
              <a:ahLst/>
              <a:cxnLst/>
              <a:rect l="0" t="0" r="r" b="b"/>
              <a:pathLst>
                <a:path w="60000" h="146400">
                  <a:moveTo>
                    <a:pt x="60000" y="0"/>
                  </a:moveTo>
                  <a:lnTo>
                    <a:pt x="60000" y="99000"/>
                  </a:lnTo>
                  <a:cubicBezTo>
                    <a:pt x="60000" y="104000"/>
                    <a:pt x="58000" y="105000"/>
                    <a:pt x="52000" y="105000"/>
                  </a:cubicBezTo>
                  <a:lnTo>
                    <a:pt x="9000" y="105000"/>
                  </a:lnTo>
                  <a:cubicBezTo>
                    <a:pt x="3000" y="105000"/>
                    <a:pt x="0" y="108000"/>
                    <a:pt x="0" y="114000"/>
                  </a:cubicBezTo>
                  <a:lnTo>
                    <a:pt x="0" y="146400"/>
                  </a:lnTo>
                </a:path>
              </a:pathLst>
            </a:custGeom>
            <a:noFill/>
            <a:ln w="22200" cap="rnd" cmpd="sng">
              <a:solidFill>
                <a:srgbClr val="969C9F"/>
              </a:solidFill>
              <a:round/>
            </a:ln>
            <a:effectLst/>
          </p:spPr>
        </p:sp>
        <p:sp>
          <p:nvSpPr>
            <p:cNvPr id="139" name="after-episode-to-final-evidence head" descr="after-episode-to-final-evidence head"/>
            <p:cNvSpPr/>
            <p:nvPr/>
          </p:nvSpPr>
          <p:spPr>
            <a:xfrm>
              <a:off x="5788650" y="2031300"/>
              <a:ext cx="66600" cy="66600"/>
            </a:xfrm>
            <a:custGeom>
              <a:avLst/>
              <a:gdLst/>
              <a:ahLst/>
              <a:cxnLst/>
              <a:rect l="0" t="0" r="r" b="b"/>
              <a:pathLst>
                <a:path w="12000" h="12000">
                  <a:moveTo>
                    <a:pt x="6000" y="12000"/>
                  </a:moveTo>
                  <a:lnTo>
                    <a:pt x="0" y="0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969C9F"/>
            </a:solidFill>
            <a:ln w="5550" cap="rnd" cmpd="sng">
              <a:noFill/>
              <a:round/>
            </a:ln>
            <a:effectLst/>
          </p:spPr>
        </p:sp>
        <p:sp>
          <p:nvSpPr>
            <p:cNvPr id="140" name="after-episode-label" descr="After the episode"/>
            <p:cNvSpPr/>
            <p:nvPr/>
          </p:nvSpPr>
          <p:spPr>
            <a:xfrm>
              <a:off x="4927572" y="1852664"/>
              <a:ext cx="800635" cy="100121"/>
            </a:xfrm>
            <a:custGeom>
              <a:avLst/>
              <a:gdLst/>
              <a:ahLst/>
              <a:cxnLst/>
              <a:rect l="0" t="0" r="r" b="b"/>
              <a:pathLst>
                <a:path w="144259" h="18040">
                  <a:moveTo>
                    <a:pt x="10641" y="12451"/>
                  </a:moveTo>
                  <a:cubicBezTo>
                    <a:pt x="10508" y="11364"/>
                    <a:pt x="10276" y="10303"/>
                    <a:pt x="9945" y="9269"/>
                  </a:cubicBezTo>
                  <a:lnTo>
                    <a:pt x="10183" y="9269"/>
                  </a:lnTo>
                  <a:cubicBezTo>
                    <a:pt x="10488" y="9202"/>
                    <a:pt x="10714" y="9086"/>
                    <a:pt x="10860" y="8920"/>
                  </a:cubicBezTo>
                  <a:cubicBezTo>
                    <a:pt x="11006" y="8755"/>
                    <a:pt x="11078" y="8579"/>
                    <a:pt x="11078" y="8393"/>
                  </a:cubicBezTo>
                  <a:cubicBezTo>
                    <a:pt x="11078" y="8208"/>
                    <a:pt x="11012" y="8035"/>
                    <a:pt x="10880" y="7876"/>
                  </a:cubicBezTo>
                  <a:cubicBezTo>
                    <a:pt x="10747" y="7717"/>
                    <a:pt x="10541" y="7591"/>
                    <a:pt x="10263" y="7498"/>
                  </a:cubicBezTo>
                  <a:cubicBezTo>
                    <a:pt x="10117" y="7498"/>
                    <a:pt x="9958" y="7502"/>
                    <a:pt x="9786" y="7508"/>
                  </a:cubicBezTo>
                  <a:cubicBezTo>
                    <a:pt x="9613" y="7515"/>
                    <a:pt x="9454" y="7518"/>
                    <a:pt x="9308" y="7518"/>
                  </a:cubicBezTo>
                  <a:cubicBezTo>
                    <a:pt x="9189" y="7213"/>
                    <a:pt x="9063" y="6905"/>
                    <a:pt x="8930" y="6593"/>
                  </a:cubicBezTo>
                  <a:cubicBezTo>
                    <a:pt x="8798" y="6282"/>
                    <a:pt x="8672" y="6000"/>
                    <a:pt x="8552" y="5748"/>
                  </a:cubicBezTo>
                  <a:cubicBezTo>
                    <a:pt x="8367" y="5364"/>
                    <a:pt x="8168" y="4959"/>
                    <a:pt x="7956" y="4535"/>
                  </a:cubicBezTo>
                  <a:cubicBezTo>
                    <a:pt x="7744" y="4110"/>
                    <a:pt x="7515" y="3690"/>
                    <a:pt x="7270" y="3272"/>
                  </a:cubicBezTo>
                  <a:cubicBezTo>
                    <a:pt x="7024" y="2854"/>
                    <a:pt x="6759" y="2450"/>
                    <a:pt x="6474" y="2059"/>
                  </a:cubicBezTo>
                  <a:cubicBezTo>
                    <a:pt x="6189" y="1667"/>
                    <a:pt x="5881" y="1313"/>
                    <a:pt x="5549" y="994"/>
                  </a:cubicBezTo>
                  <a:cubicBezTo>
                    <a:pt x="5271" y="743"/>
                    <a:pt x="4952" y="676"/>
                    <a:pt x="4594" y="796"/>
                  </a:cubicBezTo>
                  <a:lnTo>
                    <a:pt x="4614" y="796"/>
                  </a:lnTo>
                  <a:cubicBezTo>
                    <a:pt x="4256" y="875"/>
                    <a:pt x="4024" y="1054"/>
                    <a:pt x="3918" y="1333"/>
                  </a:cubicBezTo>
                  <a:lnTo>
                    <a:pt x="3938" y="1313"/>
                  </a:lnTo>
                  <a:cubicBezTo>
                    <a:pt x="3010" y="3076"/>
                    <a:pt x="2241" y="4860"/>
                    <a:pt x="1631" y="6663"/>
                  </a:cubicBezTo>
                  <a:cubicBezTo>
                    <a:pt x="1021" y="8466"/>
                    <a:pt x="504" y="10316"/>
                    <a:pt x="80" y="12212"/>
                  </a:cubicBezTo>
                  <a:cubicBezTo>
                    <a:pt x="0" y="12570"/>
                    <a:pt x="63" y="12859"/>
                    <a:pt x="269" y="13077"/>
                  </a:cubicBezTo>
                  <a:cubicBezTo>
                    <a:pt x="474" y="13296"/>
                    <a:pt x="716" y="13406"/>
                    <a:pt x="994" y="13406"/>
                  </a:cubicBezTo>
                  <a:cubicBezTo>
                    <a:pt x="1193" y="13406"/>
                    <a:pt x="1379" y="13339"/>
                    <a:pt x="1551" y="13207"/>
                  </a:cubicBezTo>
                  <a:cubicBezTo>
                    <a:pt x="1724" y="13074"/>
                    <a:pt x="1863" y="12862"/>
                    <a:pt x="1969" y="12570"/>
                  </a:cubicBezTo>
                  <a:cubicBezTo>
                    <a:pt x="2088" y="11987"/>
                    <a:pt x="2218" y="11440"/>
                    <a:pt x="2357" y="10929"/>
                  </a:cubicBezTo>
                  <a:cubicBezTo>
                    <a:pt x="2496" y="10419"/>
                    <a:pt x="2645" y="9885"/>
                    <a:pt x="2804" y="9328"/>
                  </a:cubicBezTo>
                  <a:lnTo>
                    <a:pt x="2844" y="9328"/>
                  </a:lnTo>
                  <a:cubicBezTo>
                    <a:pt x="3693" y="9328"/>
                    <a:pt x="4535" y="9322"/>
                    <a:pt x="5370" y="9308"/>
                  </a:cubicBezTo>
                  <a:cubicBezTo>
                    <a:pt x="6206" y="9295"/>
                    <a:pt x="7041" y="9288"/>
                    <a:pt x="7876" y="9288"/>
                  </a:cubicBezTo>
                  <a:cubicBezTo>
                    <a:pt x="8088" y="9885"/>
                    <a:pt x="8264" y="10469"/>
                    <a:pt x="8403" y="11039"/>
                  </a:cubicBezTo>
                  <a:cubicBezTo>
                    <a:pt x="8543" y="11609"/>
                    <a:pt x="8645" y="12192"/>
                    <a:pt x="8712" y="12789"/>
                  </a:cubicBezTo>
                  <a:cubicBezTo>
                    <a:pt x="8818" y="13014"/>
                    <a:pt x="8960" y="13180"/>
                    <a:pt x="9139" y="13286"/>
                  </a:cubicBezTo>
                  <a:cubicBezTo>
                    <a:pt x="9318" y="13392"/>
                    <a:pt x="9501" y="13445"/>
                    <a:pt x="9686" y="13445"/>
                  </a:cubicBezTo>
                  <a:cubicBezTo>
                    <a:pt x="9938" y="13445"/>
                    <a:pt x="10154" y="13362"/>
                    <a:pt x="10333" y="13197"/>
                  </a:cubicBezTo>
                  <a:cubicBezTo>
                    <a:pt x="10512" y="13031"/>
                    <a:pt x="10614" y="12782"/>
                    <a:pt x="10641" y="12451"/>
                  </a:cubicBezTo>
                  <a:close/>
                  <a:moveTo>
                    <a:pt x="6046" y="4972"/>
                  </a:moveTo>
                  <a:lnTo>
                    <a:pt x="6245" y="5330"/>
                  </a:lnTo>
                  <a:cubicBezTo>
                    <a:pt x="6418" y="5715"/>
                    <a:pt x="6590" y="6080"/>
                    <a:pt x="6762" y="6424"/>
                  </a:cubicBezTo>
                  <a:cubicBezTo>
                    <a:pt x="6935" y="6769"/>
                    <a:pt x="7101" y="7134"/>
                    <a:pt x="7260" y="7518"/>
                  </a:cubicBezTo>
                  <a:cubicBezTo>
                    <a:pt x="6583" y="7518"/>
                    <a:pt x="5937" y="7525"/>
                    <a:pt x="5320" y="7538"/>
                  </a:cubicBezTo>
                  <a:cubicBezTo>
                    <a:pt x="4704" y="7551"/>
                    <a:pt x="4057" y="7558"/>
                    <a:pt x="3381" y="7558"/>
                  </a:cubicBezTo>
                  <a:cubicBezTo>
                    <a:pt x="3646" y="6802"/>
                    <a:pt x="3915" y="6076"/>
                    <a:pt x="4187" y="5380"/>
                  </a:cubicBezTo>
                  <a:cubicBezTo>
                    <a:pt x="4459" y="4684"/>
                    <a:pt x="4754" y="3998"/>
                    <a:pt x="5072" y="3322"/>
                  </a:cubicBezTo>
                  <a:cubicBezTo>
                    <a:pt x="5231" y="3547"/>
                    <a:pt x="5393" y="3806"/>
                    <a:pt x="5559" y="4097"/>
                  </a:cubicBezTo>
                  <a:cubicBezTo>
                    <a:pt x="5725" y="4389"/>
                    <a:pt x="5887" y="4681"/>
                    <a:pt x="6046" y="4972"/>
                  </a:cubicBezTo>
                  <a:close/>
                  <a:moveTo>
                    <a:pt x="15633" y="12530"/>
                  </a:moveTo>
                  <a:lnTo>
                    <a:pt x="15633" y="7041"/>
                  </a:lnTo>
                  <a:lnTo>
                    <a:pt x="16150" y="7041"/>
                  </a:lnTo>
                  <a:cubicBezTo>
                    <a:pt x="16442" y="7041"/>
                    <a:pt x="16740" y="7038"/>
                    <a:pt x="17045" y="7031"/>
                  </a:cubicBezTo>
                  <a:cubicBezTo>
                    <a:pt x="17350" y="7024"/>
                    <a:pt x="17629" y="6991"/>
                    <a:pt x="17881" y="6931"/>
                  </a:cubicBezTo>
                  <a:cubicBezTo>
                    <a:pt x="18133" y="6872"/>
                    <a:pt x="18338" y="6779"/>
                    <a:pt x="18497" y="6653"/>
                  </a:cubicBezTo>
                  <a:cubicBezTo>
                    <a:pt x="18656" y="6527"/>
                    <a:pt x="18736" y="6351"/>
                    <a:pt x="18736" y="6126"/>
                  </a:cubicBezTo>
                  <a:cubicBezTo>
                    <a:pt x="18736" y="5954"/>
                    <a:pt x="18670" y="5785"/>
                    <a:pt x="18537" y="5619"/>
                  </a:cubicBezTo>
                  <a:cubicBezTo>
                    <a:pt x="18404" y="5453"/>
                    <a:pt x="18186" y="5330"/>
                    <a:pt x="17881" y="5251"/>
                  </a:cubicBezTo>
                  <a:lnTo>
                    <a:pt x="15633" y="5310"/>
                  </a:lnTo>
                  <a:lnTo>
                    <a:pt x="15633" y="3123"/>
                  </a:lnTo>
                  <a:cubicBezTo>
                    <a:pt x="15792" y="2208"/>
                    <a:pt x="16157" y="1750"/>
                    <a:pt x="16727" y="1750"/>
                  </a:cubicBezTo>
                  <a:cubicBezTo>
                    <a:pt x="16873" y="1750"/>
                    <a:pt x="17029" y="1783"/>
                    <a:pt x="17194" y="1850"/>
                  </a:cubicBezTo>
                  <a:cubicBezTo>
                    <a:pt x="17360" y="1916"/>
                    <a:pt x="17523" y="1982"/>
                    <a:pt x="17682" y="2049"/>
                  </a:cubicBezTo>
                  <a:lnTo>
                    <a:pt x="17662" y="2049"/>
                  </a:lnTo>
                  <a:cubicBezTo>
                    <a:pt x="17808" y="2115"/>
                    <a:pt x="17960" y="2175"/>
                    <a:pt x="18119" y="2228"/>
                  </a:cubicBezTo>
                  <a:cubicBezTo>
                    <a:pt x="18278" y="2281"/>
                    <a:pt x="18431" y="2307"/>
                    <a:pt x="18577" y="2307"/>
                  </a:cubicBezTo>
                  <a:cubicBezTo>
                    <a:pt x="18842" y="2307"/>
                    <a:pt x="19064" y="2224"/>
                    <a:pt x="19243" y="2059"/>
                  </a:cubicBezTo>
                  <a:cubicBezTo>
                    <a:pt x="19422" y="1893"/>
                    <a:pt x="19512" y="1697"/>
                    <a:pt x="19512" y="1472"/>
                  </a:cubicBezTo>
                  <a:cubicBezTo>
                    <a:pt x="19512" y="1220"/>
                    <a:pt x="19406" y="1001"/>
                    <a:pt x="19193" y="815"/>
                  </a:cubicBezTo>
                  <a:cubicBezTo>
                    <a:pt x="18981" y="630"/>
                    <a:pt x="18726" y="477"/>
                    <a:pt x="18428" y="358"/>
                  </a:cubicBezTo>
                  <a:cubicBezTo>
                    <a:pt x="18129" y="239"/>
                    <a:pt x="17824" y="149"/>
                    <a:pt x="17513" y="90"/>
                  </a:cubicBezTo>
                  <a:cubicBezTo>
                    <a:pt x="17201" y="30"/>
                    <a:pt x="16946" y="0"/>
                    <a:pt x="16747" y="0"/>
                  </a:cubicBezTo>
                  <a:cubicBezTo>
                    <a:pt x="16296" y="0"/>
                    <a:pt x="15885" y="80"/>
                    <a:pt x="15514" y="239"/>
                  </a:cubicBezTo>
                  <a:cubicBezTo>
                    <a:pt x="15143" y="398"/>
                    <a:pt x="14821" y="623"/>
                    <a:pt x="14549" y="915"/>
                  </a:cubicBezTo>
                  <a:cubicBezTo>
                    <a:pt x="14277" y="1207"/>
                    <a:pt x="14065" y="1548"/>
                    <a:pt x="13913" y="1939"/>
                  </a:cubicBezTo>
                  <a:cubicBezTo>
                    <a:pt x="13760" y="2330"/>
                    <a:pt x="13684" y="2765"/>
                    <a:pt x="13684" y="3242"/>
                  </a:cubicBezTo>
                  <a:lnTo>
                    <a:pt x="13684" y="5350"/>
                  </a:lnTo>
                  <a:lnTo>
                    <a:pt x="13505" y="5350"/>
                  </a:lnTo>
                  <a:cubicBezTo>
                    <a:pt x="13147" y="5350"/>
                    <a:pt x="12878" y="5446"/>
                    <a:pt x="12699" y="5639"/>
                  </a:cubicBezTo>
                  <a:cubicBezTo>
                    <a:pt x="12520" y="5831"/>
                    <a:pt x="12431" y="6027"/>
                    <a:pt x="12431" y="6225"/>
                  </a:cubicBezTo>
                  <a:cubicBezTo>
                    <a:pt x="12431" y="6438"/>
                    <a:pt x="12514" y="6623"/>
                    <a:pt x="12680" y="6782"/>
                  </a:cubicBezTo>
                  <a:cubicBezTo>
                    <a:pt x="12845" y="6941"/>
                    <a:pt x="13094" y="7048"/>
                    <a:pt x="13425" y="7101"/>
                  </a:cubicBezTo>
                  <a:lnTo>
                    <a:pt x="13684" y="7101"/>
                  </a:lnTo>
                  <a:lnTo>
                    <a:pt x="13684" y="12610"/>
                  </a:lnTo>
                  <a:cubicBezTo>
                    <a:pt x="13724" y="12915"/>
                    <a:pt x="13840" y="13140"/>
                    <a:pt x="14032" y="13286"/>
                  </a:cubicBezTo>
                  <a:cubicBezTo>
                    <a:pt x="14224" y="13432"/>
                    <a:pt x="14433" y="13505"/>
                    <a:pt x="14659" y="13505"/>
                  </a:cubicBezTo>
                  <a:cubicBezTo>
                    <a:pt x="14897" y="13505"/>
                    <a:pt x="15116" y="13425"/>
                    <a:pt x="15315" y="13266"/>
                  </a:cubicBezTo>
                  <a:cubicBezTo>
                    <a:pt x="15514" y="13107"/>
                    <a:pt x="15620" y="12862"/>
                    <a:pt x="15633" y="12530"/>
                  </a:cubicBezTo>
                  <a:close/>
                  <a:moveTo>
                    <a:pt x="21361" y="6305"/>
                  </a:moveTo>
                  <a:lnTo>
                    <a:pt x="22356" y="6305"/>
                  </a:lnTo>
                  <a:lnTo>
                    <a:pt x="22356" y="9348"/>
                  </a:lnTo>
                  <a:cubicBezTo>
                    <a:pt x="22356" y="9878"/>
                    <a:pt x="22359" y="10412"/>
                    <a:pt x="22366" y="10949"/>
                  </a:cubicBezTo>
                  <a:cubicBezTo>
                    <a:pt x="22372" y="11486"/>
                    <a:pt x="22376" y="12007"/>
                    <a:pt x="22376" y="12510"/>
                  </a:cubicBezTo>
                  <a:cubicBezTo>
                    <a:pt x="22415" y="12815"/>
                    <a:pt x="22531" y="13041"/>
                    <a:pt x="22724" y="13187"/>
                  </a:cubicBezTo>
                  <a:cubicBezTo>
                    <a:pt x="22916" y="13333"/>
                    <a:pt x="23125" y="13406"/>
                    <a:pt x="23350" y="13406"/>
                  </a:cubicBezTo>
                  <a:cubicBezTo>
                    <a:pt x="23576" y="13406"/>
                    <a:pt x="23794" y="13326"/>
                    <a:pt x="24007" y="13167"/>
                  </a:cubicBezTo>
                  <a:cubicBezTo>
                    <a:pt x="24219" y="13008"/>
                    <a:pt x="24325" y="12762"/>
                    <a:pt x="24325" y="12431"/>
                  </a:cubicBezTo>
                  <a:cubicBezTo>
                    <a:pt x="24325" y="12020"/>
                    <a:pt x="24322" y="11609"/>
                    <a:pt x="24315" y="11198"/>
                  </a:cubicBezTo>
                  <a:cubicBezTo>
                    <a:pt x="24308" y="10787"/>
                    <a:pt x="24305" y="10376"/>
                    <a:pt x="24305" y="9965"/>
                  </a:cubicBezTo>
                  <a:lnTo>
                    <a:pt x="24305" y="6305"/>
                  </a:lnTo>
                  <a:lnTo>
                    <a:pt x="25996" y="6305"/>
                  </a:lnTo>
                  <a:cubicBezTo>
                    <a:pt x="26606" y="6146"/>
                    <a:pt x="26910" y="5854"/>
                    <a:pt x="26910" y="5430"/>
                  </a:cubicBezTo>
                  <a:cubicBezTo>
                    <a:pt x="26910" y="5244"/>
                    <a:pt x="26841" y="5072"/>
                    <a:pt x="26702" y="4913"/>
                  </a:cubicBezTo>
                  <a:cubicBezTo>
                    <a:pt x="26562" y="4754"/>
                    <a:pt x="26347" y="4634"/>
                    <a:pt x="26055" y="4555"/>
                  </a:cubicBezTo>
                  <a:lnTo>
                    <a:pt x="24305" y="4555"/>
                  </a:lnTo>
                  <a:lnTo>
                    <a:pt x="24305" y="1452"/>
                  </a:lnTo>
                  <a:cubicBezTo>
                    <a:pt x="24239" y="1187"/>
                    <a:pt x="24113" y="991"/>
                    <a:pt x="23927" y="865"/>
                  </a:cubicBezTo>
                  <a:cubicBezTo>
                    <a:pt x="23741" y="739"/>
                    <a:pt x="23543" y="676"/>
                    <a:pt x="23330" y="676"/>
                  </a:cubicBezTo>
                  <a:cubicBezTo>
                    <a:pt x="23105" y="676"/>
                    <a:pt x="22903" y="746"/>
                    <a:pt x="22724" y="885"/>
                  </a:cubicBezTo>
                  <a:cubicBezTo>
                    <a:pt x="22545" y="1024"/>
                    <a:pt x="22422" y="1233"/>
                    <a:pt x="22356" y="1512"/>
                  </a:cubicBezTo>
                  <a:lnTo>
                    <a:pt x="22356" y="4555"/>
                  </a:lnTo>
                  <a:lnTo>
                    <a:pt x="21441" y="4555"/>
                  </a:lnTo>
                  <a:cubicBezTo>
                    <a:pt x="21083" y="4555"/>
                    <a:pt x="20814" y="4648"/>
                    <a:pt x="20635" y="4833"/>
                  </a:cubicBezTo>
                  <a:cubicBezTo>
                    <a:pt x="20456" y="5019"/>
                    <a:pt x="20367" y="5218"/>
                    <a:pt x="20367" y="5430"/>
                  </a:cubicBezTo>
                  <a:cubicBezTo>
                    <a:pt x="20367" y="5642"/>
                    <a:pt x="20450" y="5828"/>
                    <a:pt x="20615" y="5987"/>
                  </a:cubicBezTo>
                  <a:cubicBezTo>
                    <a:pt x="20781" y="6146"/>
                    <a:pt x="21030" y="6252"/>
                    <a:pt x="21361" y="6305"/>
                  </a:cubicBezTo>
                  <a:close/>
                  <a:moveTo>
                    <a:pt x="34966" y="10740"/>
                  </a:moveTo>
                  <a:cubicBezTo>
                    <a:pt x="34581" y="10979"/>
                    <a:pt x="34160" y="11208"/>
                    <a:pt x="33703" y="11427"/>
                  </a:cubicBezTo>
                  <a:cubicBezTo>
                    <a:pt x="33245" y="11645"/>
                    <a:pt x="32804" y="11768"/>
                    <a:pt x="32380" y="11794"/>
                  </a:cubicBezTo>
                  <a:cubicBezTo>
                    <a:pt x="31876" y="11834"/>
                    <a:pt x="31452" y="11741"/>
                    <a:pt x="31107" y="11516"/>
                  </a:cubicBezTo>
                  <a:cubicBezTo>
                    <a:pt x="30762" y="11291"/>
                    <a:pt x="30497" y="10986"/>
                    <a:pt x="30312" y="10601"/>
                  </a:cubicBezTo>
                  <a:cubicBezTo>
                    <a:pt x="30338" y="10601"/>
                    <a:pt x="30408" y="10588"/>
                    <a:pt x="30520" y="10561"/>
                  </a:cubicBezTo>
                  <a:cubicBezTo>
                    <a:pt x="30633" y="10535"/>
                    <a:pt x="30895" y="10469"/>
                    <a:pt x="31306" y="10362"/>
                  </a:cubicBezTo>
                  <a:cubicBezTo>
                    <a:pt x="31691" y="10270"/>
                    <a:pt x="32102" y="10164"/>
                    <a:pt x="32539" y="10044"/>
                  </a:cubicBezTo>
                  <a:cubicBezTo>
                    <a:pt x="32977" y="9925"/>
                    <a:pt x="33401" y="9779"/>
                    <a:pt x="33812" y="9607"/>
                  </a:cubicBezTo>
                  <a:cubicBezTo>
                    <a:pt x="34223" y="9434"/>
                    <a:pt x="34601" y="9232"/>
                    <a:pt x="34946" y="9000"/>
                  </a:cubicBezTo>
                  <a:cubicBezTo>
                    <a:pt x="35291" y="8768"/>
                    <a:pt x="35562" y="8493"/>
                    <a:pt x="35761" y="8175"/>
                  </a:cubicBezTo>
                  <a:cubicBezTo>
                    <a:pt x="35867" y="8015"/>
                    <a:pt x="35940" y="7850"/>
                    <a:pt x="35980" y="7677"/>
                  </a:cubicBezTo>
                  <a:cubicBezTo>
                    <a:pt x="36020" y="7505"/>
                    <a:pt x="36040" y="7326"/>
                    <a:pt x="36040" y="7140"/>
                  </a:cubicBezTo>
                  <a:cubicBezTo>
                    <a:pt x="36040" y="6862"/>
                    <a:pt x="35987" y="6583"/>
                    <a:pt x="35881" y="6305"/>
                  </a:cubicBezTo>
                  <a:cubicBezTo>
                    <a:pt x="35775" y="6027"/>
                    <a:pt x="35629" y="5771"/>
                    <a:pt x="35443" y="5539"/>
                  </a:cubicBezTo>
                  <a:cubicBezTo>
                    <a:pt x="35257" y="5307"/>
                    <a:pt x="35039" y="5108"/>
                    <a:pt x="34787" y="4943"/>
                  </a:cubicBezTo>
                  <a:cubicBezTo>
                    <a:pt x="34535" y="4777"/>
                    <a:pt x="34263" y="4661"/>
                    <a:pt x="33971" y="4594"/>
                  </a:cubicBezTo>
                  <a:cubicBezTo>
                    <a:pt x="33666" y="4528"/>
                    <a:pt x="33355" y="4495"/>
                    <a:pt x="33036" y="4495"/>
                  </a:cubicBezTo>
                  <a:cubicBezTo>
                    <a:pt x="32440" y="4495"/>
                    <a:pt x="31863" y="4594"/>
                    <a:pt x="31306" y="4793"/>
                  </a:cubicBezTo>
                  <a:cubicBezTo>
                    <a:pt x="30749" y="4992"/>
                    <a:pt x="30232" y="5257"/>
                    <a:pt x="29755" y="5589"/>
                  </a:cubicBezTo>
                  <a:cubicBezTo>
                    <a:pt x="29158" y="5987"/>
                    <a:pt x="28724" y="6504"/>
                    <a:pt x="28452" y="7140"/>
                  </a:cubicBezTo>
                  <a:cubicBezTo>
                    <a:pt x="28180" y="7777"/>
                    <a:pt x="28044" y="8440"/>
                    <a:pt x="28044" y="9129"/>
                  </a:cubicBezTo>
                  <a:cubicBezTo>
                    <a:pt x="28044" y="9832"/>
                    <a:pt x="28200" y="10518"/>
                    <a:pt x="28512" y="11188"/>
                  </a:cubicBezTo>
                  <a:cubicBezTo>
                    <a:pt x="28823" y="11857"/>
                    <a:pt x="29257" y="12398"/>
                    <a:pt x="29814" y="12809"/>
                  </a:cubicBezTo>
                  <a:cubicBezTo>
                    <a:pt x="30159" y="13048"/>
                    <a:pt x="30530" y="13223"/>
                    <a:pt x="30928" y="13336"/>
                  </a:cubicBezTo>
                  <a:cubicBezTo>
                    <a:pt x="31326" y="13449"/>
                    <a:pt x="31717" y="13505"/>
                    <a:pt x="32102" y="13505"/>
                  </a:cubicBezTo>
                  <a:cubicBezTo>
                    <a:pt x="32751" y="13505"/>
                    <a:pt x="33398" y="13389"/>
                    <a:pt x="34041" y="13157"/>
                  </a:cubicBezTo>
                  <a:cubicBezTo>
                    <a:pt x="34684" y="12925"/>
                    <a:pt x="35284" y="12643"/>
                    <a:pt x="35841" y="12312"/>
                  </a:cubicBezTo>
                  <a:cubicBezTo>
                    <a:pt x="36040" y="12192"/>
                    <a:pt x="36186" y="12063"/>
                    <a:pt x="36278" y="11924"/>
                  </a:cubicBezTo>
                  <a:cubicBezTo>
                    <a:pt x="36371" y="11785"/>
                    <a:pt x="36418" y="11642"/>
                    <a:pt x="36418" y="11496"/>
                  </a:cubicBezTo>
                  <a:cubicBezTo>
                    <a:pt x="36418" y="11350"/>
                    <a:pt x="36381" y="11214"/>
                    <a:pt x="36308" y="11088"/>
                  </a:cubicBezTo>
                  <a:cubicBezTo>
                    <a:pt x="36235" y="10962"/>
                    <a:pt x="36136" y="10860"/>
                    <a:pt x="36010" y="10780"/>
                  </a:cubicBezTo>
                  <a:cubicBezTo>
                    <a:pt x="35884" y="10701"/>
                    <a:pt x="35731" y="10654"/>
                    <a:pt x="35552" y="10641"/>
                  </a:cubicBezTo>
                  <a:cubicBezTo>
                    <a:pt x="35373" y="10628"/>
                    <a:pt x="35178" y="10661"/>
                    <a:pt x="34966" y="10740"/>
                  </a:cubicBezTo>
                  <a:close/>
                  <a:moveTo>
                    <a:pt x="31306" y="6743"/>
                  </a:moveTo>
                  <a:cubicBezTo>
                    <a:pt x="31531" y="6636"/>
                    <a:pt x="31817" y="6527"/>
                    <a:pt x="32161" y="6414"/>
                  </a:cubicBezTo>
                  <a:cubicBezTo>
                    <a:pt x="32506" y="6302"/>
                    <a:pt x="32831" y="6245"/>
                    <a:pt x="33136" y="6245"/>
                  </a:cubicBezTo>
                  <a:cubicBezTo>
                    <a:pt x="33414" y="6245"/>
                    <a:pt x="33653" y="6318"/>
                    <a:pt x="33852" y="6464"/>
                  </a:cubicBezTo>
                  <a:cubicBezTo>
                    <a:pt x="34051" y="6610"/>
                    <a:pt x="34137" y="6875"/>
                    <a:pt x="34110" y="7260"/>
                  </a:cubicBezTo>
                  <a:cubicBezTo>
                    <a:pt x="34031" y="7419"/>
                    <a:pt x="33875" y="7565"/>
                    <a:pt x="33643" y="7697"/>
                  </a:cubicBezTo>
                  <a:cubicBezTo>
                    <a:pt x="33411" y="7830"/>
                    <a:pt x="33159" y="7946"/>
                    <a:pt x="32887" y="8045"/>
                  </a:cubicBezTo>
                  <a:cubicBezTo>
                    <a:pt x="32615" y="8145"/>
                    <a:pt x="32347" y="8231"/>
                    <a:pt x="32082" y="8304"/>
                  </a:cubicBezTo>
                  <a:cubicBezTo>
                    <a:pt x="31817" y="8377"/>
                    <a:pt x="31618" y="8433"/>
                    <a:pt x="31485" y="8473"/>
                  </a:cubicBezTo>
                  <a:cubicBezTo>
                    <a:pt x="31114" y="8579"/>
                    <a:pt x="30829" y="8662"/>
                    <a:pt x="30630" y="8722"/>
                  </a:cubicBezTo>
                  <a:cubicBezTo>
                    <a:pt x="30431" y="8781"/>
                    <a:pt x="30282" y="8824"/>
                    <a:pt x="30182" y="8851"/>
                  </a:cubicBezTo>
                  <a:cubicBezTo>
                    <a:pt x="30083" y="8877"/>
                    <a:pt x="30023" y="8894"/>
                    <a:pt x="30003" y="8901"/>
                  </a:cubicBezTo>
                  <a:lnTo>
                    <a:pt x="29973" y="8910"/>
                  </a:lnTo>
                  <a:cubicBezTo>
                    <a:pt x="30000" y="8446"/>
                    <a:pt x="30119" y="8025"/>
                    <a:pt x="30331" y="7648"/>
                  </a:cubicBezTo>
                  <a:cubicBezTo>
                    <a:pt x="30544" y="7270"/>
                    <a:pt x="30869" y="6968"/>
                    <a:pt x="31306" y="6743"/>
                  </a:cubicBezTo>
                  <a:close/>
                  <a:moveTo>
                    <a:pt x="38208" y="6385"/>
                  </a:moveTo>
                  <a:lnTo>
                    <a:pt x="38248" y="6404"/>
                  </a:lnTo>
                  <a:lnTo>
                    <a:pt x="38248" y="12630"/>
                  </a:lnTo>
                  <a:cubicBezTo>
                    <a:pt x="38287" y="12935"/>
                    <a:pt x="38400" y="13164"/>
                    <a:pt x="38586" y="13316"/>
                  </a:cubicBezTo>
                  <a:cubicBezTo>
                    <a:pt x="38771" y="13469"/>
                    <a:pt x="38983" y="13545"/>
                    <a:pt x="39222" y="13545"/>
                  </a:cubicBezTo>
                  <a:cubicBezTo>
                    <a:pt x="39448" y="13545"/>
                    <a:pt x="39663" y="13465"/>
                    <a:pt x="39869" y="13306"/>
                  </a:cubicBezTo>
                  <a:cubicBezTo>
                    <a:pt x="40074" y="13147"/>
                    <a:pt x="40183" y="12902"/>
                    <a:pt x="40197" y="12570"/>
                  </a:cubicBezTo>
                  <a:lnTo>
                    <a:pt x="40197" y="7359"/>
                  </a:lnTo>
                  <a:cubicBezTo>
                    <a:pt x="40329" y="7227"/>
                    <a:pt x="40492" y="7071"/>
                    <a:pt x="40684" y="6892"/>
                  </a:cubicBezTo>
                  <a:cubicBezTo>
                    <a:pt x="40876" y="6713"/>
                    <a:pt x="41072" y="6550"/>
                    <a:pt x="41271" y="6404"/>
                  </a:cubicBezTo>
                  <a:cubicBezTo>
                    <a:pt x="41470" y="6259"/>
                    <a:pt x="41669" y="6133"/>
                    <a:pt x="41867" y="6027"/>
                  </a:cubicBezTo>
                  <a:cubicBezTo>
                    <a:pt x="42066" y="5920"/>
                    <a:pt x="42239" y="5867"/>
                    <a:pt x="42385" y="5867"/>
                  </a:cubicBezTo>
                  <a:cubicBezTo>
                    <a:pt x="42491" y="5867"/>
                    <a:pt x="42607" y="5910"/>
                    <a:pt x="42733" y="5997"/>
                  </a:cubicBezTo>
                  <a:cubicBezTo>
                    <a:pt x="42859" y="6083"/>
                    <a:pt x="42968" y="6172"/>
                    <a:pt x="43061" y="6265"/>
                  </a:cubicBezTo>
                  <a:cubicBezTo>
                    <a:pt x="43180" y="6371"/>
                    <a:pt x="43299" y="6464"/>
                    <a:pt x="43419" y="6544"/>
                  </a:cubicBezTo>
                  <a:cubicBezTo>
                    <a:pt x="43538" y="6623"/>
                    <a:pt x="43691" y="6663"/>
                    <a:pt x="43876" y="6663"/>
                  </a:cubicBezTo>
                  <a:cubicBezTo>
                    <a:pt x="44128" y="6663"/>
                    <a:pt x="44344" y="6587"/>
                    <a:pt x="44523" y="6434"/>
                  </a:cubicBezTo>
                  <a:cubicBezTo>
                    <a:pt x="44702" y="6282"/>
                    <a:pt x="44791" y="6086"/>
                    <a:pt x="44791" y="5848"/>
                  </a:cubicBezTo>
                  <a:cubicBezTo>
                    <a:pt x="44791" y="5556"/>
                    <a:pt x="44692" y="5301"/>
                    <a:pt x="44493" y="5082"/>
                  </a:cubicBezTo>
                  <a:cubicBezTo>
                    <a:pt x="44294" y="4863"/>
                    <a:pt x="44065" y="4684"/>
                    <a:pt x="43807" y="4545"/>
                  </a:cubicBezTo>
                  <a:cubicBezTo>
                    <a:pt x="43548" y="4406"/>
                    <a:pt x="43283" y="4303"/>
                    <a:pt x="43011" y="4236"/>
                  </a:cubicBezTo>
                  <a:cubicBezTo>
                    <a:pt x="42739" y="4170"/>
                    <a:pt x="42537" y="4137"/>
                    <a:pt x="42404" y="4137"/>
                  </a:cubicBezTo>
                  <a:cubicBezTo>
                    <a:pt x="41940" y="4137"/>
                    <a:pt x="41499" y="4236"/>
                    <a:pt x="41082" y="4435"/>
                  </a:cubicBezTo>
                  <a:cubicBezTo>
                    <a:pt x="40664" y="4634"/>
                    <a:pt x="40250" y="4899"/>
                    <a:pt x="39839" y="5231"/>
                  </a:cubicBezTo>
                  <a:cubicBezTo>
                    <a:pt x="39666" y="5085"/>
                    <a:pt x="39451" y="4959"/>
                    <a:pt x="39192" y="4853"/>
                  </a:cubicBezTo>
                  <a:cubicBezTo>
                    <a:pt x="38934" y="4747"/>
                    <a:pt x="38705" y="4694"/>
                    <a:pt x="38506" y="4694"/>
                  </a:cubicBezTo>
                  <a:cubicBezTo>
                    <a:pt x="38214" y="4694"/>
                    <a:pt x="37979" y="4773"/>
                    <a:pt x="37800" y="4933"/>
                  </a:cubicBezTo>
                  <a:cubicBezTo>
                    <a:pt x="37621" y="5092"/>
                    <a:pt x="37531" y="5284"/>
                    <a:pt x="37531" y="5509"/>
                  </a:cubicBezTo>
                  <a:cubicBezTo>
                    <a:pt x="37531" y="5669"/>
                    <a:pt x="37581" y="5818"/>
                    <a:pt x="37681" y="5957"/>
                  </a:cubicBezTo>
                  <a:cubicBezTo>
                    <a:pt x="37780" y="6096"/>
                    <a:pt x="37956" y="6239"/>
                    <a:pt x="38208" y="6385"/>
                  </a:cubicBezTo>
                  <a:close/>
                  <a:moveTo>
                    <a:pt x="53821" y="6305"/>
                  </a:moveTo>
                  <a:lnTo>
                    <a:pt x="54815" y="6305"/>
                  </a:lnTo>
                  <a:lnTo>
                    <a:pt x="54815" y="9348"/>
                  </a:lnTo>
                  <a:cubicBezTo>
                    <a:pt x="54815" y="9878"/>
                    <a:pt x="54819" y="10412"/>
                    <a:pt x="54825" y="10949"/>
                  </a:cubicBezTo>
                  <a:cubicBezTo>
                    <a:pt x="54832" y="11486"/>
                    <a:pt x="54835" y="12007"/>
                    <a:pt x="54835" y="12510"/>
                  </a:cubicBezTo>
                  <a:cubicBezTo>
                    <a:pt x="54875" y="12815"/>
                    <a:pt x="54991" y="13041"/>
                    <a:pt x="55183" y="13187"/>
                  </a:cubicBezTo>
                  <a:cubicBezTo>
                    <a:pt x="55376" y="13333"/>
                    <a:pt x="55585" y="13406"/>
                    <a:pt x="55810" y="13406"/>
                  </a:cubicBezTo>
                  <a:cubicBezTo>
                    <a:pt x="56035" y="13406"/>
                    <a:pt x="56254" y="13326"/>
                    <a:pt x="56466" y="13167"/>
                  </a:cubicBezTo>
                  <a:cubicBezTo>
                    <a:pt x="56678" y="13008"/>
                    <a:pt x="56785" y="12762"/>
                    <a:pt x="56785" y="12431"/>
                  </a:cubicBezTo>
                  <a:cubicBezTo>
                    <a:pt x="56785" y="12020"/>
                    <a:pt x="56781" y="11609"/>
                    <a:pt x="56775" y="11198"/>
                  </a:cubicBezTo>
                  <a:cubicBezTo>
                    <a:pt x="56768" y="10787"/>
                    <a:pt x="56765" y="10376"/>
                    <a:pt x="56765" y="9965"/>
                  </a:cubicBezTo>
                  <a:lnTo>
                    <a:pt x="56765" y="6305"/>
                  </a:lnTo>
                  <a:lnTo>
                    <a:pt x="58455" y="6305"/>
                  </a:lnTo>
                  <a:cubicBezTo>
                    <a:pt x="59065" y="6146"/>
                    <a:pt x="59370" y="5854"/>
                    <a:pt x="59370" y="5430"/>
                  </a:cubicBezTo>
                  <a:cubicBezTo>
                    <a:pt x="59370" y="5244"/>
                    <a:pt x="59301" y="5072"/>
                    <a:pt x="59161" y="4913"/>
                  </a:cubicBezTo>
                  <a:cubicBezTo>
                    <a:pt x="59022" y="4754"/>
                    <a:pt x="58807" y="4634"/>
                    <a:pt x="58515" y="4555"/>
                  </a:cubicBezTo>
                  <a:lnTo>
                    <a:pt x="56765" y="4555"/>
                  </a:lnTo>
                  <a:lnTo>
                    <a:pt x="56765" y="1452"/>
                  </a:lnTo>
                  <a:cubicBezTo>
                    <a:pt x="56698" y="1187"/>
                    <a:pt x="56572" y="991"/>
                    <a:pt x="56387" y="865"/>
                  </a:cubicBezTo>
                  <a:cubicBezTo>
                    <a:pt x="56201" y="739"/>
                    <a:pt x="56002" y="676"/>
                    <a:pt x="55790" y="676"/>
                  </a:cubicBezTo>
                  <a:cubicBezTo>
                    <a:pt x="55565" y="676"/>
                    <a:pt x="55362" y="746"/>
                    <a:pt x="55183" y="885"/>
                  </a:cubicBezTo>
                  <a:cubicBezTo>
                    <a:pt x="55004" y="1024"/>
                    <a:pt x="54882" y="1233"/>
                    <a:pt x="54815" y="1512"/>
                  </a:cubicBezTo>
                  <a:lnTo>
                    <a:pt x="54815" y="4555"/>
                  </a:lnTo>
                  <a:lnTo>
                    <a:pt x="53901" y="4555"/>
                  </a:lnTo>
                  <a:cubicBezTo>
                    <a:pt x="53543" y="4555"/>
                    <a:pt x="53274" y="4648"/>
                    <a:pt x="53095" y="4833"/>
                  </a:cubicBezTo>
                  <a:cubicBezTo>
                    <a:pt x="52916" y="5019"/>
                    <a:pt x="52827" y="5218"/>
                    <a:pt x="52827" y="5430"/>
                  </a:cubicBezTo>
                  <a:cubicBezTo>
                    <a:pt x="52827" y="5642"/>
                    <a:pt x="52909" y="5828"/>
                    <a:pt x="53075" y="5987"/>
                  </a:cubicBezTo>
                  <a:cubicBezTo>
                    <a:pt x="53241" y="6146"/>
                    <a:pt x="53490" y="6252"/>
                    <a:pt x="53821" y="6305"/>
                  </a:cubicBezTo>
                  <a:close/>
                  <a:moveTo>
                    <a:pt x="62851" y="12510"/>
                  </a:moveTo>
                  <a:lnTo>
                    <a:pt x="62851" y="8712"/>
                  </a:lnTo>
                  <a:cubicBezTo>
                    <a:pt x="63090" y="8420"/>
                    <a:pt x="63322" y="8141"/>
                    <a:pt x="63547" y="7876"/>
                  </a:cubicBezTo>
                  <a:cubicBezTo>
                    <a:pt x="63772" y="7611"/>
                    <a:pt x="63998" y="7389"/>
                    <a:pt x="64223" y="7210"/>
                  </a:cubicBezTo>
                  <a:cubicBezTo>
                    <a:pt x="64449" y="7031"/>
                    <a:pt x="64677" y="6902"/>
                    <a:pt x="64909" y="6822"/>
                  </a:cubicBezTo>
                  <a:cubicBezTo>
                    <a:pt x="65141" y="6743"/>
                    <a:pt x="65390" y="6729"/>
                    <a:pt x="65655" y="6782"/>
                  </a:cubicBezTo>
                  <a:cubicBezTo>
                    <a:pt x="66000" y="7008"/>
                    <a:pt x="66249" y="7319"/>
                    <a:pt x="66401" y="7717"/>
                  </a:cubicBezTo>
                  <a:cubicBezTo>
                    <a:pt x="66554" y="8115"/>
                    <a:pt x="66643" y="8526"/>
                    <a:pt x="66670" y="8950"/>
                  </a:cubicBezTo>
                  <a:cubicBezTo>
                    <a:pt x="66683" y="9587"/>
                    <a:pt x="66690" y="10207"/>
                    <a:pt x="66690" y="10810"/>
                  </a:cubicBezTo>
                  <a:lnTo>
                    <a:pt x="66690" y="12650"/>
                  </a:lnTo>
                  <a:cubicBezTo>
                    <a:pt x="66729" y="12955"/>
                    <a:pt x="66849" y="13180"/>
                    <a:pt x="67048" y="13326"/>
                  </a:cubicBezTo>
                  <a:cubicBezTo>
                    <a:pt x="67246" y="13472"/>
                    <a:pt x="67459" y="13545"/>
                    <a:pt x="67684" y="13545"/>
                  </a:cubicBezTo>
                  <a:cubicBezTo>
                    <a:pt x="67936" y="13545"/>
                    <a:pt x="68151" y="13465"/>
                    <a:pt x="68330" y="13306"/>
                  </a:cubicBezTo>
                  <a:cubicBezTo>
                    <a:pt x="68509" y="13147"/>
                    <a:pt x="68612" y="12908"/>
                    <a:pt x="68639" y="12590"/>
                  </a:cubicBezTo>
                  <a:cubicBezTo>
                    <a:pt x="68639" y="12431"/>
                    <a:pt x="68635" y="12265"/>
                    <a:pt x="68629" y="12093"/>
                  </a:cubicBezTo>
                  <a:cubicBezTo>
                    <a:pt x="68622" y="11920"/>
                    <a:pt x="68619" y="11698"/>
                    <a:pt x="68619" y="11427"/>
                  </a:cubicBezTo>
                  <a:lnTo>
                    <a:pt x="68619" y="8891"/>
                  </a:lnTo>
                  <a:cubicBezTo>
                    <a:pt x="68606" y="8519"/>
                    <a:pt x="68549" y="8135"/>
                    <a:pt x="68450" y="7737"/>
                  </a:cubicBezTo>
                  <a:cubicBezTo>
                    <a:pt x="68350" y="7339"/>
                    <a:pt x="68204" y="6965"/>
                    <a:pt x="68012" y="6613"/>
                  </a:cubicBezTo>
                  <a:cubicBezTo>
                    <a:pt x="67820" y="6262"/>
                    <a:pt x="67578" y="5950"/>
                    <a:pt x="67286" y="5678"/>
                  </a:cubicBezTo>
                  <a:cubicBezTo>
                    <a:pt x="66994" y="5407"/>
                    <a:pt x="66643" y="5211"/>
                    <a:pt x="66232" y="5092"/>
                  </a:cubicBezTo>
                  <a:cubicBezTo>
                    <a:pt x="65675" y="4906"/>
                    <a:pt x="65135" y="4880"/>
                    <a:pt x="64611" y="5012"/>
                  </a:cubicBezTo>
                  <a:cubicBezTo>
                    <a:pt x="64087" y="5145"/>
                    <a:pt x="63501" y="5436"/>
                    <a:pt x="62851" y="5887"/>
                  </a:cubicBezTo>
                  <a:lnTo>
                    <a:pt x="62851" y="1611"/>
                  </a:lnTo>
                  <a:cubicBezTo>
                    <a:pt x="62758" y="1359"/>
                    <a:pt x="62622" y="1170"/>
                    <a:pt x="62443" y="1044"/>
                  </a:cubicBezTo>
                  <a:cubicBezTo>
                    <a:pt x="62264" y="918"/>
                    <a:pt x="62062" y="855"/>
                    <a:pt x="61836" y="855"/>
                  </a:cubicBezTo>
                  <a:cubicBezTo>
                    <a:pt x="61611" y="855"/>
                    <a:pt x="61412" y="925"/>
                    <a:pt x="61240" y="1064"/>
                  </a:cubicBezTo>
                  <a:cubicBezTo>
                    <a:pt x="61067" y="1203"/>
                    <a:pt x="60948" y="1406"/>
                    <a:pt x="60882" y="1671"/>
                  </a:cubicBezTo>
                  <a:lnTo>
                    <a:pt x="60882" y="12590"/>
                  </a:lnTo>
                  <a:cubicBezTo>
                    <a:pt x="60922" y="12882"/>
                    <a:pt x="61041" y="13101"/>
                    <a:pt x="61240" y="13246"/>
                  </a:cubicBezTo>
                  <a:cubicBezTo>
                    <a:pt x="61439" y="13392"/>
                    <a:pt x="61651" y="13465"/>
                    <a:pt x="61876" y="13465"/>
                  </a:cubicBezTo>
                  <a:cubicBezTo>
                    <a:pt x="62128" y="13465"/>
                    <a:pt x="62347" y="13386"/>
                    <a:pt x="62533" y="13227"/>
                  </a:cubicBezTo>
                  <a:cubicBezTo>
                    <a:pt x="62718" y="13067"/>
                    <a:pt x="62824" y="12829"/>
                    <a:pt x="62851" y="12510"/>
                  </a:cubicBezTo>
                  <a:close/>
                  <a:moveTo>
                    <a:pt x="77211" y="10740"/>
                  </a:moveTo>
                  <a:cubicBezTo>
                    <a:pt x="76827" y="10979"/>
                    <a:pt x="76406" y="11208"/>
                    <a:pt x="75948" y="11427"/>
                  </a:cubicBezTo>
                  <a:cubicBezTo>
                    <a:pt x="75491" y="11645"/>
                    <a:pt x="75050" y="11768"/>
                    <a:pt x="74625" y="11794"/>
                  </a:cubicBezTo>
                  <a:cubicBezTo>
                    <a:pt x="74122" y="11834"/>
                    <a:pt x="73697" y="11741"/>
                    <a:pt x="73352" y="11516"/>
                  </a:cubicBezTo>
                  <a:cubicBezTo>
                    <a:pt x="73008" y="11291"/>
                    <a:pt x="72743" y="10986"/>
                    <a:pt x="72557" y="10601"/>
                  </a:cubicBezTo>
                  <a:cubicBezTo>
                    <a:pt x="72583" y="10601"/>
                    <a:pt x="72653" y="10588"/>
                    <a:pt x="72766" y="10561"/>
                  </a:cubicBezTo>
                  <a:cubicBezTo>
                    <a:pt x="72878" y="10535"/>
                    <a:pt x="73140" y="10469"/>
                    <a:pt x="73551" y="10362"/>
                  </a:cubicBezTo>
                  <a:cubicBezTo>
                    <a:pt x="73936" y="10270"/>
                    <a:pt x="74347" y="10164"/>
                    <a:pt x="74785" y="10044"/>
                  </a:cubicBezTo>
                  <a:cubicBezTo>
                    <a:pt x="75222" y="9925"/>
                    <a:pt x="75646" y="9779"/>
                    <a:pt x="76057" y="9607"/>
                  </a:cubicBezTo>
                  <a:cubicBezTo>
                    <a:pt x="76469" y="9434"/>
                    <a:pt x="76846" y="9232"/>
                    <a:pt x="77191" y="9000"/>
                  </a:cubicBezTo>
                  <a:cubicBezTo>
                    <a:pt x="77536" y="8768"/>
                    <a:pt x="77808" y="8493"/>
                    <a:pt x="78007" y="8175"/>
                  </a:cubicBezTo>
                  <a:cubicBezTo>
                    <a:pt x="78113" y="8015"/>
                    <a:pt x="78186" y="7850"/>
                    <a:pt x="78225" y="7677"/>
                  </a:cubicBezTo>
                  <a:cubicBezTo>
                    <a:pt x="78265" y="7505"/>
                    <a:pt x="78285" y="7326"/>
                    <a:pt x="78285" y="7140"/>
                  </a:cubicBezTo>
                  <a:cubicBezTo>
                    <a:pt x="78285" y="6862"/>
                    <a:pt x="78232" y="6583"/>
                    <a:pt x="78126" y="6305"/>
                  </a:cubicBezTo>
                  <a:cubicBezTo>
                    <a:pt x="78020" y="6027"/>
                    <a:pt x="77874" y="5771"/>
                    <a:pt x="77688" y="5539"/>
                  </a:cubicBezTo>
                  <a:cubicBezTo>
                    <a:pt x="77503" y="5307"/>
                    <a:pt x="77284" y="5108"/>
                    <a:pt x="77032" y="4943"/>
                  </a:cubicBezTo>
                  <a:cubicBezTo>
                    <a:pt x="76780" y="4777"/>
                    <a:pt x="76508" y="4661"/>
                    <a:pt x="76217" y="4594"/>
                  </a:cubicBezTo>
                  <a:cubicBezTo>
                    <a:pt x="75912" y="4528"/>
                    <a:pt x="75600" y="4495"/>
                    <a:pt x="75282" y="4495"/>
                  </a:cubicBezTo>
                  <a:cubicBezTo>
                    <a:pt x="74685" y="4495"/>
                    <a:pt x="74108" y="4594"/>
                    <a:pt x="73551" y="4793"/>
                  </a:cubicBezTo>
                  <a:cubicBezTo>
                    <a:pt x="72994" y="4992"/>
                    <a:pt x="72477" y="5257"/>
                    <a:pt x="72000" y="5589"/>
                  </a:cubicBezTo>
                  <a:cubicBezTo>
                    <a:pt x="71403" y="5987"/>
                    <a:pt x="70969" y="6504"/>
                    <a:pt x="70697" y="7140"/>
                  </a:cubicBezTo>
                  <a:cubicBezTo>
                    <a:pt x="70425" y="7777"/>
                    <a:pt x="70290" y="8440"/>
                    <a:pt x="70290" y="9129"/>
                  </a:cubicBezTo>
                  <a:cubicBezTo>
                    <a:pt x="70290" y="9832"/>
                    <a:pt x="70445" y="10518"/>
                    <a:pt x="70757" y="11188"/>
                  </a:cubicBezTo>
                  <a:cubicBezTo>
                    <a:pt x="71069" y="11857"/>
                    <a:pt x="71503" y="12398"/>
                    <a:pt x="72060" y="12809"/>
                  </a:cubicBezTo>
                  <a:cubicBezTo>
                    <a:pt x="72404" y="13048"/>
                    <a:pt x="72776" y="13223"/>
                    <a:pt x="73173" y="13336"/>
                  </a:cubicBezTo>
                  <a:cubicBezTo>
                    <a:pt x="73571" y="13449"/>
                    <a:pt x="73962" y="13505"/>
                    <a:pt x="74347" y="13505"/>
                  </a:cubicBezTo>
                  <a:cubicBezTo>
                    <a:pt x="74997" y="13505"/>
                    <a:pt x="75643" y="13389"/>
                    <a:pt x="76286" y="13157"/>
                  </a:cubicBezTo>
                  <a:cubicBezTo>
                    <a:pt x="76929" y="12925"/>
                    <a:pt x="77529" y="12643"/>
                    <a:pt x="78086" y="12312"/>
                  </a:cubicBezTo>
                  <a:cubicBezTo>
                    <a:pt x="78285" y="12192"/>
                    <a:pt x="78431" y="12063"/>
                    <a:pt x="78524" y="11924"/>
                  </a:cubicBezTo>
                  <a:cubicBezTo>
                    <a:pt x="78617" y="11785"/>
                    <a:pt x="78663" y="11642"/>
                    <a:pt x="78663" y="11496"/>
                  </a:cubicBezTo>
                  <a:cubicBezTo>
                    <a:pt x="78663" y="11350"/>
                    <a:pt x="78627" y="11214"/>
                    <a:pt x="78554" y="11088"/>
                  </a:cubicBezTo>
                  <a:cubicBezTo>
                    <a:pt x="78481" y="10962"/>
                    <a:pt x="78381" y="10860"/>
                    <a:pt x="78255" y="10780"/>
                  </a:cubicBezTo>
                  <a:cubicBezTo>
                    <a:pt x="78129" y="10701"/>
                    <a:pt x="77977" y="10654"/>
                    <a:pt x="77798" y="10641"/>
                  </a:cubicBezTo>
                  <a:cubicBezTo>
                    <a:pt x="77619" y="10628"/>
                    <a:pt x="77423" y="10661"/>
                    <a:pt x="77211" y="10740"/>
                  </a:cubicBezTo>
                  <a:close/>
                  <a:moveTo>
                    <a:pt x="73551" y="6743"/>
                  </a:moveTo>
                  <a:cubicBezTo>
                    <a:pt x="73777" y="6636"/>
                    <a:pt x="74062" y="6527"/>
                    <a:pt x="74407" y="6414"/>
                  </a:cubicBezTo>
                  <a:cubicBezTo>
                    <a:pt x="74751" y="6302"/>
                    <a:pt x="75076" y="6245"/>
                    <a:pt x="75381" y="6245"/>
                  </a:cubicBezTo>
                  <a:cubicBezTo>
                    <a:pt x="75660" y="6245"/>
                    <a:pt x="75898" y="6318"/>
                    <a:pt x="76097" y="6464"/>
                  </a:cubicBezTo>
                  <a:cubicBezTo>
                    <a:pt x="76296" y="6610"/>
                    <a:pt x="76382" y="6875"/>
                    <a:pt x="76356" y="7260"/>
                  </a:cubicBezTo>
                  <a:cubicBezTo>
                    <a:pt x="76276" y="7419"/>
                    <a:pt x="76120" y="7565"/>
                    <a:pt x="75888" y="7697"/>
                  </a:cubicBezTo>
                  <a:cubicBezTo>
                    <a:pt x="75656" y="7830"/>
                    <a:pt x="75404" y="7946"/>
                    <a:pt x="75133" y="8045"/>
                  </a:cubicBezTo>
                  <a:cubicBezTo>
                    <a:pt x="74861" y="8145"/>
                    <a:pt x="74592" y="8231"/>
                    <a:pt x="74327" y="8304"/>
                  </a:cubicBezTo>
                  <a:cubicBezTo>
                    <a:pt x="74062" y="8377"/>
                    <a:pt x="73863" y="8433"/>
                    <a:pt x="73730" y="8473"/>
                  </a:cubicBezTo>
                  <a:cubicBezTo>
                    <a:pt x="73359" y="8579"/>
                    <a:pt x="73074" y="8662"/>
                    <a:pt x="72875" y="8722"/>
                  </a:cubicBezTo>
                  <a:cubicBezTo>
                    <a:pt x="72676" y="8781"/>
                    <a:pt x="72527" y="8824"/>
                    <a:pt x="72428" y="8851"/>
                  </a:cubicBezTo>
                  <a:cubicBezTo>
                    <a:pt x="72328" y="8877"/>
                    <a:pt x="72269" y="8894"/>
                    <a:pt x="72249" y="8901"/>
                  </a:cubicBezTo>
                  <a:lnTo>
                    <a:pt x="72219" y="8910"/>
                  </a:lnTo>
                  <a:cubicBezTo>
                    <a:pt x="72245" y="8446"/>
                    <a:pt x="72365" y="8025"/>
                    <a:pt x="72577" y="7648"/>
                  </a:cubicBezTo>
                  <a:cubicBezTo>
                    <a:pt x="72789" y="7270"/>
                    <a:pt x="73114" y="6968"/>
                    <a:pt x="73551" y="6743"/>
                  </a:cubicBezTo>
                  <a:close/>
                  <a:moveTo>
                    <a:pt x="93560" y="10740"/>
                  </a:moveTo>
                  <a:cubicBezTo>
                    <a:pt x="93176" y="10979"/>
                    <a:pt x="92755" y="11208"/>
                    <a:pt x="92297" y="11427"/>
                  </a:cubicBezTo>
                  <a:cubicBezTo>
                    <a:pt x="91840" y="11645"/>
                    <a:pt x="91399" y="11768"/>
                    <a:pt x="90975" y="11794"/>
                  </a:cubicBezTo>
                  <a:cubicBezTo>
                    <a:pt x="90471" y="11834"/>
                    <a:pt x="90046" y="11741"/>
                    <a:pt x="89702" y="11516"/>
                  </a:cubicBezTo>
                  <a:cubicBezTo>
                    <a:pt x="89357" y="11291"/>
                    <a:pt x="89092" y="10986"/>
                    <a:pt x="88906" y="10601"/>
                  </a:cubicBezTo>
                  <a:cubicBezTo>
                    <a:pt x="88933" y="10601"/>
                    <a:pt x="89002" y="10588"/>
                    <a:pt x="89115" y="10561"/>
                  </a:cubicBezTo>
                  <a:cubicBezTo>
                    <a:pt x="89228" y="10535"/>
                    <a:pt x="89490" y="10469"/>
                    <a:pt x="89901" y="10362"/>
                  </a:cubicBezTo>
                  <a:cubicBezTo>
                    <a:pt x="90285" y="10270"/>
                    <a:pt x="90696" y="10164"/>
                    <a:pt x="91134" y="10044"/>
                  </a:cubicBezTo>
                  <a:cubicBezTo>
                    <a:pt x="91571" y="9925"/>
                    <a:pt x="91996" y="9779"/>
                    <a:pt x="92407" y="9607"/>
                  </a:cubicBezTo>
                  <a:cubicBezTo>
                    <a:pt x="92818" y="9434"/>
                    <a:pt x="93196" y="9232"/>
                    <a:pt x="93540" y="9000"/>
                  </a:cubicBezTo>
                  <a:cubicBezTo>
                    <a:pt x="93885" y="8768"/>
                    <a:pt x="94157" y="8493"/>
                    <a:pt x="94356" y="8175"/>
                  </a:cubicBezTo>
                  <a:cubicBezTo>
                    <a:pt x="94462" y="8015"/>
                    <a:pt x="94535" y="7850"/>
                    <a:pt x="94575" y="7677"/>
                  </a:cubicBezTo>
                  <a:cubicBezTo>
                    <a:pt x="94614" y="7505"/>
                    <a:pt x="94634" y="7326"/>
                    <a:pt x="94634" y="7140"/>
                  </a:cubicBezTo>
                  <a:cubicBezTo>
                    <a:pt x="94634" y="6862"/>
                    <a:pt x="94581" y="6583"/>
                    <a:pt x="94475" y="6305"/>
                  </a:cubicBezTo>
                  <a:cubicBezTo>
                    <a:pt x="94369" y="6027"/>
                    <a:pt x="94223" y="5771"/>
                    <a:pt x="94038" y="5539"/>
                  </a:cubicBezTo>
                  <a:cubicBezTo>
                    <a:pt x="93852" y="5307"/>
                    <a:pt x="93633" y="5108"/>
                    <a:pt x="93381" y="4943"/>
                  </a:cubicBezTo>
                  <a:cubicBezTo>
                    <a:pt x="93129" y="4777"/>
                    <a:pt x="92857" y="4661"/>
                    <a:pt x="92566" y="4594"/>
                  </a:cubicBezTo>
                  <a:cubicBezTo>
                    <a:pt x="92261" y="4528"/>
                    <a:pt x="91949" y="4495"/>
                    <a:pt x="91631" y="4495"/>
                  </a:cubicBezTo>
                  <a:cubicBezTo>
                    <a:pt x="91034" y="4495"/>
                    <a:pt x="90457" y="4594"/>
                    <a:pt x="89901" y="4793"/>
                  </a:cubicBezTo>
                  <a:cubicBezTo>
                    <a:pt x="89344" y="4992"/>
                    <a:pt x="88827" y="5257"/>
                    <a:pt x="88349" y="5589"/>
                  </a:cubicBezTo>
                  <a:cubicBezTo>
                    <a:pt x="87752" y="5987"/>
                    <a:pt x="87318" y="6504"/>
                    <a:pt x="87046" y="7140"/>
                  </a:cubicBezTo>
                  <a:cubicBezTo>
                    <a:pt x="86775" y="7777"/>
                    <a:pt x="86639" y="8440"/>
                    <a:pt x="86639" y="9129"/>
                  </a:cubicBezTo>
                  <a:cubicBezTo>
                    <a:pt x="86639" y="9832"/>
                    <a:pt x="86794" y="10518"/>
                    <a:pt x="87106" y="11188"/>
                  </a:cubicBezTo>
                  <a:cubicBezTo>
                    <a:pt x="87418" y="11857"/>
                    <a:pt x="87852" y="12398"/>
                    <a:pt x="88409" y="12809"/>
                  </a:cubicBezTo>
                  <a:cubicBezTo>
                    <a:pt x="88754" y="13048"/>
                    <a:pt x="89125" y="13223"/>
                    <a:pt x="89523" y="13336"/>
                  </a:cubicBezTo>
                  <a:cubicBezTo>
                    <a:pt x="89920" y="13449"/>
                    <a:pt x="90312" y="13505"/>
                    <a:pt x="90696" y="13505"/>
                  </a:cubicBezTo>
                  <a:cubicBezTo>
                    <a:pt x="91346" y="13505"/>
                    <a:pt x="91992" y="13389"/>
                    <a:pt x="92635" y="13157"/>
                  </a:cubicBezTo>
                  <a:cubicBezTo>
                    <a:pt x="93278" y="12925"/>
                    <a:pt x="93878" y="12643"/>
                    <a:pt x="94435" y="12312"/>
                  </a:cubicBezTo>
                  <a:cubicBezTo>
                    <a:pt x="94634" y="12192"/>
                    <a:pt x="94780" y="12063"/>
                    <a:pt x="94873" y="11924"/>
                  </a:cubicBezTo>
                  <a:cubicBezTo>
                    <a:pt x="94966" y="11785"/>
                    <a:pt x="95012" y="11642"/>
                    <a:pt x="95012" y="11496"/>
                  </a:cubicBezTo>
                  <a:cubicBezTo>
                    <a:pt x="95012" y="11350"/>
                    <a:pt x="94976" y="11214"/>
                    <a:pt x="94903" y="11088"/>
                  </a:cubicBezTo>
                  <a:cubicBezTo>
                    <a:pt x="94830" y="10962"/>
                    <a:pt x="94730" y="10860"/>
                    <a:pt x="94604" y="10780"/>
                  </a:cubicBezTo>
                  <a:cubicBezTo>
                    <a:pt x="94478" y="10701"/>
                    <a:pt x="94326" y="10654"/>
                    <a:pt x="94147" y="10641"/>
                  </a:cubicBezTo>
                  <a:cubicBezTo>
                    <a:pt x="93968" y="10628"/>
                    <a:pt x="93772" y="10661"/>
                    <a:pt x="93560" y="10740"/>
                  </a:cubicBezTo>
                  <a:close/>
                  <a:moveTo>
                    <a:pt x="89901" y="6743"/>
                  </a:moveTo>
                  <a:cubicBezTo>
                    <a:pt x="90126" y="6636"/>
                    <a:pt x="90411" y="6527"/>
                    <a:pt x="90756" y="6414"/>
                  </a:cubicBezTo>
                  <a:cubicBezTo>
                    <a:pt x="91101" y="6302"/>
                    <a:pt x="91425" y="6245"/>
                    <a:pt x="91730" y="6245"/>
                  </a:cubicBezTo>
                  <a:cubicBezTo>
                    <a:pt x="92009" y="6245"/>
                    <a:pt x="92248" y="6318"/>
                    <a:pt x="92446" y="6464"/>
                  </a:cubicBezTo>
                  <a:cubicBezTo>
                    <a:pt x="92645" y="6610"/>
                    <a:pt x="92731" y="6875"/>
                    <a:pt x="92705" y="7260"/>
                  </a:cubicBezTo>
                  <a:cubicBezTo>
                    <a:pt x="92625" y="7419"/>
                    <a:pt x="92470" y="7565"/>
                    <a:pt x="92238" y="7697"/>
                  </a:cubicBezTo>
                  <a:cubicBezTo>
                    <a:pt x="92006" y="7830"/>
                    <a:pt x="91754" y="7946"/>
                    <a:pt x="91482" y="8045"/>
                  </a:cubicBezTo>
                  <a:cubicBezTo>
                    <a:pt x="91210" y="8145"/>
                    <a:pt x="90941" y="8231"/>
                    <a:pt x="90676" y="8304"/>
                  </a:cubicBezTo>
                  <a:cubicBezTo>
                    <a:pt x="90411" y="8377"/>
                    <a:pt x="90212" y="8433"/>
                    <a:pt x="90080" y="8473"/>
                  </a:cubicBezTo>
                  <a:cubicBezTo>
                    <a:pt x="89708" y="8579"/>
                    <a:pt x="89423" y="8662"/>
                    <a:pt x="89224" y="8722"/>
                  </a:cubicBezTo>
                  <a:cubicBezTo>
                    <a:pt x="89025" y="8781"/>
                    <a:pt x="88876" y="8824"/>
                    <a:pt x="88777" y="8851"/>
                  </a:cubicBezTo>
                  <a:cubicBezTo>
                    <a:pt x="88677" y="8877"/>
                    <a:pt x="88618" y="8894"/>
                    <a:pt x="88598" y="8901"/>
                  </a:cubicBezTo>
                  <a:lnTo>
                    <a:pt x="88568" y="8910"/>
                  </a:lnTo>
                  <a:cubicBezTo>
                    <a:pt x="88594" y="8446"/>
                    <a:pt x="88714" y="8025"/>
                    <a:pt x="88926" y="7648"/>
                  </a:cubicBezTo>
                  <a:cubicBezTo>
                    <a:pt x="89138" y="7270"/>
                    <a:pt x="89463" y="6968"/>
                    <a:pt x="89901" y="6743"/>
                  </a:cubicBezTo>
                  <a:close/>
                  <a:moveTo>
                    <a:pt x="96444" y="5191"/>
                  </a:moveTo>
                  <a:lnTo>
                    <a:pt x="96444" y="17145"/>
                  </a:lnTo>
                  <a:cubicBezTo>
                    <a:pt x="96484" y="17450"/>
                    <a:pt x="96600" y="17675"/>
                    <a:pt x="96792" y="17821"/>
                  </a:cubicBezTo>
                  <a:cubicBezTo>
                    <a:pt x="96985" y="17967"/>
                    <a:pt x="97193" y="18040"/>
                    <a:pt x="97419" y="18040"/>
                  </a:cubicBezTo>
                  <a:cubicBezTo>
                    <a:pt x="97657" y="18040"/>
                    <a:pt x="97880" y="17960"/>
                    <a:pt x="98085" y="17801"/>
                  </a:cubicBezTo>
                  <a:cubicBezTo>
                    <a:pt x="98291" y="17642"/>
                    <a:pt x="98400" y="17397"/>
                    <a:pt x="98413" y="17065"/>
                  </a:cubicBezTo>
                  <a:lnTo>
                    <a:pt x="98413" y="13048"/>
                  </a:lnTo>
                  <a:cubicBezTo>
                    <a:pt x="98559" y="13074"/>
                    <a:pt x="98705" y="13087"/>
                    <a:pt x="98851" y="13087"/>
                  </a:cubicBezTo>
                  <a:lnTo>
                    <a:pt x="99308" y="13087"/>
                  </a:lnTo>
                  <a:cubicBezTo>
                    <a:pt x="100104" y="13087"/>
                    <a:pt x="100800" y="12978"/>
                    <a:pt x="101397" y="12759"/>
                  </a:cubicBezTo>
                  <a:cubicBezTo>
                    <a:pt x="101993" y="12540"/>
                    <a:pt x="102497" y="12239"/>
                    <a:pt x="102908" y="11854"/>
                  </a:cubicBezTo>
                  <a:cubicBezTo>
                    <a:pt x="103319" y="11470"/>
                    <a:pt x="103628" y="11012"/>
                    <a:pt x="103833" y="10482"/>
                  </a:cubicBezTo>
                  <a:cubicBezTo>
                    <a:pt x="104039" y="9951"/>
                    <a:pt x="104141" y="9368"/>
                    <a:pt x="104141" y="8731"/>
                  </a:cubicBezTo>
                  <a:cubicBezTo>
                    <a:pt x="104141" y="8161"/>
                    <a:pt x="104045" y="7618"/>
                    <a:pt x="103853" y="7101"/>
                  </a:cubicBezTo>
                  <a:cubicBezTo>
                    <a:pt x="103661" y="6583"/>
                    <a:pt x="103396" y="6133"/>
                    <a:pt x="103057" y="5748"/>
                  </a:cubicBezTo>
                  <a:cubicBezTo>
                    <a:pt x="102719" y="5364"/>
                    <a:pt x="102322" y="5059"/>
                    <a:pt x="101864" y="4833"/>
                  </a:cubicBezTo>
                  <a:cubicBezTo>
                    <a:pt x="101407" y="4608"/>
                    <a:pt x="100913" y="4495"/>
                    <a:pt x="100382" y="4495"/>
                  </a:cubicBezTo>
                  <a:cubicBezTo>
                    <a:pt x="100038" y="4495"/>
                    <a:pt x="99693" y="4541"/>
                    <a:pt x="99348" y="4634"/>
                  </a:cubicBezTo>
                  <a:cubicBezTo>
                    <a:pt x="99003" y="4727"/>
                    <a:pt x="98685" y="4866"/>
                    <a:pt x="98393" y="5052"/>
                  </a:cubicBezTo>
                  <a:cubicBezTo>
                    <a:pt x="98314" y="4827"/>
                    <a:pt x="98181" y="4654"/>
                    <a:pt x="97996" y="4535"/>
                  </a:cubicBezTo>
                  <a:cubicBezTo>
                    <a:pt x="97810" y="4415"/>
                    <a:pt x="97618" y="4356"/>
                    <a:pt x="97419" y="4356"/>
                  </a:cubicBezTo>
                  <a:cubicBezTo>
                    <a:pt x="97193" y="4356"/>
                    <a:pt x="96991" y="4425"/>
                    <a:pt x="96812" y="4565"/>
                  </a:cubicBezTo>
                  <a:cubicBezTo>
                    <a:pt x="96633" y="4704"/>
                    <a:pt x="96510" y="4913"/>
                    <a:pt x="96444" y="5191"/>
                  </a:cubicBezTo>
                  <a:close/>
                  <a:moveTo>
                    <a:pt x="98413" y="7618"/>
                  </a:moveTo>
                  <a:lnTo>
                    <a:pt x="98552" y="7459"/>
                  </a:lnTo>
                  <a:cubicBezTo>
                    <a:pt x="98778" y="7167"/>
                    <a:pt x="99050" y="6885"/>
                    <a:pt x="99368" y="6613"/>
                  </a:cubicBezTo>
                  <a:cubicBezTo>
                    <a:pt x="99686" y="6341"/>
                    <a:pt x="100051" y="6206"/>
                    <a:pt x="100462" y="6206"/>
                  </a:cubicBezTo>
                  <a:cubicBezTo>
                    <a:pt x="100714" y="6206"/>
                    <a:pt x="100949" y="6285"/>
                    <a:pt x="101168" y="6444"/>
                  </a:cubicBezTo>
                  <a:cubicBezTo>
                    <a:pt x="101387" y="6603"/>
                    <a:pt x="101576" y="6809"/>
                    <a:pt x="101735" y="7061"/>
                  </a:cubicBezTo>
                  <a:cubicBezTo>
                    <a:pt x="101894" y="7313"/>
                    <a:pt x="102017" y="7594"/>
                    <a:pt x="102103" y="7906"/>
                  </a:cubicBezTo>
                  <a:cubicBezTo>
                    <a:pt x="102189" y="8218"/>
                    <a:pt x="102232" y="8526"/>
                    <a:pt x="102232" y="8831"/>
                  </a:cubicBezTo>
                  <a:cubicBezTo>
                    <a:pt x="102232" y="9627"/>
                    <a:pt x="101954" y="10250"/>
                    <a:pt x="101397" y="10701"/>
                  </a:cubicBezTo>
                  <a:cubicBezTo>
                    <a:pt x="100840" y="11151"/>
                    <a:pt x="100144" y="11377"/>
                    <a:pt x="99308" y="11377"/>
                  </a:cubicBezTo>
                  <a:cubicBezTo>
                    <a:pt x="99017" y="11377"/>
                    <a:pt x="98718" y="11344"/>
                    <a:pt x="98413" y="11277"/>
                  </a:cubicBezTo>
                  <a:close/>
                  <a:moveTo>
                    <a:pt x="108000" y="12491"/>
                  </a:moveTo>
                  <a:lnTo>
                    <a:pt x="107940" y="4952"/>
                  </a:lnTo>
                  <a:cubicBezTo>
                    <a:pt x="107874" y="4687"/>
                    <a:pt x="107748" y="4492"/>
                    <a:pt x="107562" y="4366"/>
                  </a:cubicBezTo>
                  <a:cubicBezTo>
                    <a:pt x="107377" y="4240"/>
                    <a:pt x="107178" y="4177"/>
                    <a:pt x="106966" y="4177"/>
                  </a:cubicBezTo>
                  <a:cubicBezTo>
                    <a:pt x="106727" y="4177"/>
                    <a:pt x="106522" y="4246"/>
                    <a:pt x="106349" y="4386"/>
                  </a:cubicBezTo>
                  <a:cubicBezTo>
                    <a:pt x="106177" y="4525"/>
                    <a:pt x="106057" y="4734"/>
                    <a:pt x="105991" y="5012"/>
                  </a:cubicBezTo>
                  <a:lnTo>
                    <a:pt x="106051" y="12570"/>
                  </a:lnTo>
                  <a:cubicBezTo>
                    <a:pt x="106091" y="12875"/>
                    <a:pt x="106203" y="13101"/>
                    <a:pt x="106389" y="13246"/>
                  </a:cubicBezTo>
                  <a:cubicBezTo>
                    <a:pt x="106575" y="13392"/>
                    <a:pt x="106787" y="13465"/>
                    <a:pt x="107025" y="13465"/>
                  </a:cubicBezTo>
                  <a:cubicBezTo>
                    <a:pt x="107264" y="13465"/>
                    <a:pt x="107483" y="13386"/>
                    <a:pt x="107682" y="13227"/>
                  </a:cubicBezTo>
                  <a:cubicBezTo>
                    <a:pt x="107881" y="13067"/>
                    <a:pt x="107987" y="12822"/>
                    <a:pt x="108000" y="12491"/>
                  </a:cubicBezTo>
                  <a:close/>
                  <a:moveTo>
                    <a:pt x="105852" y="1850"/>
                  </a:moveTo>
                  <a:cubicBezTo>
                    <a:pt x="105852" y="2155"/>
                    <a:pt x="105961" y="2413"/>
                    <a:pt x="106180" y="2625"/>
                  </a:cubicBezTo>
                  <a:cubicBezTo>
                    <a:pt x="106399" y="2838"/>
                    <a:pt x="106661" y="2944"/>
                    <a:pt x="106966" y="2944"/>
                  </a:cubicBezTo>
                  <a:cubicBezTo>
                    <a:pt x="107284" y="2944"/>
                    <a:pt x="107552" y="2838"/>
                    <a:pt x="107771" y="2625"/>
                  </a:cubicBezTo>
                  <a:cubicBezTo>
                    <a:pt x="107990" y="2413"/>
                    <a:pt x="108099" y="2155"/>
                    <a:pt x="108099" y="1850"/>
                  </a:cubicBezTo>
                  <a:cubicBezTo>
                    <a:pt x="108099" y="1545"/>
                    <a:pt x="107990" y="1283"/>
                    <a:pt x="107771" y="1064"/>
                  </a:cubicBezTo>
                  <a:cubicBezTo>
                    <a:pt x="107552" y="845"/>
                    <a:pt x="107284" y="736"/>
                    <a:pt x="106966" y="736"/>
                  </a:cubicBezTo>
                  <a:cubicBezTo>
                    <a:pt x="106661" y="736"/>
                    <a:pt x="106399" y="845"/>
                    <a:pt x="106180" y="1064"/>
                  </a:cubicBezTo>
                  <a:cubicBezTo>
                    <a:pt x="105961" y="1283"/>
                    <a:pt x="105852" y="1545"/>
                    <a:pt x="105852" y="1850"/>
                  </a:cubicBezTo>
                  <a:close/>
                  <a:moveTo>
                    <a:pt x="109830" y="11715"/>
                  </a:moveTo>
                  <a:lnTo>
                    <a:pt x="109850" y="11715"/>
                  </a:lnTo>
                  <a:cubicBezTo>
                    <a:pt x="110274" y="12298"/>
                    <a:pt x="110838" y="12756"/>
                    <a:pt x="111540" y="13087"/>
                  </a:cubicBezTo>
                  <a:cubicBezTo>
                    <a:pt x="112243" y="13419"/>
                    <a:pt x="112966" y="13585"/>
                    <a:pt x="113708" y="13585"/>
                  </a:cubicBezTo>
                  <a:cubicBezTo>
                    <a:pt x="114040" y="13585"/>
                    <a:pt x="114371" y="13505"/>
                    <a:pt x="114703" y="13346"/>
                  </a:cubicBezTo>
                  <a:cubicBezTo>
                    <a:pt x="115034" y="13187"/>
                    <a:pt x="115329" y="12975"/>
                    <a:pt x="115588" y="12709"/>
                  </a:cubicBezTo>
                  <a:cubicBezTo>
                    <a:pt x="115846" y="12444"/>
                    <a:pt x="116055" y="12143"/>
                    <a:pt x="116214" y="11804"/>
                  </a:cubicBezTo>
                  <a:cubicBezTo>
                    <a:pt x="116373" y="11466"/>
                    <a:pt x="116453" y="11118"/>
                    <a:pt x="116453" y="10760"/>
                  </a:cubicBezTo>
                  <a:cubicBezTo>
                    <a:pt x="116453" y="10309"/>
                    <a:pt x="116383" y="9925"/>
                    <a:pt x="116244" y="9607"/>
                  </a:cubicBezTo>
                  <a:cubicBezTo>
                    <a:pt x="116105" y="9288"/>
                    <a:pt x="115909" y="9017"/>
                    <a:pt x="115657" y="8791"/>
                  </a:cubicBezTo>
                  <a:cubicBezTo>
                    <a:pt x="115406" y="8566"/>
                    <a:pt x="115107" y="8377"/>
                    <a:pt x="114762" y="8224"/>
                  </a:cubicBezTo>
                  <a:cubicBezTo>
                    <a:pt x="114418" y="8072"/>
                    <a:pt x="114040" y="7936"/>
                    <a:pt x="113629" y="7817"/>
                  </a:cubicBezTo>
                  <a:cubicBezTo>
                    <a:pt x="113483" y="7777"/>
                    <a:pt x="113330" y="7734"/>
                    <a:pt x="113171" y="7687"/>
                  </a:cubicBezTo>
                  <a:cubicBezTo>
                    <a:pt x="113012" y="7641"/>
                    <a:pt x="112863" y="7585"/>
                    <a:pt x="112724" y="7518"/>
                  </a:cubicBezTo>
                  <a:cubicBezTo>
                    <a:pt x="112585" y="7452"/>
                    <a:pt x="112459" y="7369"/>
                    <a:pt x="112346" y="7270"/>
                  </a:cubicBezTo>
                  <a:cubicBezTo>
                    <a:pt x="112233" y="7170"/>
                    <a:pt x="112137" y="7048"/>
                    <a:pt x="112057" y="6902"/>
                  </a:cubicBezTo>
                  <a:cubicBezTo>
                    <a:pt x="112018" y="6530"/>
                    <a:pt x="112091" y="6265"/>
                    <a:pt x="112276" y="6106"/>
                  </a:cubicBezTo>
                  <a:cubicBezTo>
                    <a:pt x="112462" y="5947"/>
                    <a:pt x="112694" y="5857"/>
                    <a:pt x="112972" y="5838"/>
                  </a:cubicBezTo>
                  <a:cubicBezTo>
                    <a:pt x="113251" y="5818"/>
                    <a:pt x="113533" y="5844"/>
                    <a:pt x="113818" y="5917"/>
                  </a:cubicBezTo>
                  <a:cubicBezTo>
                    <a:pt x="114103" y="5990"/>
                    <a:pt x="114325" y="6066"/>
                    <a:pt x="114484" y="6146"/>
                  </a:cubicBezTo>
                  <a:cubicBezTo>
                    <a:pt x="114683" y="6252"/>
                    <a:pt x="114872" y="6305"/>
                    <a:pt x="115051" y="6305"/>
                  </a:cubicBezTo>
                  <a:cubicBezTo>
                    <a:pt x="115230" y="6305"/>
                    <a:pt x="115389" y="6265"/>
                    <a:pt x="115528" y="6186"/>
                  </a:cubicBezTo>
                  <a:cubicBezTo>
                    <a:pt x="115667" y="6106"/>
                    <a:pt x="115780" y="6003"/>
                    <a:pt x="115866" y="5877"/>
                  </a:cubicBezTo>
                  <a:cubicBezTo>
                    <a:pt x="115952" y="5751"/>
                    <a:pt x="115996" y="5609"/>
                    <a:pt x="115996" y="5450"/>
                  </a:cubicBezTo>
                  <a:cubicBezTo>
                    <a:pt x="115996" y="5317"/>
                    <a:pt x="115949" y="5178"/>
                    <a:pt x="115856" y="5032"/>
                  </a:cubicBezTo>
                  <a:cubicBezTo>
                    <a:pt x="115764" y="4886"/>
                    <a:pt x="115624" y="4747"/>
                    <a:pt x="115439" y="4614"/>
                  </a:cubicBezTo>
                  <a:cubicBezTo>
                    <a:pt x="114961" y="4349"/>
                    <a:pt x="114421" y="4164"/>
                    <a:pt x="113818" y="4057"/>
                  </a:cubicBezTo>
                  <a:cubicBezTo>
                    <a:pt x="113214" y="3951"/>
                    <a:pt x="112634" y="3971"/>
                    <a:pt x="112077" y="4117"/>
                  </a:cubicBezTo>
                  <a:cubicBezTo>
                    <a:pt x="111799" y="4183"/>
                    <a:pt x="111537" y="4306"/>
                    <a:pt x="111292" y="4485"/>
                  </a:cubicBezTo>
                  <a:cubicBezTo>
                    <a:pt x="111046" y="4664"/>
                    <a:pt x="110834" y="4876"/>
                    <a:pt x="110655" y="5122"/>
                  </a:cubicBezTo>
                  <a:cubicBezTo>
                    <a:pt x="110476" y="5367"/>
                    <a:pt x="110334" y="5635"/>
                    <a:pt x="110228" y="5927"/>
                  </a:cubicBezTo>
                  <a:cubicBezTo>
                    <a:pt x="110122" y="6219"/>
                    <a:pt x="110069" y="6504"/>
                    <a:pt x="110069" y="6782"/>
                  </a:cubicBezTo>
                  <a:cubicBezTo>
                    <a:pt x="110069" y="6981"/>
                    <a:pt x="110108" y="7197"/>
                    <a:pt x="110188" y="7429"/>
                  </a:cubicBezTo>
                  <a:cubicBezTo>
                    <a:pt x="110267" y="7661"/>
                    <a:pt x="110380" y="7876"/>
                    <a:pt x="110526" y="8075"/>
                  </a:cubicBezTo>
                  <a:cubicBezTo>
                    <a:pt x="110685" y="8287"/>
                    <a:pt x="110851" y="8463"/>
                    <a:pt x="111023" y="8602"/>
                  </a:cubicBezTo>
                  <a:cubicBezTo>
                    <a:pt x="111196" y="8741"/>
                    <a:pt x="111375" y="8857"/>
                    <a:pt x="111560" y="8950"/>
                  </a:cubicBezTo>
                  <a:cubicBezTo>
                    <a:pt x="111746" y="9043"/>
                    <a:pt x="111938" y="9119"/>
                    <a:pt x="112137" y="9179"/>
                  </a:cubicBezTo>
                  <a:cubicBezTo>
                    <a:pt x="112336" y="9239"/>
                    <a:pt x="112535" y="9295"/>
                    <a:pt x="112734" y="9348"/>
                  </a:cubicBezTo>
                  <a:cubicBezTo>
                    <a:pt x="112853" y="9388"/>
                    <a:pt x="112982" y="9421"/>
                    <a:pt x="113122" y="9448"/>
                  </a:cubicBezTo>
                  <a:cubicBezTo>
                    <a:pt x="113261" y="9474"/>
                    <a:pt x="113407" y="9514"/>
                    <a:pt x="113559" y="9567"/>
                  </a:cubicBezTo>
                  <a:cubicBezTo>
                    <a:pt x="113712" y="9620"/>
                    <a:pt x="113857" y="9699"/>
                    <a:pt x="113997" y="9806"/>
                  </a:cubicBezTo>
                  <a:cubicBezTo>
                    <a:pt x="114136" y="9912"/>
                    <a:pt x="114265" y="10057"/>
                    <a:pt x="114385" y="10243"/>
                  </a:cubicBezTo>
                  <a:cubicBezTo>
                    <a:pt x="114477" y="10389"/>
                    <a:pt x="114524" y="10548"/>
                    <a:pt x="114524" y="10720"/>
                  </a:cubicBezTo>
                  <a:cubicBezTo>
                    <a:pt x="114524" y="10893"/>
                    <a:pt x="114487" y="11052"/>
                    <a:pt x="114414" y="11198"/>
                  </a:cubicBezTo>
                  <a:cubicBezTo>
                    <a:pt x="114341" y="11344"/>
                    <a:pt x="114229" y="11473"/>
                    <a:pt x="114076" y="11586"/>
                  </a:cubicBezTo>
                  <a:cubicBezTo>
                    <a:pt x="113924" y="11698"/>
                    <a:pt x="113748" y="11775"/>
                    <a:pt x="113549" y="11814"/>
                  </a:cubicBezTo>
                  <a:cubicBezTo>
                    <a:pt x="113125" y="11894"/>
                    <a:pt x="112720" y="11808"/>
                    <a:pt x="112336" y="11556"/>
                  </a:cubicBezTo>
                  <a:cubicBezTo>
                    <a:pt x="111951" y="11304"/>
                    <a:pt x="111620" y="10992"/>
                    <a:pt x="111341" y="10621"/>
                  </a:cubicBezTo>
                  <a:cubicBezTo>
                    <a:pt x="111076" y="10449"/>
                    <a:pt x="110831" y="10362"/>
                    <a:pt x="110606" y="10362"/>
                  </a:cubicBezTo>
                  <a:cubicBezTo>
                    <a:pt x="110261" y="10362"/>
                    <a:pt x="109999" y="10492"/>
                    <a:pt x="109820" y="10750"/>
                  </a:cubicBezTo>
                  <a:cubicBezTo>
                    <a:pt x="109641" y="11009"/>
                    <a:pt x="109644" y="11330"/>
                    <a:pt x="109830" y="11715"/>
                  </a:cubicBezTo>
                  <a:close/>
                  <a:moveTo>
                    <a:pt x="122221" y="4515"/>
                  </a:moveTo>
                  <a:cubicBezTo>
                    <a:pt x="121585" y="4515"/>
                    <a:pt x="120985" y="4667"/>
                    <a:pt x="120421" y="4972"/>
                  </a:cubicBezTo>
                  <a:cubicBezTo>
                    <a:pt x="119857" y="5277"/>
                    <a:pt x="119367" y="5678"/>
                    <a:pt x="118949" y="6176"/>
                  </a:cubicBezTo>
                  <a:cubicBezTo>
                    <a:pt x="118531" y="6673"/>
                    <a:pt x="118200" y="7236"/>
                    <a:pt x="117955" y="7866"/>
                  </a:cubicBezTo>
                  <a:cubicBezTo>
                    <a:pt x="117709" y="8496"/>
                    <a:pt x="117587" y="9143"/>
                    <a:pt x="117587" y="9806"/>
                  </a:cubicBezTo>
                  <a:cubicBezTo>
                    <a:pt x="117587" y="10283"/>
                    <a:pt x="117670" y="10757"/>
                    <a:pt x="117835" y="11228"/>
                  </a:cubicBezTo>
                  <a:cubicBezTo>
                    <a:pt x="118001" y="11698"/>
                    <a:pt x="118236" y="12123"/>
                    <a:pt x="118541" y="12501"/>
                  </a:cubicBezTo>
                  <a:cubicBezTo>
                    <a:pt x="118846" y="12878"/>
                    <a:pt x="119221" y="13187"/>
                    <a:pt x="119665" y="13425"/>
                  </a:cubicBezTo>
                  <a:cubicBezTo>
                    <a:pt x="120109" y="13664"/>
                    <a:pt x="120603" y="13783"/>
                    <a:pt x="121147" y="13783"/>
                  </a:cubicBezTo>
                  <a:cubicBezTo>
                    <a:pt x="121664" y="13783"/>
                    <a:pt x="122158" y="13684"/>
                    <a:pt x="122629" y="13485"/>
                  </a:cubicBezTo>
                  <a:cubicBezTo>
                    <a:pt x="123099" y="13286"/>
                    <a:pt x="123527" y="13011"/>
                    <a:pt x="123912" y="12660"/>
                  </a:cubicBezTo>
                  <a:cubicBezTo>
                    <a:pt x="124296" y="12308"/>
                    <a:pt x="124631" y="11894"/>
                    <a:pt x="124916" y="11417"/>
                  </a:cubicBezTo>
                  <a:cubicBezTo>
                    <a:pt x="125201" y="10939"/>
                    <a:pt x="125417" y="10429"/>
                    <a:pt x="125562" y="9885"/>
                  </a:cubicBezTo>
                  <a:cubicBezTo>
                    <a:pt x="125602" y="9686"/>
                    <a:pt x="125635" y="9491"/>
                    <a:pt x="125662" y="9298"/>
                  </a:cubicBezTo>
                  <a:cubicBezTo>
                    <a:pt x="125688" y="9106"/>
                    <a:pt x="125702" y="8897"/>
                    <a:pt x="125702" y="8672"/>
                  </a:cubicBezTo>
                  <a:cubicBezTo>
                    <a:pt x="125702" y="8155"/>
                    <a:pt x="125625" y="7648"/>
                    <a:pt x="125473" y="7150"/>
                  </a:cubicBezTo>
                  <a:cubicBezTo>
                    <a:pt x="125320" y="6653"/>
                    <a:pt x="125095" y="6209"/>
                    <a:pt x="124797" y="5818"/>
                  </a:cubicBezTo>
                  <a:cubicBezTo>
                    <a:pt x="124498" y="5427"/>
                    <a:pt x="124134" y="5112"/>
                    <a:pt x="123703" y="4873"/>
                  </a:cubicBezTo>
                  <a:cubicBezTo>
                    <a:pt x="123272" y="4634"/>
                    <a:pt x="122778" y="4515"/>
                    <a:pt x="122221" y="4515"/>
                  </a:cubicBezTo>
                  <a:close/>
                  <a:moveTo>
                    <a:pt x="119655" y="8791"/>
                  </a:moveTo>
                  <a:cubicBezTo>
                    <a:pt x="119722" y="8526"/>
                    <a:pt x="119828" y="8244"/>
                    <a:pt x="119973" y="7946"/>
                  </a:cubicBezTo>
                  <a:cubicBezTo>
                    <a:pt x="120119" y="7648"/>
                    <a:pt x="120302" y="7376"/>
                    <a:pt x="120520" y="7130"/>
                  </a:cubicBezTo>
                  <a:cubicBezTo>
                    <a:pt x="120739" y="6885"/>
                    <a:pt x="120988" y="6680"/>
                    <a:pt x="121266" y="6514"/>
                  </a:cubicBezTo>
                  <a:cubicBezTo>
                    <a:pt x="121545" y="6348"/>
                    <a:pt x="121843" y="6265"/>
                    <a:pt x="122161" y="6265"/>
                  </a:cubicBezTo>
                  <a:cubicBezTo>
                    <a:pt x="122413" y="6265"/>
                    <a:pt x="122639" y="6335"/>
                    <a:pt x="122838" y="6474"/>
                  </a:cubicBezTo>
                  <a:cubicBezTo>
                    <a:pt x="123036" y="6613"/>
                    <a:pt x="123206" y="6796"/>
                    <a:pt x="123345" y="7021"/>
                  </a:cubicBezTo>
                  <a:cubicBezTo>
                    <a:pt x="123484" y="7246"/>
                    <a:pt x="123587" y="7502"/>
                    <a:pt x="123653" y="7787"/>
                  </a:cubicBezTo>
                  <a:cubicBezTo>
                    <a:pt x="123719" y="8072"/>
                    <a:pt x="123752" y="8360"/>
                    <a:pt x="123752" y="8652"/>
                  </a:cubicBezTo>
                  <a:cubicBezTo>
                    <a:pt x="123752" y="8970"/>
                    <a:pt x="123693" y="9325"/>
                    <a:pt x="123573" y="9716"/>
                  </a:cubicBezTo>
                  <a:cubicBezTo>
                    <a:pt x="123454" y="10107"/>
                    <a:pt x="123285" y="10472"/>
                    <a:pt x="123066" y="10810"/>
                  </a:cubicBezTo>
                  <a:cubicBezTo>
                    <a:pt x="122848" y="11148"/>
                    <a:pt x="122582" y="11433"/>
                    <a:pt x="122271" y="11665"/>
                  </a:cubicBezTo>
                  <a:cubicBezTo>
                    <a:pt x="121959" y="11897"/>
                    <a:pt x="121604" y="12013"/>
                    <a:pt x="121207" y="12013"/>
                  </a:cubicBezTo>
                  <a:cubicBezTo>
                    <a:pt x="120796" y="12013"/>
                    <a:pt x="120467" y="11901"/>
                    <a:pt x="120222" y="11675"/>
                  </a:cubicBezTo>
                  <a:cubicBezTo>
                    <a:pt x="119977" y="11450"/>
                    <a:pt x="119801" y="11175"/>
                    <a:pt x="119695" y="10850"/>
                  </a:cubicBezTo>
                  <a:cubicBezTo>
                    <a:pt x="119589" y="10525"/>
                    <a:pt x="119536" y="10177"/>
                    <a:pt x="119536" y="9806"/>
                  </a:cubicBezTo>
                  <a:cubicBezTo>
                    <a:pt x="119536" y="9434"/>
                    <a:pt x="119576" y="9096"/>
                    <a:pt x="119655" y="8791"/>
                  </a:cubicBezTo>
                  <a:close/>
                  <a:moveTo>
                    <a:pt x="134075" y="11675"/>
                  </a:moveTo>
                  <a:lnTo>
                    <a:pt x="134055" y="11655"/>
                  </a:lnTo>
                  <a:lnTo>
                    <a:pt x="133936" y="11496"/>
                  </a:lnTo>
                  <a:lnTo>
                    <a:pt x="133936" y="1273"/>
                  </a:lnTo>
                  <a:cubicBezTo>
                    <a:pt x="133843" y="1008"/>
                    <a:pt x="133707" y="812"/>
                    <a:pt x="133528" y="686"/>
                  </a:cubicBezTo>
                  <a:cubicBezTo>
                    <a:pt x="133349" y="560"/>
                    <a:pt x="133154" y="497"/>
                    <a:pt x="132941" y="497"/>
                  </a:cubicBezTo>
                  <a:cubicBezTo>
                    <a:pt x="132716" y="497"/>
                    <a:pt x="132514" y="567"/>
                    <a:pt x="132335" y="706"/>
                  </a:cubicBezTo>
                  <a:cubicBezTo>
                    <a:pt x="132156" y="845"/>
                    <a:pt x="132033" y="1054"/>
                    <a:pt x="131967" y="1333"/>
                  </a:cubicBezTo>
                  <a:cubicBezTo>
                    <a:pt x="131967" y="1465"/>
                    <a:pt x="131970" y="1674"/>
                    <a:pt x="131977" y="1959"/>
                  </a:cubicBezTo>
                  <a:cubicBezTo>
                    <a:pt x="131983" y="2244"/>
                    <a:pt x="131987" y="2592"/>
                    <a:pt x="131987" y="3003"/>
                  </a:cubicBezTo>
                  <a:cubicBezTo>
                    <a:pt x="131987" y="3282"/>
                    <a:pt x="131990" y="3570"/>
                    <a:pt x="131997" y="3869"/>
                  </a:cubicBezTo>
                  <a:cubicBezTo>
                    <a:pt x="132003" y="4167"/>
                    <a:pt x="132007" y="4502"/>
                    <a:pt x="132007" y="4873"/>
                  </a:cubicBezTo>
                  <a:cubicBezTo>
                    <a:pt x="131741" y="4807"/>
                    <a:pt x="131470" y="4770"/>
                    <a:pt x="131191" y="4764"/>
                  </a:cubicBezTo>
                  <a:cubicBezTo>
                    <a:pt x="130913" y="4757"/>
                    <a:pt x="130628" y="4754"/>
                    <a:pt x="130336" y="4754"/>
                  </a:cubicBezTo>
                  <a:cubicBezTo>
                    <a:pt x="129978" y="4767"/>
                    <a:pt x="129607" y="4833"/>
                    <a:pt x="129222" y="4952"/>
                  </a:cubicBezTo>
                  <a:cubicBezTo>
                    <a:pt x="128838" y="5072"/>
                    <a:pt x="128493" y="5211"/>
                    <a:pt x="128188" y="5370"/>
                  </a:cubicBezTo>
                  <a:cubicBezTo>
                    <a:pt x="127843" y="5556"/>
                    <a:pt x="127518" y="5788"/>
                    <a:pt x="127213" y="6066"/>
                  </a:cubicBezTo>
                  <a:cubicBezTo>
                    <a:pt x="126908" y="6345"/>
                    <a:pt x="126670" y="6650"/>
                    <a:pt x="126497" y="6981"/>
                  </a:cubicBezTo>
                  <a:cubicBezTo>
                    <a:pt x="126285" y="7392"/>
                    <a:pt x="126133" y="7827"/>
                    <a:pt x="126040" y="8284"/>
                  </a:cubicBezTo>
                  <a:cubicBezTo>
                    <a:pt x="125947" y="8741"/>
                    <a:pt x="125901" y="9202"/>
                    <a:pt x="125901" y="9666"/>
                  </a:cubicBezTo>
                  <a:cubicBezTo>
                    <a:pt x="125901" y="10091"/>
                    <a:pt x="125960" y="10515"/>
                    <a:pt x="126080" y="10939"/>
                  </a:cubicBezTo>
                  <a:cubicBezTo>
                    <a:pt x="126199" y="11364"/>
                    <a:pt x="126385" y="11761"/>
                    <a:pt x="126636" y="12133"/>
                  </a:cubicBezTo>
                  <a:cubicBezTo>
                    <a:pt x="126981" y="12597"/>
                    <a:pt x="127412" y="12941"/>
                    <a:pt x="127929" y="13167"/>
                  </a:cubicBezTo>
                  <a:cubicBezTo>
                    <a:pt x="128446" y="13392"/>
                    <a:pt x="128983" y="13505"/>
                    <a:pt x="129540" y="13505"/>
                  </a:cubicBezTo>
                  <a:cubicBezTo>
                    <a:pt x="130071" y="13505"/>
                    <a:pt x="130578" y="13429"/>
                    <a:pt x="131062" y="13276"/>
                  </a:cubicBezTo>
                  <a:cubicBezTo>
                    <a:pt x="131546" y="13124"/>
                    <a:pt x="131980" y="12888"/>
                    <a:pt x="132365" y="12570"/>
                  </a:cubicBezTo>
                  <a:lnTo>
                    <a:pt x="132603" y="12809"/>
                  </a:lnTo>
                  <a:cubicBezTo>
                    <a:pt x="132842" y="13048"/>
                    <a:pt x="133114" y="13167"/>
                    <a:pt x="133419" y="13167"/>
                  </a:cubicBezTo>
                  <a:cubicBezTo>
                    <a:pt x="133684" y="13167"/>
                    <a:pt x="133899" y="13084"/>
                    <a:pt x="134065" y="12918"/>
                  </a:cubicBezTo>
                  <a:cubicBezTo>
                    <a:pt x="134231" y="12752"/>
                    <a:pt x="134314" y="12557"/>
                    <a:pt x="134314" y="12331"/>
                  </a:cubicBezTo>
                  <a:cubicBezTo>
                    <a:pt x="134314" y="12239"/>
                    <a:pt x="134297" y="12139"/>
                    <a:pt x="134264" y="12033"/>
                  </a:cubicBezTo>
                  <a:cubicBezTo>
                    <a:pt x="134231" y="11927"/>
                    <a:pt x="134168" y="11808"/>
                    <a:pt x="134075" y="11675"/>
                  </a:cubicBezTo>
                  <a:close/>
                  <a:moveTo>
                    <a:pt x="132027" y="10522"/>
                  </a:moveTo>
                  <a:lnTo>
                    <a:pt x="131509" y="10919"/>
                  </a:lnTo>
                  <a:cubicBezTo>
                    <a:pt x="130992" y="11317"/>
                    <a:pt x="130478" y="11536"/>
                    <a:pt x="129968" y="11576"/>
                  </a:cubicBezTo>
                  <a:cubicBezTo>
                    <a:pt x="129457" y="11615"/>
                    <a:pt x="129017" y="11516"/>
                    <a:pt x="128645" y="11277"/>
                  </a:cubicBezTo>
                  <a:cubicBezTo>
                    <a:pt x="128274" y="11039"/>
                    <a:pt x="128015" y="10674"/>
                    <a:pt x="127870" y="10183"/>
                  </a:cubicBezTo>
                  <a:cubicBezTo>
                    <a:pt x="127724" y="9693"/>
                    <a:pt x="127757" y="9109"/>
                    <a:pt x="127969" y="8433"/>
                  </a:cubicBezTo>
                  <a:cubicBezTo>
                    <a:pt x="128062" y="8102"/>
                    <a:pt x="128201" y="7813"/>
                    <a:pt x="128387" y="7568"/>
                  </a:cubicBezTo>
                  <a:cubicBezTo>
                    <a:pt x="128572" y="7323"/>
                    <a:pt x="128791" y="7120"/>
                    <a:pt x="129043" y="6961"/>
                  </a:cubicBezTo>
                  <a:cubicBezTo>
                    <a:pt x="129295" y="6802"/>
                    <a:pt x="129567" y="6686"/>
                    <a:pt x="129859" y="6613"/>
                  </a:cubicBezTo>
                  <a:cubicBezTo>
                    <a:pt x="130150" y="6540"/>
                    <a:pt x="130449" y="6504"/>
                    <a:pt x="130754" y="6504"/>
                  </a:cubicBezTo>
                  <a:cubicBezTo>
                    <a:pt x="130913" y="6504"/>
                    <a:pt x="131078" y="6517"/>
                    <a:pt x="131251" y="6544"/>
                  </a:cubicBezTo>
                  <a:cubicBezTo>
                    <a:pt x="131423" y="6570"/>
                    <a:pt x="131596" y="6603"/>
                    <a:pt x="131768" y="6643"/>
                  </a:cubicBezTo>
                  <a:lnTo>
                    <a:pt x="132007" y="6842"/>
                  </a:lnTo>
                  <a:cubicBezTo>
                    <a:pt x="132007" y="7094"/>
                    <a:pt x="132010" y="7386"/>
                    <a:pt x="132017" y="7717"/>
                  </a:cubicBezTo>
                  <a:cubicBezTo>
                    <a:pt x="132023" y="8049"/>
                    <a:pt x="132027" y="8383"/>
                    <a:pt x="132027" y="8722"/>
                  </a:cubicBezTo>
                  <a:close/>
                  <a:moveTo>
                    <a:pt x="142807" y="10740"/>
                  </a:moveTo>
                  <a:cubicBezTo>
                    <a:pt x="142422" y="10979"/>
                    <a:pt x="142001" y="11208"/>
                    <a:pt x="141544" y="11427"/>
                  </a:cubicBezTo>
                  <a:cubicBezTo>
                    <a:pt x="141086" y="11645"/>
                    <a:pt x="140645" y="11768"/>
                    <a:pt x="140221" y="11794"/>
                  </a:cubicBezTo>
                  <a:cubicBezTo>
                    <a:pt x="139717" y="11834"/>
                    <a:pt x="139293" y="11741"/>
                    <a:pt x="138948" y="11516"/>
                  </a:cubicBezTo>
                  <a:cubicBezTo>
                    <a:pt x="138603" y="11291"/>
                    <a:pt x="138338" y="10986"/>
                    <a:pt x="138152" y="10601"/>
                  </a:cubicBezTo>
                  <a:cubicBezTo>
                    <a:pt x="138179" y="10601"/>
                    <a:pt x="138249" y="10588"/>
                    <a:pt x="138361" y="10561"/>
                  </a:cubicBezTo>
                  <a:cubicBezTo>
                    <a:pt x="138474" y="10535"/>
                    <a:pt x="138736" y="10469"/>
                    <a:pt x="139147" y="10362"/>
                  </a:cubicBezTo>
                  <a:cubicBezTo>
                    <a:pt x="139531" y="10270"/>
                    <a:pt x="139943" y="10164"/>
                    <a:pt x="140380" y="10044"/>
                  </a:cubicBezTo>
                  <a:cubicBezTo>
                    <a:pt x="140818" y="9925"/>
                    <a:pt x="141242" y="9779"/>
                    <a:pt x="141653" y="9607"/>
                  </a:cubicBezTo>
                  <a:cubicBezTo>
                    <a:pt x="142064" y="9434"/>
                    <a:pt x="142442" y="9232"/>
                    <a:pt x="142787" y="9000"/>
                  </a:cubicBezTo>
                  <a:cubicBezTo>
                    <a:pt x="143131" y="8768"/>
                    <a:pt x="143403" y="8493"/>
                    <a:pt x="143602" y="8175"/>
                  </a:cubicBezTo>
                  <a:cubicBezTo>
                    <a:pt x="143708" y="8015"/>
                    <a:pt x="143781" y="7850"/>
                    <a:pt x="143821" y="7677"/>
                  </a:cubicBezTo>
                  <a:cubicBezTo>
                    <a:pt x="143861" y="7505"/>
                    <a:pt x="143881" y="7326"/>
                    <a:pt x="143881" y="7140"/>
                  </a:cubicBezTo>
                  <a:cubicBezTo>
                    <a:pt x="143881" y="6862"/>
                    <a:pt x="143828" y="6583"/>
                    <a:pt x="143722" y="6305"/>
                  </a:cubicBezTo>
                  <a:cubicBezTo>
                    <a:pt x="143615" y="6027"/>
                    <a:pt x="143470" y="5771"/>
                    <a:pt x="143284" y="5539"/>
                  </a:cubicBezTo>
                  <a:cubicBezTo>
                    <a:pt x="143098" y="5307"/>
                    <a:pt x="142880" y="5108"/>
                    <a:pt x="142628" y="4943"/>
                  </a:cubicBezTo>
                  <a:cubicBezTo>
                    <a:pt x="142376" y="4777"/>
                    <a:pt x="142104" y="4661"/>
                    <a:pt x="141812" y="4594"/>
                  </a:cubicBezTo>
                  <a:cubicBezTo>
                    <a:pt x="141507" y="4528"/>
                    <a:pt x="141196" y="4495"/>
                    <a:pt x="140877" y="4495"/>
                  </a:cubicBezTo>
                  <a:cubicBezTo>
                    <a:pt x="140281" y="4495"/>
                    <a:pt x="139704" y="4594"/>
                    <a:pt x="139147" y="4793"/>
                  </a:cubicBezTo>
                  <a:cubicBezTo>
                    <a:pt x="138590" y="4992"/>
                    <a:pt x="138073" y="5257"/>
                    <a:pt x="137596" y="5589"/>
                  </a:cubicBezTo>
                  <a:cubicBezTo>
                    <a:pt x="136999" y="5987"/>
                    <a:pt x="136565" y="6504"/>
                    <a:pt x="136293" y="7140"/>
                  </a:cubicBezTo>
                  <a:cubicBezTo>
                    <a:pt x="136021" y="7777"/>
                    <a:pt x="135885" y="8440"/>
                    <a:pt x="135885" y="9129"/>
                  </a:cubicBezTo>
                  <a:cubicBezTo>
                    <a:pt x="135885" y="9832"/>
                    <a:pt x="136041" y="10518"/>
                    <a:pt x="136352" y="11188"/>
                  </a:cubicBezTo>
                  <a:cubicBezTo>
                    <a:pt x="136664" y="11857"/>
                    <a:pt x="137098" y="12398"/>
                    <a:pt x="137655" y="12809"/>
                  </a:cubicBezTo>
                  <a:cubicBezTo>
                    <a:pt x="138000" y="13048"/>
                    <a:pt x="138371" y="13223"/>
                    <a:pt x="138769" y="13336"/>
                  </a:cubicBezTo>
                  <a:cubicBezTo>
                    <a:pt x="139167" y="13449"/>
                    <a:pt x="139558" y="13505"/>
                    <a:pt x="139943" y="13505"/>
                  </a:cubicBezTo>
                  <a:cubicBezTo>
                    <a:pt x="140592" y="13505"/>
                    <a:pt x="141239" y="13389"/>
                    <a:pt x="141882" y="13157"/>
                  </a:cubicBezTo>
                  <a:cubicBezTo>
                    <a:pt x="142525" y="12925"/>
                    <a:pt x="143125" y="12643"/>
                    <a:pt x="143682" y="12312"/>
                  </a:cubicBezTo>
                  <a:cubicBezTo>
                    <a:pt x="143881" y="12192"/>
                    <a:pt x="144027" y="12063"/>
                    <a:pt x="144119" y="11924"/>
                  </a:cubicBezTo>
                  <a:cubicBezTo>
                    <a:pt x="144212" y="11785"/>
                    <a:pt x="144259" y="11642"/>
                    <a:pt x="144259" y="11496"/>
                  </a:cubicBezTo>
                  <a:cubicBezTo>
                    <a:pt x="144259" y="11350"/>
                    <a:pt x="144222" y="11214"/>
                    <a:pt x="144149" y="11088"/>
                  </a:cubicBezTo>
                  <a:cubicBezTo>
                    <a:pt x="144076" y="10962"/>
                    <a:pt x="143977" y="10860"/>
                    <a:pt x="143851" y="10780"/>
                  </a:cubicBezTo>
                  <a:cubicBezTo>
                    <a:pt x="143725" y="10701"/>
                    <a:pt x="143572" y="10654"/>
                    <a:pt x="143393" y="10641"/>
                  </a:cubicBezTo>
                  <a:cubicBezTo>
                    <a:pt x="143214" y="10628"/>
                    <a:pt x="143019" y="10661"/>
                    <a:pt x="142807" y="10740"/>
                  </a:cubicBezTo>
                  <a:close/>
                  <a:moveTo>
                    <a:pt x="139147" y="6743"/>
                  </a:moveTo>
                  <a:cubicBezTo>
                    <a:pt x="139372" y="6636"/>
                    <a:pt x="139657" y="6527"/>
                    <a:pt x="140002" y="6414"/>
                  </a:cubicBezTo>
                  <a:cubicBezTo>
                    <a:pt x="140347" y="6302"/>
                    <a:pt x="140672" y="6245"/>
                    <a:pt x="140977" y="6245"/>
                  </a:cubicBezTo>
                  <a:cubicBezTo>
                    <a:pt x="141255" y="6245"/>
                    <a:pt x="141494" y="6318"/>
                    <a:pt x="141693" y="6464"/>
                  </a:cubicBezTo>
                  <a:cubicBezTo>
                    <a:pt x="141892" y="6610"/>
                    <a:pt x="141978" y="6875"/>
                    <a:pt x="141951" y="7260"/>
                  </a:cubicBezTo>
                  <a:cubicBezTo>
                    <a:pt x="141872" y="7419"/>
                    <a:pt x="141716" y="7565"/>
                    <a:pt x="141484" y="7697"/>
                  </a:cubicBezTo>
                  <a:cubicBezTo>
                    <a:pt x="141252" y="7830"/>
                    <a:pt x="141000" y="7946"/>
                    <a:pt x="140728" y="8045"/>
                  </a:cubicBezTo>
                  <a:cubicBezTo>
                    <a:pt x="140456" y="8145"/>
                    <a:pt x="140188" y="8231"/>
                    <a:pt x="139923" y="8304"/>
                  </a:cubicBezTo>
                  <a:cubicBezTo>
                    <a:pt x="139657" y="8377"/>
                    <a:pt x="139459" y="8433"/>
                    <a:pt x="139326" y="8473"/>
                  </a:cubicBezTo>
                  <a:cubicBezTo>
                    <a:pt x="138955" y="8579"/>
                    <a:pt x="138670" y="8662"/>
                    <a:pt x="138471" y="8722"/>
                  </a:cubicBezTo>
                  <a:cubicBezTo>
                    <a:pt x="138272" y="8781"/>
                    <a:pt x="138123" y="8824"/>
                    <a:pt x="138023" y="8851"/>
                  </a:cubicBezTo>
                  <a:cubicBezTo>
                    <a:pt x="137924" y="8877"/>
                    <a:pt x="137864" y="8894"/>
                    <a:pt x="137844" y="8901"/>
                  </a:cubicBezTo>
                  <a:lnTo>
                    <a:pt x="137814" y="8910"/>
                  </a:lnTo>
                  <a:cubicBezTo>
                    <a:pt x="137841" y="8446"/>
                    <a:pt x="137960" y="8025"/>
                    <a:pt x="138172" y="7648"/>
                  </a:cubicBezTo>
                  <a:cubicBezTo>
                    <a:pt x="138385" y="7270"/>
                    <a:pt x="138709" y="6968"/>
                    <a:pt x="139147" y="6743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141" name="post-episode-evaluation-flow"/>
          <p:cNvGrpSpPr/>
          <p:nvPr/>
        </p:nvGrpSpPr>
        <p:grpSpPr>
          <a:xfrm>
            <a:off x="2265804" y="1999085"/>
            <a:ext cx="3234246" cy="345790"/>
            <a:chOff x="2265804" y="1999085"/>
            <a:chExt cx="3234246" cy="345790"/>
          </a:xfrm>
        </p:grpSpPr>
        <p:sp>
          <p:nvSpPr>
            <p:cNvPr id="142" name="evaluation-heading" descr="State-grounded evaluation"/>
            <p:cNvSpPr/>
            <p:nvPr/>
          </p:nvSpPr>
          <p:spPr>
            <a:xfrm>
              <a:off x="2265804" y="1999085"/>
              <a:ext cx="1393964" cy="113738"/>
            </a:xfrm>
            <a:custGeom>
              <a:avLst/>
              <a:gdLst/>
              <a:ahLst/>
              <a:cxnLst/>
              <a:rect l="0" t="0" r="r" b="b"/>
              <a:pathLst>
                <a:path w="251165" h="20493">
                  <a:moveTo>
                    <a:pt x="162" y="13018"/>
                  </a:moveTo>
                  <a:lnTo>
                    <a:pt x="186" y="13041"/>
                  </a:lnTo>
                  <a:cubicBezTo>
                    <a:pt x="464" y="13366"/>
                    <a:pt x="804" y="13667"/>
                    <a:pt x="1207" y="13946"/>
                  </a:cubicBezTo>
                  <a:cubicBezTo>
                    <a:pt x="1609" y="14224"/>
                    <a:pt x="2050" y="14464"/>
                    <a:pt x="2529" y="14665"/>
                  </a:cubicBezTo>
                  <a:cubicBezTo>
                    <a:pt x="3009" y="14866"/>
                    <a:pt x="3515" y="15021"/>
                    <a:pt x="4049" y="15129"/>
                  </a:cubicBezTo>
                  <a:cubicBezTo>
                    <a:pt x="4583" y="15238"/>
                    <a:pt x="5113" y="15284"/>
                    <a:pt x="5639" y="15269"/>
                  </a:cubicBezTo>
                  <a:cubicBezTo>
                    <a:pt x="6242" y="15253"/>
                    <a:pt x="6822" y="15156"/>
                    <a:pt x="7379" y="14978"/>
                  </a:cubicBezTo>
                  <a:cubicBezTo>
                    <a:pt x="7936" y="14801"/>
                    <a:pt x="8431" y="14541"/>
                    <a:pt x="8864" y="14201"/>
                  </a:cubicBezTo>
                  <a:cubicBezTo>
                    <a:pt x="9297" y="13861"/>
                    <a:pt x="9641" y="13431"/>
                    <a:pt x="9897" y="12913"/>
                  </a:cubicBezTo>
                  <a:cubicBezTo>
                    <a:pt x="10152" y="12395"/>
                    <a:pt x="10280" y="11788"/>
                    <a:pt x="10280" y="11092"/>
                  </a:cubicBezTo>
                  <a:cubicBezTo>
                    <a:pt x="10280" y="10411"/>
                    <a:pt x="10125" y="9788"/>
                    <a:pt x="9815" y="9224"/>
                  </a:cubicBezTo>
                  <a:cubicBezTo>
                    <a:pt x="9506" y="8659"/>
                    <a:pt x="9057" y="8214"/>
                    <a:pt x="8470" y="7890"/>
                  </a:cubicBezTo>
                  <a:cubicBezTo>
                    <a:pt x="7804" y="7518"/>
                    <a:pt x="7197" y="7259"/>
                    <a:pt x="6648" y="7112"/>
                  </a:cubicBezTo>
                  <a:cubicBezTo>
                    <a:pt x="6099" y="6965"/>
                    <a:pt x="5507" y="6822"/>
                    <a:pt x="4873" y="6683"/>
                  </a:cubicBezTo>
                  <a:cubicBezTo>
                    <a:pt x="4888" y="6683"/>
                    <a:pt x="4772" y="6656"/>
                    <a:pt x="4525" y="6602"/>
                  </a:cubicBezTo>
                  <a:cubicBezTo>
                    <a:pt x="4277" y="6548"/>
                    <a:pt x="4007" y="6455"/>
                    <a:pt x="3713" y="6323"/>
                  </a:cubicBezTo>
                  <a:cubicBezTo>
                    <a:pt x="3419" y="6192"/>
                    <a:pt x="3148" y="6018"/>
                    <a:pt x="2901" y="5801"/>
                  </a:cubicBezTo>
                  <a:cubicBezTo>
                    <a:pt x="2653" y="5585"/>
                    <a:pt x="2545" y="5322"/>
                    <a:pt x="2576" y="5012"/>
                  </a:cubicBezTo>
                  <a:cubicBezTo>
                    <a:pt x="2607" y="4641"/>
                    <a:pt x="2723" y="4335"/>
                    <a:pt x="2924" y="4096"/>
                  </a:cubicBezTo>
                  <a:cubicBezTo>
                    <a:pt x="3125" y="3856"/>
                    <a:pt x="3369" y="3659"/>
                    <a:pt x="3655" y="3504"/>
                  </a:cubicBezTo>
                  <a:cubicBezTo>
                    <a:pt x="3941" y="3349"/>
                    <a:pt x="4258" y="3241"/>
                    <a:pt x="4606" y="3179"/>
                  </a:cubicBezTo>
                  <a:cubicBezTo>
                    <a:pt x="4954" y="3117"/>
                    <a:pt x="5291" y="3086"/>
                    <a:pt x="5615" y="3086"/>
                  </a:cubicBezTo>
                  <a:cubicBezTo>
                    <a:pt x="6049" y="3086"/>
                    <a:pt x="6466" y="3136"/>
                    <a:pt x="6869" y="3237"/>
                  </a:cubicBezTo>
                  <a:cubicBezTo>
                    <a:pt x="7271" y="3338"/>
                    <a:pt x="7673" y="3450"/>
                    <a:pt x="8075" y="3573"/>
                  </a:cubicBezTo>
                  <a:cubicBezTo>
                    <a:pt x="8276" y="3651"/>
                    <a:pt x="8462" y="3666"/>
                    <a:pt x="8632" y="3620"/>
                  </a:cubicBezTo>
                  <a:cubicBezTo>
                    <a:pt x="8802" y="3573"/>
                    <a:pt x="8945" y="3500"/>
                    <a:pt x="9061" y="3399"/>
                  </a:cubicBezTo>
                  <a:cubicBezTo>
                    <a:pt x="9177" y="3299"/>
                    <a:pt x="9266" y="3175"/>
                    <a:pt x="9328" y="3028"/>
                  </a:cubicBezTo>
                  <a:cubicBezTo>
                    <a:pt x="9390" y="2881"/>
                    <a:pt x="9421" y="2746"/>
                    <a:pt x="9421" y="2622"/>
                  </a:cubicBezTo>
                  <a:cubicBezTo>
                    <a:pt x="9421" y="2452"/>
                    <a:pt x="9371" y="2282"/>
                    <a:pt x="9270" y="2112"/>
                  </a:cubicBezTo>
                  <a:cubicBezTo>
                    <a:pt x="9170" y="1941"/>
                    <a:pt x="9011" y="1794"/>
                    <a:pt x="8794" y="1671"/>
                  </a:cubicBezTo>
                  <a:cubicBezTo>
                    <a:pt x="8392" y="1454"/>
                    <a:pt x="7975" y="1292"/>
                    <a:pt x="7541" y="1183"/>
                  </a:cubicBezTo>
                  <a:cubicBezTo>
                    <a:pt x="7108" y="1075"/>
                    <a:pt x="6621" y="1021"/>
                    <a:pt x="6080" y="1021"/>
                  </a:cubicBezTo>
                  <a:cubicBezTo>
                    <a:pt x="5430" y="1021"/>
                    <a:pt x="4772" y="1098"/>
                    <a:pt x="4107" y="1253"/>
                  </a:cubicBezTo>
                  <a:cubicBezTo>
                    <a:pt x="3442" y="1408"/>
                    <a:pt x="2831" y="1648"/>
                    <a:pt x="2274" y="1972"/>
                  </a:cubicBezTo>
                  <a:cubicBezTo>
                    <a:pt x="1717" y="2297"/>
                    <a:pt x="1257" y="2719"/>
                    <a:pt x="893" y="3237"/>
                  </a:cubicBezTo>
                  <a:cubicBezTo>
                    <a:pt x="530" y="3755"/>
                    <a:pt x="340" y="4378"/>
                    <a:pt x="325" y="5105"/>
                  </a:cubicBezTo>
                  <a:cubicBezTo>
                    <a:pt x="309" y="5677"/>
                    <a:pt x="418" y="6169"/>
                    <a:pt x="650" y="6578"/>
                  </a:cubicBezTo>
                  <a:cubicBezTo>
                    <a:pt x="882" y="6988"/>
                    <a:pt x="1191" y="7333"/>
                    <a:pt x="1578" y="7611"/>
                  </a:cubicBezTo>
                  <a:cubicBezTo>
                    <a:pt x="1965" y="7890"/>
                    <a:pt x="2409" y="8114"/>
                    <a:pt x="2912" y="8284"/>
                  </a:cubicBezTo>
                  <a:cubicBezTo>
                    <a:pt x="3415" y="8454"/>
                    <a:pt x="3929" y="8586"/>
                    <a:pt x="4455" y="8678"/>
                  </a:cubicBezTo>
                  <a:cubicBezTo>
                    <a:pt x="4780" y="8725"/>
                    <a:pt x="5151" y="8794"/>
                    <a:pt x="5569" y="8887"/>
                  </a:cubicBezTo>
                  <a:cubicBezTo>
                    <a:pt x="5987" y="8980"/>
                    <a:pt x="6377" y="9119"/>
                    <a:pt x="6741" y="9305"/>
                  </a:cubicBezTo>
                  <a:cubicBezTo>
                    <a:pt x="7104" y="9491"/>
                    <a:pt x="7406" y="9750"/>
                    <a:pt x="7646" y="10082"/>
                  </a:cubicBezTo>
                  <a:cubicBezTo>
                    <a:pt x="7886" y="10415"/>
                    <a:pt x="7998" y="10844"/>
                    <a:pt x="7982" y="11370"/>
                  </a:cubicBezTo>
                  <a:cubicBezTo>
                    <a:pt x="7951" y="11912"/>
                    <a:pt x="7754" y="12356"/>
                    <a:pt x="7391" y="12704"/>
                  </a:cubicBezTo>
                  <a:cubicBezTo>
                    <a:pt x="7027" y="13052"/>
                    <a:pt x="6428" y="13227"/>
                    <a:pt x="5592" y="13227"/>
                  </a:cubicBezTo>
                  <a:cubicBezTo>
                    <a:pt x="4850" y="13227"/>
                    <a:pt x="4208" y="13107"/>
                    <a:pt x="3666" y="12867"/>
                  </a:cubicBezTo>
                  <a:cubicBezTo>
                    <a:pt x="3125" y="12627"/>
                    <a:pt x="2568" y="12260"/>
                    <a:pt x="1996" y="11765"/>
                  </a:cubicBezTo>
                  <a:cubicBezTo>
                    <a:pt x="1841" y="11656"/>
                    <a:pt x="1690" y="11571"/>
                    <a:pt x="1543" y="11509"/>
                  </a:cubicBezTo>
                  <a:cubicBezTo>
                    <a:pt x="1396" y="11448"/>
                    <a:pt x="1238" y="11417"/>
                    <a:pt x="1067" y="11417"/>
                  </a:cubicBezTo>
                  <a:cubicBezTo>
                    <a:pt x="758" y="11417"/>
                    <a:pt x="503" y="11506"/>
                    <a:pt x="302" y="11683"/>
                  </a:cubicBezTo>
                  <a:cubicBezTo>
                    <a:pt x="101" y="11861"/>
                    <a:pt x="0" y="12090"/>
                    <a:pt x="0" y="12368"/>
                  </a:cubicBezTo>
                  <a:cubicBezTo>
                    <a:pt x="0" y="12569"/>
                    <a:pt x="54" y="12786"/>
                    <a:pt x="162" y="13018"/>
                  </a:cubicBezTo>
                  <a:close/>
                  <a:moveTo>
                    <a:pt x="13760" y="6776"/>
                  </a:moveTo>
                  <a:lnTo>
                    <a:pt x="14920" y="6776"/>
                  </a:lnTo>
                  <a:lnTo>
                    <a:pt x="14920" y="10326"/>
                  </a:lnTo>
                  <a:cubicBezTo>
                    <a:pt x="14920" y="10945"/>
                    <a:pt x="14924" y="11567"/>
                    <a:pt x="14932" y="12194"/>
                  </a:cubicBezTo>
                  <a:cubicBezTo>
                    <a:pt x="14940" y="12820"/>
                    <a:pt x="14944" y="13428"/>
                    <a:pt x="14944" y="14015"/>
                  </a:cubicBezTo>
                  <a:cubicBezTo>
                    <a:pt x="14990" y="14371"/>
                    <a:pt x="15125" y="14634"/>
                    <a:pt x="15350" y="14804"/>
                  </a:cubicBezTo>
                  <a:cubicBezTo>
                    <a:pt x="15574" y="14975"/>
                    <a:pt x="15818" y="15060"/>
                    <a:pt x="16081" y="15060"/>
                  </a:cubicBezTo>
                  <a:cubicBezTo>
                    <a:pt x="16344" y="15060"/>
                    <a:pt x="16599" y="14967"/>
                    <a:pt x="16846" y="14781"/>
                  </a:cubicBezTo>
                  <a:cubicBezTo>
                    <a:pt x="17094" y="14596"/>
                    <a:pt x="17218" y="14309"/>
                    <a:pt x="17218" y="13923"/>
                  </a:cubicBezTo>
                  <a:cubicBezTo>
                    <a:pt x="17218" y="13443"/>
                    <a:pt x="17214" y="12964"/>
                    <a:pt x="17206" y="12484"/>
                  </a:cubicBezTo>
                  <a:cubicBezTo>
                    <a:pt x="17198" y="12004"/>
                    <a:pt x="17194" y="11525"/>
                    <a:pt x="17194" y="11045"/>
                  </a:cubicBezTo>
                  <a:lnTo>
                    <a:pt x="17194" y="6776"/>
                  </a:lnTo>
                  <a:lnTo>
                    <a:pt x="19167" y="6776"/>
                  </a:lnTo>
                  <a:cubicBezTo>
                    <a:pt x="19878" y="6590"/>
                    <a:pt x="20234" y="6250"/>
                    <a:pt x="20234" y="5755"/>
                  </a:cubicBezTo>
                  <a:cubicBezTo>
                    <a:pt x="20234" y="5538"/>
                    <a:pt x="20153" y="5337"/>
                    <a:pt x="19991" y="5151"/>
                  </a:cubicBezTo>
                  <a:cubicBezTo>
                    <a:pt x="19828" y="4966"/>
                    <a:pt x="19577" y="4827"/>
                    <a:pt x="19236" y="4734"/>
                  </a:cubicBezTo>
                  <a:lnTo>
                    <a:pt x="17194" y="4734"/>
                  </a:lnTo>
                  <a:lnTo>
                    <a:pt x="17194" y="1114"/>
                  </a:lnTo>
                  <a:cubicBezTo>
                    <a:pt x="17117" y="804"/>
                    <a:pt x="16970" y="576"/>
                    <a:pt x="16754" y="429"/>
                  </a:cubicBezTo>
                  <a:cubicBezTo>
                    <a:pt x="16537" y="282"/>
                    <a:pt x="16305" y="209"/>
                    <a:pt x="16057" y="209"/>
                  </a:cubicBezTo>
                  <a:cubicBezTo>
                    <a:pt x="15794" y="209"/>
                    <a:pt x="15559" y="290"/>
                    <a:pt x="15350" y="452"/>
                  </a:cubicBezTo>
                  <a:cubicBezTo>
                    <a:pt x="15141" y="615"/>
                    <a:pt x="14998" y="859"/>
                    <a:pt x="14920" y="1183"/>
                  </a:cubicBezTo>
                  <a:lnTo>
                    <a:pt x="14920" y="4734"/>
                  </a:lnTo>
                  <a:lnTo>
                    <a:pt x="13853" y="4734"/>
                  </a:lnTo>
                  <a:cubicBezTo>
                    <a:pt x="13435" y="4734"/>
                    <a:pt x="13122" y="4842"/>
                    <a:pt x="12913" y="5059"/>
                  </a:cubicBezTo>
                  <a:cubicBezTo>
                    <a:pt x="12704" y="5275"/>
                    <a:pt x="12600" y="5507"/>
                    <a:pt x="12600" y="5755"/>
                  </a:cubicBezTo>
                  <a:cubicBezTo>
                    <a:pt x="12600" y="6002"/>
                    <a:pt x="12697" y="6219"/>
                    <a:pt x="12890" y="6404"/>
                  </a:cubicBezTo>
                  <a:cubicBezTo>
                    <a:pt x="13083" y="6590"/>
                    <a:pt x="13373" y="6714"/>
                    <a:pt x="13760" y="6776"/>
                  </a:cubicBezTo>
                  <a:close/>
                  <a:moveTo>
                    <a:pt x="31187" y="13714"/>
                  </a:moveTo>
                  <a:cubicBezTo>
                    <a:pt x="31218" y="13683"/>
                    <a:pt x="31198" y="13613"/>
                    <a:pt x="31129" y="13505"/>
                  </a:cubicBezTo>
                  <a:cubicBezTo>
                    <a:pt x="31059" y="13397"/>
                    <a:pt x="30970" y="13257"/>
                    <a:pt x="30862" y="13087"/>
                  </a:cubicBezTo>
                  <a:lnTo>
                    <a:pt x="30885" y="13087"/>
                  </a:lnTo>
                  <a:cubicBezTo>
                    <a:pt x="30761" y="12902"/>
                    <a:pt x="30641" y="12693"/>
                    <a:pt x="30525" y="12461"/>
                  </a:cubicBezTo>
                  <a:cubicBezTo>
                    <a:pt x="30409" y="12229"/>
                    <a:pt x="30336" y="12028"/>
                    <a:pt x="30305" y="11857"/>
                  </a:cubicBezTo>
                  <a:cubicBezTo>
                    <a:pt x="30228" y="11301"/>
                    <a:pt x="30173" y="10732"/>
                    <a:pt x="30143" y="10152"/>
                  </a:cubicBezTo>
                  <a:cubicBezTo>
                    <a:pt x="30112" y="9572"/>
                    <a:pt x="30096" y="9011"/>
                    <a:pt x="30096" y="8470"/>
                  </a:cubicBezTo>
                  <a:lnTo>
                    <a:pt x="30096" y="8075"/>
                  </a:lnTo>
                  <a:cubicBezTo>
                    <a:pt x="30096" y="7936"/>
                    <a:pt x="30100" y="7762"/>
                    <a:pt x="30108" y="7553"/>
                  </a:cubicBezTo>
                  <a:cubicBezTo>
                    <a:pt x="30115" y="7344"/>
                    <a:pt x="30119" y="7085"/>
                    <a:pt x="30119" y="6776"/>
                  </a:cubicBezTo>
                  <a:lnTo>
                    <a:pt x="30119" y="5615"/>
                  </a:lnTo>
                  <a:cubicBezTo>
                    <a:pt x="29949" y="5167"/>
                    <a:pt x="29675" y="4885"/>
                    <a:pt x="29296" y="4769"/>
                  </a:cubicBezTo>
                  <a:cubicBezTo>
                    <a:pt x="28917" y="4652"/>
                    <a:pt x="28487" y="4594"/>
                    <a:pt x="28008" y="4594"/>
                  </a:cubicBezTo>
                  <a:cubicBezTo>
                    <a:pt x="27760" y="4594"/>
                    <a:pt x="27505" y="4614"/>
                    <a:pt x="27242" y="4652"/>
                  </a:cubicBezTo>
                  <a:cubicBezTo>
                    <a:pt x="26979" y="4691"/>
                    <a:pt x="26724" y="4745"/>
                    <a:pt x="26476" y="4815"/>
                  </a:cubicBezTo>
                  <a:cubicBezTo>
                    <a:pt x="26229" y="4885"/>
                    <a:pt x="26008" y="4958"/>
                    <a:pt x="25815" y="5035"/>
                  </a:cubicBezTo>
                  <a:cubicBezTo>
                    <a:pt x="25622" y="5113"/>
                    <a:pt x="25471" y="5182"/>
                    <a:pt x="25362" y="5244"/>
                  </a:cubicBezTo>
                  <a:cubicBezTo>
                    <a:pt x="24852" y="5569"/>
                    <a:pt x="24376" y="5940"/>
                    <a:pt x="23935" y="6358"/>
                  </a:cubicBezTo>
                  <a:cubicBezTo>
                    <a:pt x="23494" y="6776"/>
                    <a:pt x="23104" y="7236"/>
                    <a:pt x="22764" y="7739"/>
                  </a:cubicBezTo>
                  <a:cubicBezTo>
                    <a:pt x="22423" y="8241"/>
                    <a:pt x="22156" y="8783"/>
                    <a:pt x="21963" y="9363"/>
                  </a:cubicBezTo>
                  <a:cubicBezTo>
                    <a:pt x="21770" y="9943"/>
                    <a:pt x="21673" y="10558"/>
                    <a:pt x="21673" y="11208"/>
                  </a:cubicBezTo>
                  <a:cubicBezTo>
                    <a:pt x="21673" y="11842"/>
                    <a:pt x="21797" y="12445"/>
                    <a:pt x="22044" y="13018"/>
                  </a:cubicBezTo>
                  <a:cubicBezTo>
                    <a:pt x="22292" y="13590"/>
                    <a:pt x="22709" y="14085"/>
                    <a:pt x="23297" y="14503"/>
                  </a:cubicBezTo>
                  <a:cubicBezTo>
                    <a:pt x="23699" y="14766"/>
                    <a:pt x="24098" y="14940"/>
                    <a:pt x="24492" y="15025"/>
                  </a:cubicBezTo>
                  <a:cubicBezTo>
                    <a:pt x="24887" y="15110"/>
                    <a:pt x="25293" y="15152"/>
                    <a:pt x="25710" y="15152"/>
                  </a:cubicBezTo>
                  <a:cubicBezTo>
                    <a:pt x="26283" y="15152"/>
                    <a:pt x="26813" y="15094"/>
                    <a:pt x="27300" y="14978"/>
                  </a:cubicBezTo>
                  <a:cubicBezTo>
                    <a:pt x="27787" y="14862"/>
                    <a:pt x="28309" y="14596"/>
                    <a:pt x="28866" y="14178"/>
                  </a:cubicBezTo>
                  <a:cubicBezTo>
                    <a:pt x="28944" y="14302"/>
                    <a:pt x="29040" y="14429"/>
                    <a:pt x="29156" y="14561"/>
                  </a:cubicBezTo>
                  <a:cubicBezTo>
                    <a:pt x="29272" y="14692"/>
                    <a:pt x="29392" y="14820"/>
                    <a:pt x="29516" y="14944"/>
                  </a:cubicBezTo>
                  <a:cubicBezTo>
                    <a:pt x="29794" y="15083"/>
                    <a:pt x="30057" y="15141"/>
                    <a:pt x="30305" y="15118"/>
                  </a:cubicBezTo>
                  <a:cubicBezTo>
                    <a:pt x="30552" y="15094"/>
                    <a:pt x="30757" y="15017"/>
                    <a:pt x="30920" y="14886"/>
                  </a:cubicBezTo>
                  <a:cubicBezTo>
                    <a:pt x="31082" y="14754"/>
                    <a:pt x="31191" y="14584"/>
                    <a:pt x="31245" y="14375"/>
                  </a:cubicBezTo>
                  <a:cubicBezTo>
                    <a:pt x="31299" y="14166"/>
                    <a:pt x="31280" y="13946"/>
                    <a:pt x="31187" y="13714"/>
                  </a:cubicBezTo>
                  <a:close/>
                  <a:moveTo>
                    <a:pt x="28054" y="12066"/>
                  </a:moveTo>
                  <a:cubicBezTo>
                    <a:pt x="27528" y="12499"/>
                    <a:pt x="27095" y="12817"/>
                    <a:pt x="26755" y="13018"/>
                  </a:cubicBezTo>
                  <a:cubicBezTo>
                    <a:pt x="26476" y="13110"/>
                    <a:pt x="26186" y="13157"/>
                    <a:pt x="25885" y="13157"/>
                  </a:cubicBezTo>
                  <a:cubicBezTo>
                    <a:pt x="25583" y="13157"/>
                    <a:pt x="25301" y="13099"/>
                    <a:pt x="25038" y="12983"/>
                  </a:cubicBezTo>
                  <a:cubicBezTo>
                    <a:pt x="24775" y="12867"/>
                    <a:pt x="24546" y="12697"/>
                    <a:pt x="24353" y="12472"/>
                  </a:cubicBezTo>
                  <a:cubicBezTo>
                    <a:pt x="24160" y="12248"/>
                    <a:pt x="24040" y="11966"/>
                    <a:pt x="23993" y="11625"/>
                  </a:cubicBezTo>
                  <a:cubicBezTo>
                    <a:pt x="23916" y="11192"/>
                    <a:pt x="23928" y="10748"/>
                    <a:pt x="24028" y="10291"/>
                  </a:cubicBezTo>
                  <a:cubicBezTo>
                    <a:pt x="24129" y="9835"/>
                    <a:pt x="24287" y="9398"/>
                    <a:pt x="24504" y="8980"/>
                  </a:cubicBezTo>
                  <a:cubicBezTo>
                    <a:pt x="24720" y="8562"/>
                    <a:pt x="24995" y="8183"/>
                    <a:pt x="25328" y="7843"/>
                  </a:cubicBezTo>
                  <a:cubicBezTo>
                    <a:pt x="25660" y="7503"/>
                    <a:pt x="26035" y="7240"/>
                    <a:pt x="26453" y="7054"/>
                  </a:cubicBezTo>
                  <a:cubicBezTo>
                    <a:pt x="26561" y="7008"/>
                    <a:pt x="26751" y="6930"/>
                    <a:pt x="27022" y="6822"/>
                  </a:cubicBezTo>
                  <a:cubicBezTo>
                    <a:pt x="27292" y="6714"/>
                    <a:pt x="27559" y="6644"/>
                    <a:pt x="27822" y="6613"/>
                  </a:cubicBezTo>
                  <a:cubicBezTo>
                    <a:pt x="27822" y="6923"/>
                    <a:pt x="27814" y="7240"/>
                    <a:pt x="27799" y="7565"/>
                  </a:cubicBezTo>
                  <a:cubicBezTo>
                    <a:pt x="27783" y="7890"/>
                    <a:pt x="27776" y="8253"/>
                    <a:pt x="27776" y="8655"/>
                  </a:cubicBezTo>
                  <a:cubicBezTo>
                    <a:pt x="27776" y="9228"/>
                    <a:pt x="27791" y="9804"/>
                    <a:pt x="27822" y="10384"/>
                  </a:cubicBezTo>
                  <a:cubicBezTo>
                    <a:pt x="27853" y="10964"/>
                    <a:pt x="27930" y="11525"/>
                    <a:pt x="28054" y="12066"/>
                  </a:cubicBezTo>
                  <a:close/>
                  <a:moveTo>
                    <a:pt x="34621" y="6776"/>
                  </a:moveTo>
                  <a:lnTo>
                    <a:pt x="35781" y="6776"/>
                  </a:lnTo>
                  <a:lnTo>
                    <a:pt x="35781" y="10326"/>
                  </a:lnTo>
                  <a:cubicBezTo>
                    <a:pt x="35781" y="10945"/>
                    <a:pt x="35785" y="11567"/>
                    <a:pt x="35793" y="12194"/>
                  </a:cubicBezTo>
                  <a:cubicBezTo>
                    <a:pt x="35801" y="12820"/>
                    <a:pt x="35804" y="13428"/>
                    <a:pt x="35804" y="14015"/>
                  </a:cubicBezTo>
                  <a:cubicBezTo>
                    <a:pt x="35851" y="14371"/>
                    <a:pt x="35986" y="14634"/>
                    <a:pt x="36210" y="14804"/>
                  </a:cubicBezTo>
                  <a:cubicBezTo>
                    <a:pt x="36435" y="14975"/>
                    <a:pt x="36678" y="15060"/>
                    <a:pt x="36941" y="15060"/>
                  </a:cubicBezTo>
                  <a:cubicBezTo>
                    <a:pt x="37204" y="15060"/>
                    <a:pt x="37460" y="14967"/>
                    <a:pt x="37707" y="14781"/>
                  </a:cubicBezTo>
                  <a:cubicBezTo>
                    <a:pt x="37955" y="14596"/>
                    <a:pt x="38078" y="14309"/>
                    <a:pt x="38078" y="13923"/>
                  </a:cubicBezTo>
                  <a:cubicBezTo>
                    <a:pt x="38078" y="13443"/>
                    <a:pt x="38075" y="12964"/>
                    <a:pt x="38067" y="12484"/>
                  </a:cubicBezTo>
                  <a:cubicBezTo>
                    <a:pt x="38059" y="12004"/>
                    <a:pt x="38055" y="11525"/>
                    <a:pt x="38055" y="11045"/>
                  </a:cubicBezTo>
                  <a:lnTo>
                    <a:pt x="38055" y="6776"/>
                  </a:lnTo>
                  <a:lnTo>
                    <a:pt x="40028" y="6776"/>
                  </a:lnTo>
                  <a:cubicBezTo>
                    <a:pt x="40739" y="6590"/>
                    <a:pt x="41095" y="6250"/>
                    <a:pt x="41095" y="5755"/>
                  </a:cubicBezTo>
                  <a:cubicBezTo>
                    <a:pt x="41095" y="5538"/>
                    <a:pt x="41014" y="5337"/>
                    <a:pt x="40851" y="5151"/>
                  </a:cubicBezTo>
                  <a:cubicBezTo>
                    <a:pt x="40689" y="4966"/>
                    <a:pt x="40438" y="4827"/>
                    <a:pt x="40097" y="4734"/>
                  </a:cubicBezTo>
                  <a:lnTo>
                    <a:pt x="38055" y="4734"/>
                  </a:lnTo>
                  <a:lnTo>
                    <a:pt x="38055" y="1114"/>
                  </a:lnTo>
                  <a:cubicBezTo>
                    <a:pt x="37978" y="804"/>
                    <a:pt x="37831" y="576"/>
                    <a:pt x="37614" y="429"/>
                  </a:cubicBezTo>
                  <a:cubicBezTo>
                    <a:pt x="37398" y="282"/>
                    <a:pt x="37166" y="209"/>
                    <a:pt x="36918" y="209"/>
                  </a:cubicBezTo>
                  <a:cubicBezTo>
                    <a:pt x="36655" y="209"/>
                    <a:pt x="36419" y="290"/>
                    <a:pt x="36210" y="452"/>
                  </a:cubicBezTo>
                  <a:cubicBezTo>
                    <a:pt x="36002" y="615"/>
                    <a:pt x="35859" y="859"/>
                    <a:pt x="35781" y="1183"/>
                  </a:cubicBezTo>
                  <a:lnTo>
                    <a:pt x="35781" y="4734"/>
                  </a:lnTo>
                  <a:lnTo>
                    <a:pt x="34714" y="4734"/>
                  </a:lnTo>
                  <a:cubicBezTo>
                    <a:pt x="34296" y="4734"/>
                    <a:pt x="33983" y="4842"/>
                    <a:pt x="33774" y="5059"/>
                  </a:cubicBezTo>
                  <a:cubicBezTo>
                    <a:pt x="33565" y="5275"/>
                    <a:pt x="33461" y="5507"/>
                    <a:pt x="33461" y="5755"/>
                  </a:cubicBezTo>
                  <a:cubicBezTo>
                    <a:pt x="33461" y="6002"/>
                    <a:pt x="33557" y="6219"/>
                    <a:pt x="33751" y="6404"/>
                  </a:cubicBezTo>
                  <a:cubicBezTo>
                    <a:pt x="33944" y="6590"/>
                    <a:pt x="34234" y="6714"/>
                    <a:pt x="34621" y="6776"/>
                  </a:cubicBezTo>
                  <a:close/>
                  <a:moveTo>
                    <a:pt x="50493" y="11950"/>
                  </a:moveTo>
                  <a:cubicBezTo>
                    <a:pt x="50044" y="12229"/>
                    <a:pt x="49553" y="12496"/>
                    <a:pt x="49019" y="12751"/>
                  </a:cubicBezTo>
                  <a:cubicBezTo>
                    <a:pt x="48486" y="13006"/>
                    <a:pt x="47971" y="13149"/>
                    <a:pt x="47476" y="13180"/>
                  </a:cubicBezTo>
                  <a:cubicBezTo>
                    <a:pt x="46888" y="13227"/>
                    <a:pt x="46393" y="13118"/>
                    <a:pt x="45991" y="12855"/>
                  </a:cubicBezTo>
                  <a:cubicBezTo>
                    <a:pt x="45589" y="12592"/>
                    <a:pt x="45280" y="12236"/>
                    <a:pt x="45063" y="11788"/>
                  </a:cubicBezTo>
                  <a:cubicBezTo>
                    <a:pt x="45094" y="11788"/>
                    <a:pt x="45175" y="11772"/>
                    <a:pt x="45307" y="11741"/>
                  </a:cubicBezTo>
                  <a:cubicBezTo>
                    <a:pt x="45438" y="11710"/>
                    <a:pt x="45744" y="11633"/>
                    <a:pt x="46223" y="11509"/>
                  </a:cubicBezTo>
                  <a:cubicBezTo>
                    <a:pt x="46672" y="11401"/>
                    <a:pt x="47151" y="11277"/>
                    <a:pt x="47662" y="11138"/>
                  </a:cubicBezTo>
                  <a:cubicBezTo>
                    <a:pt x="48172" y="10999"/>
                    <a:pt x="48667" y="10829"/>
                    <a:pt x="49147" y="10628"/>
                  </a:cubicBezTo>
                  <a:cubicBezTo>
                    <a:pt x="49627" y="10427"/>
                    <a:pt x="50067" y="10191"/>
                    <a:pt x="50470" y="9920"/>
                  </a:cubicBezTo>
                  <a:cubicBezTo>
                    <a:pt x="50872" y="9649"/>
                    <a:pt x="51189" y="9328"/>
                    <a:pt x="51421" y="8957"/>
                  </a:cubicBezTo>
                  <a:cubicBezTo>
                    <a:pt x="51545" y="8771"/>
                    <a:pt x="51630" y="8578"/>
                    <a:pt x="51676" y="8377"/>
                  </a:cubicBezTo>
                  <a:cubicBezTo>
                    <a:pt x="51723" y="8176"/>
                    <a:pt x="51746" y="7967"/>
                    <a:pt x="51746" y="7750"/>
                  </a:cubicBezTo>
                  <a:cubicBezTo>
                    <a:pt x="51746" y="7425"/>
                    <a:pt x="51684" y="7101"/>
                    <a:pt x="51560" y="6776"/>
                  </a:cubicBezTo>
                  <a:cubicBezTo>
                    <a:pt x="51436" y="6451"/>
                    <a:pt x="51266" y="6153"/>
                    <a:pt x="51050" y="5882"/>
                  </a:cubicBezTo>
                  <a:cubicBezTo>
                    <a:pt x="50833" y="5612"/>
                    <a:pt x="50578" y="5380"/>
                    <a:pt x="50284" y="5186"/>
                  </a:cubicBezTo>
                  <a:cubicBezTo>
                    <a:pt x="49990" y="4993"/>
                    <a:pt x="49673" y="4857"/>
                    <a:pt x="49333" y="4780"/>
                  </a:cubicBezTo>
                  <a:cubicBezTo>
                    <a:pt x="48977" y="4703"/>
                    <a:pt x="48613" y="4664"/>
                    <a:pt x="48242" y="4664"/>
                  </a:cubicBezTo>
                  <a:cubicBezTo>
                    <a:pt x="47546" y="4664"/>
                    <a:pt x="46873" y="4780"/>
                    <a:pt x="46223" y="5012"/>
                  </a:cubicBezTo>
                  <a:cubicBezTo>
                    <a:pt x="45573" y="5244"/>
                    <a:pt x="44970" y="5554"/>
                    <a:pt x="44413" y="5940"/>
                  </a:cubicBezTo>
                  <a:cubicBezTo>
                    <a:pt x="43717" y="6404"/>
                    <a:pt x="43210" y="7008"/>
                    <a:pt x="42893" y="7750"/>
                  </a:cubicBezTo>
                  <a:cubicBezTo>
                    <a:pt x="42576" y="8493"/>
                    <a:pt x="42418" y="9266"/>
                    <a:pt x="42418" y="10071"/>
                  </a:cubicBezTo>
                  <a:cubicBezTo>
                    <a:pt x="42418" y="10891"/>
                    <a:pt x="42599" y="11691"/>
                    <a:pt x="42963" y="12472"/>
                  </a:cubicBezTo>
                  <a:cubicBezTo>
                    <a:pt x="43327" y="13254"/>
                    <a:pt x="43833" y="13884"/>
                    <a:pt x="44483" y="14364"/>
                  </a:cubicBezTo>
                  <a:cubicBezTo>
                    <a:pt x="44885" y="14642"/>
                    <a:pt x="45318" y="14847"/>
                    <a:pt x="45782" y="14978"/>
                  </a:cubicBezTo>
                  <a:cubicBezTo>
                    <a:pt x="46246" y="15110"/>
                    <a:pt x="46703" y="15176"/>
                    <a:pt x="47151" y="15176"/>
                  </a:cubicBezTo>
                  <a:cubicBezTo>
                    <a:pt x="47909" y="15176"/>
                    <a:pt x="48664" y="15040"/>
                    <a:pt x="49414" y="14770"/>
                  </a:cubicBezTo>
                  <a:cubicBezTo>
                    <a:pt x="50164" y="14499"/>
                    <a:pt x="50864" y="14170"/>
                    <a:pt x="51514" y="13783"/>
                  </a:cubicBezTo>
                  <a:cubicBezTo>
                    <a:pt x="51746" y="13644"/>
                    <a:pt x="51916" y="13493"/>
                    <a:pt x="52024" y="13331"/>
                  </a:cubicBezTo>
                  <a:cubicBezTo>
                    <a:pt x="52133" y="13169"/>
                    <a:pt x="52187" y="13002"/>
                    <a:pt x="52187" y="12832"/>
                  </a:cubicBezTo>
                  <a:cubicBezTo>
                    <a:pt x="52187" y="12662"/>
                    <a:pt x="52144" y="12503"/>
                    <a:pt x="52059" y="12356"/>
                  </a:cubicBezTo>
                  <a:cubicBezTo>
                    <a:pt x="51974" y="12209"/>
                    <a:pt x="51858" y="12090"/>
                    <a:pt x="51711" y="11997"/>
                  </a:cubicBezTo>
                  <a:cubicBezTo>
                    <a:pt x="51564" y="11904"/>
                    <a:pt x="51386" y="11850"/>
                    <a:pt x="51177" y="11834"/>
                  </a:cubicBezTo>
                  <a:cubicBezTo>
                    <a:pt x="50969" y="11819"/>
                    <a:pt x="50740" y="11857"/>
                    <a:pt x="50493" y="11950"/>
                  </a:cubicBezTo>
                  <a:close/>
                  <a:moveTo>
                    <a:pt x="46223" y="7286"/>
                  </a:moveTo>
                  <a:cubicBezTo>
                    <a:pt x="46486" y="7162"/>
                    <a:pt x="46819" y="7035"/>
                    <a:pt x="47221" y="6903"/>
                  </a:cubicBezTo>
                  <a:cubicBezTo>
                    <a:pt x="47623" y="6772"/>
                    <a:pt x="48002" y="6706"/>
                    <a:pt x="48358" y="6706"/>
                  </a:cubicBezTo>
                  <a:cubicBezTo>
                    <a:pt x="48683" y="6706"/>
                    <a:pt x="48961" y="6791"/>
                    <a:pt x="49193" y="6961"/>
                  </a:cubicBezTo>
                  <a:cubicBezTo>
                    <a:pt x="49425" y="7131"/>
                    <a:pt x="49526" y="7441"/>
                    <a:pt x="49495" y="7890"/>
                  </a:cubicBezTo>
                  <a:cubicBezTo>
                    <a:pt x="49402" y="8075"/>
                    <a:pt x="49220" y="8245"/>
                    <a:pt x="48950" y="8400"/>
                  </a:cubicBezTo>
                  <a:cubicBezTo>
                    <a:pt x="48679" y="8555"/>
                    <a:pt x="48385" y="8690"/>
                    <a:pt x="48068" y="8806"/>
                  </a:cubicBezTo>
                  <a:cubicBezTo>
                    <a:pt x="47751" y="8922"/>
                    <a:pt x="47438" y="9023"/>
                    <a:pt x="47128" y="9108"/>
                  </a:cubicBezTo>
                  <a:cubicBezTo>
                    <a:pt x="46819" y="9193"/>
                    <a:pt x="46587" y="9259"/>
                    <a:pt x="46432" y="9305"/>
                  </a:cubicBezTo>
                  <a:cubicBezTo>
                    <a:pt x="45999" y="9429"/>
                    <a:pt x="45666" y="9525"/>
                    <a:pt x="45434" y="9595"/>
                  </a:cubicBezTo>
                  <a:cubicBezTo>
                    <a:pt x="45202" y="9665"/>
                    <a:pt x="45028" y="9715"/>
                    <a:pt x="44912" y="9746"/>
                  </a:cubicBezTo>
                  <a:cubicBezTo>
                    <a:pt x="44796" y="9777"/>
                    <a:pt x="44727" y="9796"/>
                    <a:pt x="44703" y="9804"/>
                  </a:cubicBezTo>
                  <a:lnTo>
                    <a:pt x="44669" y="9815"/>
                  </a:lnTo>
                  <a:cubicBezTo>
                    <a:pt x="44699" y="9274"/>
                    <a:pt x="44839" y="8783"/>
                    <a:pt x="45086" y="8342"/>
                  </a:cubicBezTo>
                  <a:cubicBezTo>
                    <a:pt x="45334" y="7901"/>
                    <a:pt x="45713" y="7549"/>
                    <a:pt x="46223" y="7286"/>
                  </a:cubicBezTo>
                  <a:close/>
                  <a:moveTo>
                    <a:pt x="54577" y="11138"/>
                  </a:moveTo>
                  <a:lnTo>
                    <a:pt x="57640" y="11138"/>
                  </a:lnTo>
                  <a:cubicBezTo>
                    <a:pt x="58135" y="11138"/>
                    <a:pt x="58649" y="11134"/>
                    <a:pt x="59183" y="11127"/>
                  </a:cubicBezTo>
                  <a:cubicBezTo>
                    <a:pt x="59717" y="11119"/>
                    <a:pt x="60239" y="11115"/>
                    <a:pt x="60749" y="11115"/>
                  </a:cubicBezTo>
                  <a:cubicBezTo>
                    <a:pt x="61105" y="11022"/>
                    <a:pt x="61372" y="10883"/>
                    <a:pt x="61550" y="10697"/>
                  </a:cubicBezTo>
                  <a:cubicBezTo>
                    <a:pt x="61728" y="10512"/>
                    <a:pt x="61817" y="10310"/>
                    <a:pt x="61817" y="10094"/>
                  </a:cubicBezTo>
                  <a:cubicBezTo>
                    <a:pt x="61817" y="9877"/>
                    <a:pt x="61735" y="9672"/>
                    <a:pt x="61573" y="9479"/>
                  </a:cubicBezTo>
                  <a:cubicBezTo>
                    <a:pt x="61410" y="9286"/>
                    <a:pt x="61159" y="9143"/>
                    <a:pt x="60819" y="9050"/>
                  </a:cubicBezTo>
                  <a:lnTo>
                    <a:pt x="60366" y="9050"/>
                  </a:lnTo>
                  <a:cubicBezTo>
                    <a:pt x="60157" y="9050"/>
                    <a:pt x="59914" y="9054"/>
                    <a:pt x="59635" y="9061"/>
                  </a:cubicBezTo>
                  <a:cubicBezTo>
                    <a:pt x="59357" y="9069"/>
                    <a:pt x="59051" y="9073"/>
                    <a:pt x="58719" y="9073"/>
                  </a:cubicBezTo>
                  <a:lnTo>
                    <a:pt x="54670" y="9073"/>
                  </a:lnTo>
                  <a:cubicBezTo>
                    <a:pt x="54252" y="9073"/>
                    <a:pt x="53939" y="9185"/>
                    <a:pt x="53730" y="9409"/>
                  </a:cubicBezTo>
                  <a:cubicBezTo>
                    <a:pt x="53521" y="9634"/>
                    <a:pt x="53417" y="9870"/>
                    <a:pt x="53417" y="10117"/>
                  </a:cubicBezTo>
                  <a:cubicBezTo>
                    <a:pt x="53417" y="10349"/>
                    <a:pt x="53513" y="10562"/>
                    <a:pt x="53707" y="10755"/>
                  </a:cubicBezTo>
                  <a:cubicBezTo>
                    <a:pt x="53900" y="10949"/>
                    <a:pt x="54190" y="11076"/>
                    <a:pt x="54577" y="11138"/>
                  </a:cubicBezTo>
                  <a:close/>
                  <a:moveTo>
                    <a:pt x="63905" y="18401"/>
                  </a:moveTo>
                  <a:cubicBezTo>
                    <a:pt x="63951" y="18850"/>
                    <a:pt x="64176" y="19213"/>
                    <a:pt x="64578" y="19492"/>
                  </a:cubicBezTo>
                  <a:cubicBezTo>
                    <a:pt x="64980" y="19770"/>
                    <a:pt x="65452" y="19991"/>
                    <a:pt x="65993" y="20153"/>
                  </a:cubicBezTo>
                  <a:cubicBezTo>
                    <a:pt x="66535" y="20315"/>
                    <a:pt x="67080" y="20416"/>
                    <a:pt x="67629" y="20455"/>
                  </a:cubicBezTo>
                  <a:cubicBezTo>
                    <a:pt x="68178" y="20493"/>
                    <a:pt x="68631" y="20490"/>
                    <a:pt x="68987" y="20443"/>
                  </a:cubicBezTo>
                  <a:cubicBezTo>
                    <a:pt x="69343" y="20412"/>
                    <a:pt x="69698" y="20323"/>
                    <a:pt x="70054" y="20176"/>
                  </a:cubicBezTo>
                  <a:cubicBezTo>
                    <a:pt x="70410" y="20029"/>
                    <a:pt x="70735" y="19863"/>
                    <a:pt x="71029" y="19677"/>
                  </a:cubicBezTo>
                  <a:cubicBezTo>
                    <a:pt x="71756" y="19198"/>
                    <a:pt x="72247" y="18660"/>
                    <a:pt x="72502" y="18065"/>
                  </a:cubicBezTo>
                  <a:cubicBezTo>
                    <a:pt x="72757" y="17469"/>
                    <a:pt x="72885" y="16761"/>
                    <a:pt x="72885" y="15941"/>
                  </a:cubicBezTo>
                  <a:lnTo>
                    <a:pt x="72885" y="6219"/>
                  </a:lnTo>
                  <a:cubicBezTo>
                    <a:pt x="72808" y="5909"/>
                    <a:pt x="72661" y="5681"/>
                    <a:pt x="72444" y="5534"/>
                  </a:cubicBezTo>
                  <a:cubicBezTo>
                    <a:pt x="72228" y="5387"/>
                    <a:pt x="71988" y="5314"/>
                    <a:pt x="71725" y="5314"/>
                  </a:cubicBezTo>
                  <a:cubicBezTo>
                    <a:pt x="71338" y="5314"/>
                    <a:pt x="71036" y="5469"/>
                    <a:pt x="70820" y="5778"/>
                  </a:cubicBezTo>
                  <a:cubicBezTo>
                    <a:pt x="70418" y="5515"/>
                    <a:pt x="70004" y="5294"/>
                    <a:pt x="69578" y="5117"/>
                  </a:cubicBezTo>
                  <a:cubicBezTo>
                    <a:pt x="69153" y="4939"/>
                    <a:pt x="68677" y="4850"/>
                    <a:pt x="68151" y="4850"/>
                  </a:cubicBezTo>
                  <a:cubicBezTo>
                    <a:pt x="67672" y="4850"/>
                    <a:pt x="67208" y="4931"/>
                    <a:pt x="66759" y="5093"/>
                  </a:cubicBezTo>
                  <a:cubicBezTo>
                    <a:pt x="66310" y="5256"/>
                    <a:pt x="65889" y="5476"/>
                    <a:pt x="65494" y="5755"/>
                  </a:cubicBezTo>
                  <a:cubicBezTo>
                    <a:pt x="65100" y="6033"/>
                    <a:pt x="64752" y="6366"/>
                    <a:pt x="64450" y="6752"/>
                  </a:cubicBezTo>
                  <a:cubicBezTo>
                    <a:pt x="64149" y="7139"/>
                    <a:pt x="63913" y="7549"/>
                    <a:pt x="63743" y="7982"/>
                  </a:cubicBezTo>
                  <a:cubicBezTo>
                    <a:pt x="63603" y="8338"/>
                    <a:pt x="63503" y="8702"/>
                    <a:pt x="63441" y="9073"/>
                  </a:cubicBezTo>
                  <a:cubicBezTo>
                    <a:pt x="63379" y="9444"/>
                    <a:pt x="63348" y="9808"/>
                    <a:pt x="63348" y="10164"/>
                  </a:cubicBezTo>
                  <a:cubicBezTo>
                    <a:pt x="63348" y="10798"/>
                    <a:pt x="63460" y="11420"/>
                    <a:pt x="63685" y="12031"/>
                  </a:cubicBezTo>
                  <a:cubicBezTo>
                    <a:pt x="63909" y="12643"/>
                    <a:pt x="64222" y="13192"/>
                    <a:pt x="64624" y="13679"/>
                  </a:cubicBezTo>
                  <a:cubicBezTo>
                    <a:pt x="65027" y="14166"/>
                    <a:pt x="65518" y="14561"/>
                    <a:pt x="66098" y="14862"/>
                  </a:cubicBezTo>
                  <a:cubicBezTo>
                    <a:pt x="66678" y="15164"/>
                    <a:pt x="67316" y="15315"/>
                    <a:pt x="68012" y="15315"/>
                  </a:cubicBezTo>
                  <a:cubicBezTo>
                    <a:pt x="68260" y="15315"/>
                    <a:pt x="68507" y="15296"/>
                    <a:pt x="68755" y="15257"/>
                  </a:cubicBezTo>
                  <a:cubicBezTo>
                    <a:pt x="69002" y="15218"/>
                    <a:pt x="69312" y="15152"/>
                    <a:pt x="69683" y="15060"/>
                  </a:cubicBezTo>
                  <a:lnTo>
                    <a:pt x="70611" y="14758"/>
                  </a:lnTo>
                  <a:lnTo>
                    <a:pt x="70611" y="16011"/>
                  </a:lnTo>
                  <a:cubicBezTo>
                    <a:pt x="70611" y="16800"/>
                    <a:pt x="70422" y="17399"/>
                    <a:pt x="70043" y="17809"/>
                  </a:cubicBezTo>
                  <a:cubicBezTo>
                    <a:pt x="69664" y="18219"/>
                    <a:pt x="69033" y="18424"/>
                    <a:pt x="68151" y="18424"/>
                  </a:cubicBezTo>
                  <a:cubicBezTo>
                    <a:pt x="67331" y="18424"/>
                    <a:pt x="66473" y="18130"/>
                    <a:pt x="65576" y="17543"/>
                  </a:cubicBezTo>
                  <a:cubicBezTo>
                    <a:pt x="65081" y="17388"/>
                    <a:pt x="64678" y="17411"/>
                    <a:pt x="64369" y="17612"/>
                  </a:cubicBezTo>
                  <a:cubicBezTo>
                    <a:pt x="64060" y="17813"/>
                    <a:pt x="63905" y="18076"/>
                    <a:pt x="63905" y="18401"/>
                  </a:cubicBezTo>
                  <a:close/>
                  <a:moveTo>
                    <a:pt x="70611" y="12298"/>
                  </a:moveTo>
                  <a:cubicBezTo>
                    <a:pt x="69760" y="12933"/>
                    <a:pt x="68979" y="13250"/>
                    <a:pt x="68267" y="13250"/>
                  </a:cubicBezTo>
                  <a:cubicBezTo>
                    <a:pt x="67912" y="13250"/>
                    <a:pt x="67571" y="13176"/>
                    <a:pt x="67246" y="13029"/>
                  </a:cubicBezTo>
                  <a:cubicBezTo>
                    <a:pt x="66922" y="12882"/>
                    <a:pt x="66639" y="12673"/>
                    <a:pt x="66399" y="12403"/>
                  </a:cubicBezTo>
                  <a:cubicBezTo>
                    <a:pt x="66160" y="12132"/>
                    <a:pt x="65970" y="11799"/>
                    <a:pt x="65831" y="11405"/>
                  </a:cubicBezTo>
                  <a:cubicBezTo>
                    <a:pt x="65692" y="11010"/>
                    <a:pt x="65622" y="10566"/>
                    <a:pt x="65622" y="10071"/>
                  </a:cubicBezTo>
                  <a:cubicBezTo>
                    <a:pt x="65622" y="9839"/>
                    <a:pt x="65649" y="9537"/>
                    <a:pt x="65703" y="9166"/>
                  </a:cubicBezTo>
                  <a:cubicBezTo>
                    <a:pt x="65757" y="8794"/>
                    <a:pt x="65885" y="8435"/>
                    <a:pt x="66086" y="8087"/>
                  </a:cubicBezTo>
                  <a:cubicBezTo>
                    <a:pt x="66287" y="7739"/>
                    <a:pt x="66577" y="7449"/>
                    <a:pt x="66956" y="7217"/>
                  </a:cubicBezTo>
                  <a:cubicBezTo>
                    <a:pt x="67335" y="6985"/>
                    <a:pt x="67842" y="6892"/>
                    <a:pt x="68476" y="6938"/>
                  </a:cubicBezTo>
                  <a:cubicBezTo>
                    <a:pt x="68878" y="6969"/>
                    <a:pt x="69254" y="7124"/>
                    <a:pt x="69602" y="7402"/>
                  </a:cubicBezTo>
                  <a:cubicBezTo>
                    <a:pt x="69950" y="7681"/>
                    <a:pt x="70278" y="7959"/>
                    <a:pt x="70588" y="8238"/>
                  </a:cubicBezTo>
                  <a:cubicBezTo>
                    <a:pt x="70588" y="8934"/>
                    <a:pt x="70592" y="9610"/>
                    <a:pt x="70599" y="10268"/>
                  </a:cubicBezTo>
                  <a:cubicBezTo>
                    <a:pt x="70607" y="10925"/>
                    <a:pt x="70611" y="11602"/>
                    <a:pt x="70611" y="12298"/>
                  </a:cubicBezTo>
                  <a:close/>
                  <a:moveTo>
                    <a:pt x="75345" y="6869"/>
                  </a:moveTo>
                  <a:lnTo>
                    <a:pt x="75391" y="6892"/>
                  </a:lnTo>
                  <a:lnTo>
                    <a:pt x="75391" y="14155"/>
                  </a:lnTo>
                  <a:cubicBezTo>
                    <a:pt x="75438" y="14510"/>
                    <a:pt x="75569" y="14777"/>
                    <a:pt x="75786" y="14955"/>
                  </a:cubicBezTo>
                  <a:cubicBezTo>
                    <a:pt x="76002" y="15133"/>
                    <a:pt x="76250" y="15222"/>
                    <a:pt x="76528" y="15222"/>
                  </a:cubicBezTo>
                  <a:cubicBezTo>
                    <a:pt x="76791" y="15222"/>
                    <a:pt x="77043" y="15129"/>
                    <a:pt x="77282" y="14944"/>
                  </a:cubicBezTo>
                  <a:cubicBezTo>
                    <a:pt x="77522" y="14758"/>
                    <a:pt x="77650" y="14472"/>
                    <a:pt x="77665" y="14085"/>
                  </a:cubicBezTo>
                  <a:lnTo>
                    <a:pt x="77665" y="8006"/>
                  </a:lnTo>
                  <a:cubicBezTo>
                    <a:pt x="77820" y="7851"/>
                    <a:pt x="78009" y="7669"/>
                    <a:pt x="78234" y="7460"/>
                  </a:cubicBezTo>
                  <a:cubicBezTo>
                    <a:pt x="78458" y="7251"/>
                    <a:pt x="78686" y="7062"/>
                    <a:pt x="78918" y="6892"/>
                  </a:cubicBezTo>
                  <a:cubicBezTo>
                    <a:pt x="79150" y="6722"/>
                    <a:pt x="79382" y="6575"/>
                    <a:pt x="79614" y="6451"/>
                  </a:cubicBezTo>
                  <a:cubicBezTo>
                    <a:pt x="79846" y="6327"/>
                    <a:pt x="80048" y="6265"/>
                    <a:pt x="80218" y="6265"/>
                  </a:cubicBezTo>
                  <a:cubicBezTo>
                    <a:pt x="80341" y="6265"/>
                    <a:pt x="80477" y="6315"/>
                    <a:pt x="80624" y="6416"/>
                  </a:cubicBezTo>
                  <a:cubicBezTo>
                    <a:pt x="80771" y="6517"/>
                    <a:pt x="80898" y="6621"/>
                    <a:pt x="81007" y="6729"/>
                  </a:cubicBezTo>
                  <a:cubicBezTo>
                    <a:pt x="81146" y="6853"/>
                    <a:pt x="81285" y="6961"/>
                    <a:pt x="81424" y="7054"/>
                  </a:cubicBezTo>
                  <a:cubicBezTo>
                    <a:pt x="81564" y="7147"/>
                    <a:pt x="81741" y="7193"/>
                    <a:pt x="81958" y="7193"/>
                  </a:cubicBezTo>
                  <a:cubicBezTo>
                    <a:pt x="82252" y="7193"/>
                    <a:pt x="82503" y="7104"/>
                    <a:pt x="82712" y="6927"/>
                  </a:cubicBezTo>
                  <a:cubicBezTo>
                    <a:pt x="82921" y="6749"/>
                    <a:pt x="83025" y="6520"/>
                    <a:pt x="83025" y="6242"/>
                  </a:cubicBezTo>
                  <a:cubicBezTo>
                    <a:pt x="83025" y="5902"/>
                    <a:pt x="82909" y="5604"/>
                    <a:pt x="82677" y="5349"/>
                  </a:cubicBezTo>
                  <a:cubicBezTo>
                    <a:pt x="82445" y="5093"/>
                    <a:pt x="82178" y="4885"/>
                    <a:pt x="81877" y="4722"/>
                  </a:cubicBezTo>
                  <a:cubicBezTo>
                    <a:pt x="81575" y="4560"/>
                    <a:pt x="81266" y="4440"/>
                    <a:pt x="80949" y="4362"/>
                  </a:cubicBezTo>
                  <a:cubicBezTo>
                    <a:pt x="80631" y="4285"/>
                    <a:pt x="80396" y="4246"/>
                    <a:pt x="80241" y="4246"/>
                  </a:cubicBezTo>
                  <a:cubicBezTo>
                    <a:pt x="79699" y="4246"/>
                    <a:pt x="79185" y="4362"/>
                    <a:pt x="78698" y="4594"/>
                  </a:cubicBezTo>
                  <a:cubicBezTo>
                    <a:pt x="78210" y="4827"/>
                    <a:pt x="77727" y="5136"/>
                    <a:pt x="77248" y="5523"/>
                  </a:cubicBezTo>
                  <a:cubicBezTo>
                    <a:pt x="77046" y="5352"/>
                    <a:pt x="76795" y="5206"/>
                    <a:pt x="76493" y="5082"/>
                  </a:cubicBezTo>
                  <a:cubicBezTo>
                    <a:pt x="76192" y="4958"/>
                    <a:pt x="75925" y="4896"/>
                    <a:pt x="75693" y="4896"/>
                  </a:cubicBezTo>
                  <a:cubicBezTo>
                    <a:pt x="75352" y="4896"/>
                    <a:pt x="75078" y="4989"/>
                    <a:pt x="74869" y="5175"/>
                  </a:cubicBezTo>
                  <a:cubicBezTo>
                    <a:pt x="74660" y="5360"/>
                    <a:pt x="74556" y="5585"/>
                    <a:pt x="74556" y="5848"/>
                  </a:cubicBezTo>
                  <a:cubicBezTo>
                    <a:pt x="74556" y="6033"/>
                    <a:pt x="74614" y="6207"/>
                    <a:pt x="74730" y="6370"/>
                  </a:cubicBezTo>
                  <a:cubicBezTo>
                    <a:pt x="74846" y="6532"/>
                    <a:pt x="75051" y="6698"/>
                    <a:pt x="75345" y="6869"/>
                  </a:cubicBezTo>
                  <a:close/>
                  <a:moveTo>
                    <a:pt x="88803" y="4687"/>
                  </a:moveTo>
                  <a:cubicBezTo>
                    <a:pt x="88061" y="4687"/>
                    <a:pt x="87361" y="4865"/>
                    <a:pt x="86703" y="5221"/>
                  </a:cubicBezTo>
                  <a:cubicBezTo>
                    <a:pt x="86046" y="5577"/>
                    <a:pt x="85473" y="6045"/>
                    <a:pt x="84986" y="6625"/>
                  </a:cubicBezTo>
                  <a:cubicBezTo>
                    <a:pt x="84499" y="7205"/>
                    <a:pt x="84112" y="7862"/>
                    <a:pt x="83826" y="8597"/>
                  </a:cubicBezTo>
                  <a:cubicBezTo>
                    <a:pt x="83540" y="9332"/>
                    <a:pt x="83397" y="10086"/>
                    <a:pt x="83397" y="10860"/>
                  </a:cubicBezTo>
                  <a:cubicBezTo>
                    <a:pt x="83397" y="11417"/>
                    <a:pt x="83493" y="11970"/>
                    <a:pt x="83687" y="12519"/>
                  </a:cubicBezTo>
                  <a:cubicBezTo>
                    <a:pt x="83880" y="13068"/>
                    <a:pt x="84155" y="13563"/>
                    <a:pt x="84510" y="14004"/>
                  </a:cubicBezTo>
                  <a:cubicBezTo>
                    <a:pt x="84866" y="14445"/>
                    <a:pt x="85303" y="14804"/>
                    <a:pt x="85822" y="15083"/>
                  </a:cubicBezTo>
                  <a:cubicBezTo>
                    <a:pt x="86340" y="15361"/>
                    <a:pt x="86916" y="15501"/>
                    <a:pt x="87550" y="15501"/>
                  </a:cubicBezTo>
                  <a:cubicBezTo>
                    <a:pt x="88154" y="15501"/>
                    <a:pt x="88730" y="15385"/>
                    <a:pt x="89279" y="15152"/>
                  </a:cubicBezTo>
                  <a:cubicBezTo>
                    <a:pt x="89828" y="14920"/>
                    <a:pt x="90327" y="14599"/>
                    <a:pt x="90776" y="14190"/>
                  </a:cubicBezTo>
                  <a:cubicBezTo>
                    <a:pt x="91224" y="13780"/>
                    <a:pt x="91615" y="13296"/>
                    <a:pt x="91948" y="12739"/>
                  </a:cubicBezTo>
                  <a:cubicBezTo>
                    <a:pt x="92280" y="12182"/>
                    <a:pt x="92531" y="11587"/>
                    <a:pt x="92702" y="10952"/>
                  </a:cubicBezTo>
                  <a:cubicBezTo>
                    <a:pt x="92748" y="10720"/>
                    <a:pt x="92787" y="10492"/>
                    <a:pt x="92818" y="10268"/>
                  </a:cubicBezTo>
                  <a:cubicBezTo>
                    <a:pt x="92849" y="10044"/>
                    <a:pt x="92864" y="9800"/>
                    <a:pt x="92864" y="9537"/>
                  </a:cubicBezTo>
                  <a:cubicBezTo>
                    <a:pt x="92864" y="8934"/>
                    <a:pt x="92775" y="8342"/>
                    <a:pt x="92597" y="7762"/>
                  </a:cubicBezTo>
                  <a:cubicBezTo>
                    <a:pt x="92419" y="7182"/>
                    <a:pt x="92156" y="6664"/>
                    <a:pt x="91808" y="6207"/>
                  </a:cubicBezTo>
                  <a:cubicBezTo>
                    <a:pt x="91460" y="5751"/>
                    <a:pt x="91035" y="5383"/>
                    <a:pt x="90532" y="5105"/>
                  </a:cubicBezTo>
                  <a:cubicBezTo>
                    <a:pt x="90029" y="4827"/>
                    <a:pt x="89453" y="4687"/>
                    <a:pt x="88803" y="4687"/>
                  </a:cubicBezTo>
                  <a:close/>
                  <a:moveTo>
                    <a:pt x="85810" y="9676"/>
                  </a:moveTo>
                  <a:cubicBezTo>
                    <a:pt x="85887" y="9367"/>
                    <a:pt x="86011" y="9038"/>
                    <a:pt x="86181" y="8690"/>
                  </a:cubicBezTo>
                  <a:cubicBezTo>
                    <a:pt x="86351" y="8342"/>
                    <a:pt x="86564" y="8025"/>
                    <a:pt x="86819" y="7739"/>
                  </a:cubicBezTo>
                  <a:cubicBezTo>
                    <a:pt x="87075" y="7452"/>
                    <a:pt x="87365" y="7213"/>
                    <a:pt x="87690" y="7019"/>
                  </a:cubicBezTo>
                  <a:cubicBezTo>
                    <a:pt x="88014" y="6826"/>
                    <a:pt x="88362" y="6729"/>
                    <a:pt x="88734" y="6729"/>
                  </a:cubicBezTo>
                  <a:cubicBezTo>
                    <a:pt x="89028" y="6729"/>
                    <a:pt x="89291" y="6810"/>
                    <a:pt x="89523" y="6973"/>
                  </a:cubicBezTo>
                  <a:cubicBezTo>
                    <a:pt x="89755" y="7135"/>
                    <a:pt x="89952" y="7348"/>
                    <a:pt x="90114" y="7611"/>
                  </a:cubicBezTo>
                  <a:cubicBezTo>
                    <a:pt x="90277" y="7874"/>
                    <a:pt x="90397" y="8172"/>
                    <a:pt x="90474" y="8504"/>
                  </a:cubicBezTo>
                  <a:cubicBezTo>
                    <a:pt x="90551" y="8837"/>
                    <a:pt x="90590" y="9173"/>
                    <a:pt x="90590" y="9514"/>
                  </a:cubicBezTo>
                  <a:cubicBezTo>
                    <a:pt x="90590" y="9885"/>
                    <a:pt x="90520" y="10299"/>
                    <a:pt x="90381" y="10755"/>
                  </a:cubicBezTo>
                  <a:cubicBezTo>
                    <a:pt x="90242" y="11212"/>
                    <a:pt x="90045" y="11637"/>
                    <a:pt x="89790" y="12031"/>
                  </a:cubicBezTo>
                  <a:cubicBezTo>
                    <a:pt x="89534" y="12426"/>
                    <a:pt x="89225" y="12759"/>
                    <a:pt x="88861" y="13029"/>
                  </a:cubicBezTo>
                  <a:cubicBezTo>
                    <a:pt x="88498" y="13300"/>
                    <a:pt x="88084" y="13435"/>
                    <a:pt x="87620" y="13435"/>
                  </a:cubicBezTo>
                  <a:cubicBezTo>
                    <a:pt x="87140" y="13435"/>
                    <a:pt x="86757" y="13304"/>
                    <a:pt x="86471" y="13041"/>
                  </a:cubicBezTo>
                  <a:cubicBezTo>
                    <a:pt x="86185" y="12778"/>
                    <a:pt x="85980" y="12457"/>
                    <a:pt x="85856" y="12078"/>
                  </a:cubicBezTo>
                  <a:cubicBezTo>
                    <a:pt x="85733" y="11699"/>
                    <a:pt x="85671" y="11293"/>
                    <a:pt x="85671" y="10860"/>
                  </a:cubicBezTo>
                  <a:cubicBezTo>
                    <a:pt x="85671" y="10427"/>
                    <a:pt x="85717" y="10032"/>
                    <a:pt x="85810" y="9676"/>
                  </a:cubicBezTo>
                  <a:close/>
                  <a:moveTo>
                    <a:pt x="103515" y="13087"/>
                  </a:moveTo>
                  <a:cubicBezTo>
                    <a:pt x="103345" y="12886"/>
                    <a:pt x="103206" y="12627"/>
                    <a:pt x="103097" y="12310"/>
                  </a:cubicBezTo>
                  <a:cubicBezTo>
                    <a:pt x="102989" y="11993"/>
                    <a:pt x="102900" y="11641"/>
                    <a:pt x="102830" y="11254"/>
                  </a:cubicBezTo>
                  <a:cubicBezTo>
                    <a:pt x="102761" y="10867"/>
                    <a:pt x="102714" y="10461"/>
                    <a:pt x="102691" y="10036"/>
                  </a:cubicBezTo>
                  <a:cubicBezTo>
                    <a:pt x="102668" y="9610"/>
                    <a:pt x="102656" y="9189"/>
                    <a:pt x="102656" y="8771"/>
                  </a:cubicBezTo>
                  <a:cubicBezTo>
                    <a:pt x="102656" y="8462"/>
                    <a:pt x="102664" y="8160"/>
                    <a:pt x="102680" y="7866"/>
                  </a:cubicBezTo>
                  <a:cubicBezTo>
                    <a:pt x="102695" y="7572"/>
                    <a:pt x="102718" y="7294"/>
                    <a:pt x="102749" y="7031"/>
                  </a:cubicBezTo>
                  <a:cubicBezTo>
                    <a:pt x="102796" y="6613"/>
                    <a:pt x="102819" y="6242"/>
                    <a:pt x="102819" y="5917"/>
                  </a:cubicBezTo>
                  <a:cubicBezTo>
                    <a:pt x="102819" y="5546"/>
                    <a:pt x="102707" y="5267"/>
                    <a:pt x="102482" y="5082"/>
                  </a:cubicBezTo>
                  <a:cubicBezTo>
                    <a:pt x="102258" y="4896"/>
                    <a:pt x="102007" y="4803"/>
                    <a:pt x="101728" y="4803"/>
                  </a:cubicBezTo>
                  <a:cubicBezTo>
                    <a:pt x="101372" y="4803"/>
                    <a:pt x="101106" y="4923"/>
                    <a:pt x="100928" y="5163"/>
                  </a:cubicBezTo>
                  <a:cubicBezTo>
                    <a:pt x="100750" y="5403"/>
                    <a:pt x="100618" y="5712"/>
                    <a:pt x="100533" y="6091"/>
                  </a:cubicBezTo>
                  <a:cubicBezTo>
                    <a:pt x="100448" y="6470"/>
                    <a:pt x="100402" y="6892"/>
                    <a:pt x="100394" y="7356"/>
                  </a:cubicBezTo>
                  <a:cubicBezTo>
                    <a:pt x="100386" y="7820"/>
                    <a:pt x="100382" y="8276"/>
                    <a:pt x="100382" y="8725"/>
                  </a:cubicBezTo>
                  <a:cubicBezTo>
                    <a:pt x="100382" y="9498"/>
                    <a:pt x="100429" y="10256"/>
                    <a:pt x="100522" y="10999"/>
                  </a:cubicBezTo>
                  <a:cubicBezTo>
                    <a:pt x="100166" y="11448"/>
                    <a:pt x="99794" y="11846"/>
                    <a:pt x="99408" y="12194"/>
                  </a:cubicBezTo>
                  <a:cubicBezTo>
                    <a:pt x="99021" y="12542"/>
                    <a:pt x="98603" y="12716"/>
                    <a:pt x="98155" y="12716"/>
                  </a:cubicBezTo>
                  <a:cubicBezTo>
                    <a:pt x="97598" y="12716"/>
                    <a:pt x="97157" y="12453"/>
                    <a:pt x="96832" y="11927"/>
                  </a:cubicBezTo>
                  <a:cubicBezTo>
                    <a:pt x="96507" y="11401"/>
                    <a:pt x="96345" y="10720"/>
                    <a:pt x="96345" y="9885"/>
                  </a:cubicBezTo>
                  <a:cubicBezTo>
                    <a:pt x="96345" y="9498"/>
                    <a:pt x="96349" y="9135"/>
                    <a:pt x="96356" y="8794"/>
                  </a:cubicBezTo>
                  <a:cubicBezTo>
                    <a:pt x="96364" y="8454"/>
                    <a:pt x="96376" y="8106"/>
                    <a:pt x="96391" y="7750"/>
                  </a:cubicBezTo>
                  <a:cubicBezTo>
                    <a:pt x="96407" y="7410"/>
                    <a:pt x="96414" y="7070"/>
                    <a:pt x="96414" y="6729"/>
                  </a:cubicBezTo>
                  <a:lnTo>
                    <a:pt x="96414" y="5685"/>
                  </a:lnTo>
                  <a:cubicBezTo>
                    <a:pt x="96337" y="5376"/>
                    <a:pt x="96186" y="5148"/>
                    <a:pt x="95962" y="5001"/>
                  </a:cubicBezTo>
                  <a:cubicBezTo>
                    <a:pt x="95738" y="4854"/>
                    <a:pt x="95509" y="4780"/>
                    <a:pt x="95277" y="4780"/>
                  </a:cubicBezTo>
                  <a:cubicBezTo>
                    <a:pt x="94999" y="4780"/>
                    <a:pt x="94755" y="4857"/>
                    <a:pt x="94546" y="5012"/>
                  </a:cubicBezTo>
                  <a:cubicBezTo>
                    <a:pt x="94338" y="5167"/>
                    <a:pt x="94194" y="5414"/>
                    <a:pt x="94117" y="5755"/>
                  </a:cubicBezTo>
                  <a:cubicBezTo>
                    <a:pt x="94117" y="5971"/>
                    <a:pt x="94113" y="6203"/>
                    <a:pt x="94106" y="6451"/>
                  </a:cubicBezTo>
                  <a:cubicBezTo>
                    <a:pt x="94098" y="6698"/>
                    <a:pt x="94086" y="6954"/>
                    <a:pt x="94071" y="7217"/>
                  </a:cubicBezTo>
                  <a:cubicBezTo>
                    <a:pt x="94055" y="7526"/>
                    <a:pt x="94048" y="7843"/>
                    <a:pt x="94048" y="8168"/>
                  </a:cubicBezTo>
                  <a:lnTo>
                    <a:pt x="94048" y="9166"/>
                  </a:lnTo>
                  <a:cubicBezTo>
                    <a:pt x="94048" y="9692"/>
                    <a:pt x="94067" y="10194"/>
                    <a:pt x="94106" y="10674"/>
                  </a:cubicBezTo>
                  <a:cubicBezTo>
                    <a:pt x="94144" y="11154"/>
                    <a:pt x="94225" y="11594"/>
                    <a:pt x="94349" y="11997"/>
                  </a:cubicBezTo>
                  <a:cubicBezTo>
                    <a:pt x="94488" y="12383"/>
                    <a:pt x="94686" y="12747"/>
                    <a:pt x="94941" y="13087"/>
                  </a:cubicBezTo>
                  <a:cubicBezTo>
                    <a:pt x="95196" y="13428"/>
                    <a:pt x="95498" y="13725"/>
                    <a:pt x="95846" y="13981"/>
                  </a:cubicBezTo>
                  <a:cubicBezTo>
                    <a:pt x="96194" y="14236"/>
                    <a:pt x="96573" y="14437"/>
                    <a:pt x="96983" y="14584"/>
                  </a:cubicBezTo>
                  <a:cubicBezTo>
                    <a:pt x="97393" y="14731"/>
                    <a:pt x="97807" y="14804"/>
                    <a:pt x="98224" y="14804"/>
                  </a:cubicBezTo>
                  <a:cubicBezTo>
                    <a:pt x="98766" y="14804"/>
                    <a:pt x="99299" y="14673"/>
                    <a:pt x="99825" y="14410"/>
                  </a:cubicBezTo>
                  <a:cubicBezTo>
                    <a:pt x="100351" y="14147"/>
                    <a:pt x="100808" y="13838"/>
                    <a:pt x="101194" y="13482"/>
                  </a:cubicBezTo>
                  <a:cubicBezTo>
                    <a:pt x="101365" y="13838"/>
                    <a:pt x="101577" y="14147"/>
                    <a:pt x="101833" y="14410"/>
                  </a:cubicBezTo>
                  <a:cubicBezTo>
                    <a:pt x="102088" y="14673"/>
                    <a:pt x="102393" y="14804"/>
                    <a:pt x="102749" y="14804"/>
                  </a:cubicBezTo>
                  <a:cubicBezTo>
                    <a:pt x="103043" y="14804"/>
                    <a:pt x="103294" y="14715"/>
                    <a:pt x="103503" y="14538"/>
                  </a:cubicBezTo>
                  <a:cubicBezTo>
                    <a:pt x="103712" y="14360"/>
                    <a:pt x="103817" y="14131"/>
                    <a:pt x="103817" y="13853"/>
                  </a:cubicBezTo>
                  <a:cubicBezTo>
                    <a:pt x="103817" y="13621"/>
                    <a:pt x="103716" y="13366"/>
                    <a:pt x="103515" y="13087"/>
                  </a:cubicBezTo>
                  <a:close/>
                  <a:moveTo>
                    <a:pt x="113887" y="14039"/>
                  </a:moveTo>
                  <a:lnTo>
                    <a:pt x="113887" y="9815"/>
                  </a:lnTo>
                  <a:cubicBezTo>
                    <a:pt x="113887" y="9537"/>
                    <a:pt x="113903" y="9239"/>
                    <a:pt x="113934" y="8922"/>
                  </a:cubicBezTo>
                  <a:cubicBezTo>
                    <a:pt x="113965" y="8605"/>
                    <a:pt x="113980" y="8284"/>
                    <a:pt x="113980" y="7959"/>
                  </a:cubicBezTo>
                  <a:cubicBezTo>
                    <a:pt x="113980" y="7634"/>
                    <a:pt x="113957" y="7317"/>
                    <a:pt x="113910" y="7008"/>
                  </a:cubicBezTo>
                  <a:cubicBezTo>
                    <a:pt x="113864" y="6698"/>
                    <a:pt x="113764" y="6404"/>
                    <a:pt x="113609" y="6126"/>
                  </a:cubicBezTo>
                  <a:cubicBezTo>
                    <a:pt x="113284" y="5554"/>
                    <a:pt x="112855" y="5128"/>
                    <a:pt x="112321" y="4850"/>
                  </a:cubicBezTo>
                  <a:cubicBezTo>
                    <a:pt x="111787" y="4571"/>
                    <a:pt x="111227" y="4432"/>
                    <a:pt x="110639" y="4432"/>
                  </a:cubicBezTo>
                  <a:cubicBezTo>
                    <a:pt x="110097" y="4432"/>
                    <a:pt x="109571" y="4521"/>
                    <a:pt x="109061" y="4699"/>
                  </a:cubicBezTo>
                  <a:cubicBezTo>
                    <a:pt x="108550" y="4877"/>
                    <a:pt x="108071" y="5120"/>
                    <a:pt x="107622" y="5430"/>
                  </a:cubicBezTo>
                  <a:cubicBezTo>
                    <a:pt x="107545" y="5167"/>
                    <a:pt x="107398" y="4970"/>
                    <a:pt x="107181" y="4838"/>
                  </a:cubicBezTo>
                  <a:cubicBezTo>
                    <a:pt x="106965" y="4707"/>
                    <a:pt x="106748" y="4641"/>
                    <a:pt x="106531" y="4641"/>
                  </a:cubicBezTo>
                  <a:cubicBezTo>
                    <a:pt x="106269" y="4641"/>
                    <a:pt x="106033" y="4718"/>
                    <a:pt x="105824" y="4873"/>
                  </a:cubicBezTo>
                  <a:cubicBezTo>
                    <a:pt x="105615" y="5028"/>
                    <a:pt x="105472" y="5275"/>
                    <a:pt x="105394" y="5615"/>
                  </a:cubicBezTo>
                  <a:cubicBezTo>
                    <a:pt x="105394" y="6358"/>
                    <a:pt x="105398" y="7073"/>
                    <a:pt x="105406" y="7762"/>
                  </a:cubicBezTo>
                  <a:cubicBezTo>
                    <a:pt x="105414" y="8450"/>
                    <a:pt x="105418" y="9135"/>
                    <a:pt x="105418" y="9815"/>
                  </a:cubicBezTo>
                  <a:lnTo>
                    <a:pt x="105418" y="13992"/>
                  </a:lnTo>
                  <a:cubicBezTo>
                    <a:pt x="105464" y="14348"/>
                    <a:pt x="105599" y="14611"/>
                    <a:pt x="105824" y="14781"/>
                  </a:cubicBezTo>
                  <a:cubicBezTo>
                    <a:pt x="106048" y="14951"/>
                    <a:pt x="106292" y="15036"/>
                    <a:pt x="106555" y="15036"/>
                  </a:cubicBezTo>
                  <a:cubicBezTo>
                    <a:pt x="106833" y="15036"/>
                    <a:pt x="107088" y="14944"/>
                    <a:pt x="107320" y="14758"/>
                  </a:cubicBezTo>
                  <a:cubicBezTo>
                    <a:pt x="107552" y="14572"/>
                    <a:pt x="107676" y="14286"/>
                    <a:pt x="107692" y="13899"/>
                  </a:cubicBezTo>
                  <a:cubicBezTo>
                    <a:pt x="107676" y="13110"/>
                    <a:pt x="107669" y="12333"/>
                    <a:pt x="107669" y="11567"/>
                  </a:cubicBezTo>
                  <a:lnTo>
                    <a:pt x="107669" y="9235"/>
                  </a:lnTo>
                  <a:cubicBezTo>
                    <a:pt x="107699" y="8926"/>
                    <a:pt x="107750" y="8690"/>
                    <a:pt x="107819" y="8528"/>
                  </a:cubicBezTo>
                  <a:cubicBezTo>
                    <a:pt x="107889" y="8365"/>
                    <a:pt x="107986" y="8191"/>
                    <a:pt x="108109" y="8006"/>
                  </a:cubicBezTo>
                  <a:cubicBezTo>
                    <a:pt x="108465" y="7495"/>
                    <a:pt x="108864" y="7108"/>
                    <a:pt x="109304" y="6845"/>
                  </a:cubicBezTo>
                  <a:cubicBezTo>
                    <a:pt x="109745" y="6582"/>
                    <a:pt x="110198" y="6451"/>
                    <a:pt x="110662" y="6451"/>
                  </a:cubicBezTo>
                  <a:cubicBezTo>
                    <a:pt x="110940" y="6451"/>
                    <a:pt x="111145" y="6559"/>
                    <a:pt x="111277" y="6776"/>
                  </a:cubicBezTo>
                  <a:cubicBezTo>
                    <a:pt x="111408" y="6992"/>
                    <a:pt x="111497" y="7251"/>
                    <a:pt x="111544" y="7553"/>
                  </a:cubicBezTo>
                  <a:cubicBezTo>
                    <a:pt x="111590" y="7855"/>
                    <a:pt x="111606" y="8160"/>
                    <a:pt x="111590" y="8470"/>
                  </a:cubicBezTo>
                  <a:cubicBezTo>
                    <a:pt x="111575" y="8779"/>
                    <a:pt x="111567" y="9034"/>
                    <a:pt x="111567" y="9235"/>
                  </a:cubicBezTo>
                  <a:lnTo>
                    <a:pt x="111567" y="11382"/>
                  </a:lnTo>
                  <a:cubicBezTo>
                    <a:pt x="111567" y="11931"/>
                    <a:pt x="111571" y="12380"/>
                    <a:pt x="111578" y="12728"/>
                  </a:cubicBezTo>
                  <a:cubicBezTo>
                    <a:pt x="111586" y="13076"/>
                    <a:pt x="111590" y="13354"/>
                    <a:pt x="111590" y="13563"/>
                  </a:cubicBezTo>
                  <a:lnTo>
                    <a:pt x="111590" y="14131"/>
                  </a:lnTo>
                  <a:cubicBezTo>
                    <a:pt x="111636" y="14487"/>
                    <a:pt x="111772" y="14750"/>
                    <a:pt x="111996" y="14920"/>
                  </a:cubicBezTo>
                  <a:cubicBezTo>
                    <a:pt x="112220" y="15091"/>
                    <a:pt x="112472" y="15176"/>
                    <a:pt x="112750" y="15176"/>
                  </a:cubicBezTo>
                  <a:cubicBezTo>
                    <a:pt x="113013" y="15176"/>
                    <a:pt x="113265" y="15083"/>
                    <a:pt x="113504" y="14897"/>
                  </a:cubicBezTo>
                  <a:cubicBezTo>
                    <a:pt x="113744" y="14712"/>
                    <a:pt x="113872" y="14425"/>
                    <a:pt x="113887" y="14039"/>
                  </a:cubicBezTo>
                  <a:close/>
                  <a:moveTo>
                    <a:pt x="124445" y="13041"/>
                  </a:moveTo>
                  <a:lnTo>
                    <a:pt x="124422" y="13018"/>
                  </a:lnTo>
                  <a:lnTo>
                    <a:pt x="124283" y="12832"/>
                  </a:lnTo>
                  <a:lnTo>
                    <a:pt x="124283" y="905"/>
                  </a:lnTo>
                  <a:cubicBezTo>
                    <a:pt x="124175" y="596"/>
                    <a:pt x="124016" y="367"/>
                    <a:pt x="123807" y="220"/>
                  </a:cubicBezTo>
                  <a:cubicBezTo>
                    <a:pt x="123598" y="73"/>
                    <a:pt x="123370" y="0"/>
                    <a:pt x="123123" y="0"/>
                  </a:cubicBezTo>
                  <a:cubicBezTo>
                    <a:pt x="122860" y="0"/>
                    <a:pt x="122624" y="81"/>
                    <a:pt x="122415" y="244"/>
                  </a:cubicBezTo>
                  <a:cubicBezTo>
                    <a:pt x="122206" y="406"/>
                    <a:pt x="122063" y="650"/>
                    <a:pt x="121986" y="975"/>
                  </a:cubicBezTo>
                  <a:cubicBezTo>
                    <a:pt x="121986" y="1129"/>
                    <a:pt x="121990" y="1373"/>
                    <a:pt x="121997" y="1706"/>
                  </a:cubicBezTo>
                  <a:cubicBezTo>
                    <a:pt x="122005" y="2038"/>
                    <a:pt x="122009" y="2444"/>
                    <a:pt x="122009" y="2924"/>
                  </a:cubicBezTo>
                  <a:cubicBezTo>
                    <a:pt x="122009" y="3249"/>
                    <a:pt x="122013" y="3585"/>
                    <a:pt x="122020" y="3933"/>
                  </a:cubicBezTo>
                  <a:cubicBezTo>
                    <a:pt x="122028" y="4281"/>
                    <a:pt x="122032" y="4672"/>
                    <a:pt x="122032" y="5105"/>
                  </a:cubicBezTo>
                  <a:cubicBezTo>
                    <a:pt x="121723" y="5028"/>
                    <a:pt x="121406" y="4985"/>
                    <a:pt x="121081" y="4977"/>
                  </a:cubicBezTo>
                  <a:cubicBezTo>
                    <a:pt x="120756" y="4970"/>
                    <a:pt x="120423" y="4966"/>
                    <a:pt x="120083" y="4966"/>
                  </a:cubicBezTo>
                  <a:cubicBezTo>
                    <a:pt x="119665" y="4981"/>
                    <a:pt x="119232" y="5059"/>
                    <a:pt x="118783" y="5198"/>
                  </a:cubicBezTo>
                  <a:cubicBezTo>
                    <a:pt x="118335" y="5337"/>
                    <a:pt x="117933" y="5499"/>
                    <a:pt x="117577" y="5685"/>
                  </a:cubicBezTo>
                  <a:cubicBezTo>
                    <a:pt x="117175" y="5902"/>
                    <a:pt x="116796" y="6172"/>
                    <a:pt x="116440" y="6497"/>
                  </a:cubicBezTo>
                  <a:cubicBezTo>
                    <a:pt x="116084" y="6822"/>
                    <a:pt x="115806" y="7178"/>
                    <a:pt x="115604" y="7565"/>
                  </a:cubicBezTo>
                  <a:cubicBezTo>
                    <a:pt x="115357" y="8044"/>
                    <a:pt x="115179" y="8551"/>
                    <a:pt x="115071" y="9085"/>
                  </a:cubicBezTo>
                  <a:cubicBezTo>
                    <a:pt x="114962" y="9618"/>
                    <a:pt x="114908" y="10156"/>
                    <a:pt x="114908" y="10697"/>
                  </a:cubicBezTo>
                  <a:cubicBezTo>
                    <a:pt x="114908" y="11192"/>
                    <a:pt x="114978" y="11687"/>
                    <a:pt x="115117" y="12182"/>
                  </a:cubicBezTo>
                  <a:cubicBezTo>
                    <a:pt x="115256" y="12677"/>
                    <a:pt x="115473" y="13141"/>
                    <a:pt x="115767" y="13575"/>
                  </a:cubicBezTo>
                  <a:cubicBezTo>
                    <a:pt x="116169" y="14116"/>
                    <a:pt x="116672" y="14518"/>
                    <a:pt x="117275" y="14781"/>
                  </a:cubicBezTo>
                  <a:cubicBezTo>
                    <a:pt x="117878" y="15044"/>
                    <a:pt x="118505" y="15176"/>
                    <a:pt x="119155" y="15176"/>
                  </a:cubicBezTo>
                  <a:cubicBezTo>
                    <a:pt x="119773" y="15176"/>
                    <a:pt x="120365" y="15087"/>
                    <a:pt x="120930" y="14909"/>
                  </a:cubicBezTo>
                  <a:cubicBezTo>
                    <a:pt x="121494" y="14731"/>
                    <a:pt x="122001" y="14456"/>
                    <a:pt x="122450" y="14085"/>
                  </a:cubicBezTo>
                  <a:lnTo>
                    <a:pt x="122728" y="14364"/>
                  </a:lnTo>
                  <a:cubicBezTo>
                    <a:pt x="123007" y="14642"/>
                    <a:pt x="123324" y="14781"/>
                    <a:pt x="123680" y="14781"/>
                  </a:cubicBezTo>
                  <a:cubicBezTo>
                    <a:pt x="123989" y="14781"/>
                    <a:pt x="124240" y="14685"/>
                    <a:pt x="124434" y="14491"/>
                  </a:cubicBezTo>
                  <a:cubicBezTo>
                    <a:pt x="124627" y="14298"/>
                    <a:pt x="124724" y="14070"/>
                    <a:pt x="124724" y="13807"/>
                  </a:cubicBezTo>
                  <a:cubicBezTo>
                    <a:pt x="124724" y="13698"/>
                    <a:pt x="124704" y="13582"/>
                    <a:pt x="124666" y="13459"/>
                  </a:cubicBezTo>
                  <a:cubicBezTo>
                    <a:pt x="124627" y="13335"/>
                    <a:pt x="124554" y="13196"/>
                    <a:pt x="124445" y="13041"/>
                  </a:cubicBezTo>
                  <a:close/>
                  <a:moveTo>
                    <a:pt x="122055" y="11695"/>
                  </a:moveTo>
                  <a:lnTo>
                    <a:pt x="121452" y="12159"/>
                  </a:lnTo>
                  <a:cubicBezTo>
                    <a:pt x="120849" y="12623"/>
                    <a:pt x="120249" y="12878"/>
                    <a:pt x="119654" y="12925"/>
                  </a:cubicBezTo>
                  <a:cubicBezTo>
                    <a:pt x="119058" y="12971"/>
                    <a:pt x="118544" y="12855"/>
                    <a:pt x="118110" y="12577"/>
                  </a:cubicBezTo>
                  <a:cubicBezTo>
                    <a:pt x="117677" y="12298"/>
                    <a:pt x="117376" y="11873"/>
                    <a:pt x="117206" y="11301"/>
                  </a:cubicBezTo>
                  <a:cubicBezTo>
                    <a:pt x="117035" y="10728"/>
                    <a:pt x="117074" y="10048"/>
                    <a:pt x="117322" y="9259"/>
                  </a:cubicBezTo>
                  <a:cubicBezTo>
                    <a:pt x="117430" y="8872"/>
                    <a:pt x="117592" y="8535"/>
                    <a:pt x="117809" y="8249"/>
                  </a:cubicBezTo>
                  <a:cubicBezTo>
                    <a:pt x="118025" y="7963"/>
                    <a:pt x="118281" y="7727"/>
                    <a:pt x="118575" y="7541"/>
                  </a:cubicBezTo>
                  <a:cubicBezTo>
                    <a:pt x="118869" y="7356"/>
                    <a:pt x="119186" y="7220"/>
                    <a:pt x="119526" y="7135"/>
                  </a:cubicBezTo>
                  <a:cubicBezTo>
                    <a:pt x="119866" y="7050"/>
                    <a:pt x="120214" y="7008"/>
                    <a:pt x="120570" y="7008"/>
                  </a:cubicBezTo>
                  <a:cubicBezTo>
                    <a:pt x="120756" y="7008"/>
                    <a:pt x="120949" y="7023"/>
                    <a:pt x="121150" y="7054"/>
                  </a:cubicBezTo>
                  <a:cubicBezTo>
                    <a:pt x="121351" y="7085"/>
                    <a:pt x="121552" y="7124"/>
                    <a:pt x="121754" y="7170"/>
                  </a:cubicBezTo>
                  <a:lnTo>
                    <a:pt x="122032" y="7402"/>
                  </a:lnTo>
                  <a:cubicBezTo>
                    <a:pt x="122032" y="7696"/>
                    <a:pt x="122036" y="8036"/>
                    <a:pt x="122044" y="8423"/>
                  </a:cubicBezTo>
                  <a:cubicBezTo>
                    <a:pt x="122051" y="8810"/>
                    <a:pt x="122055" y="9201"/>
                    <a:pt x="122055" y="9595"/>
                  </a:cubicBezTo>
                  <a:close/>
                  <a:moveTo>
                    <a:pt x="134632" y="11950"/>
                  </a:moveTo>
                  <a:cubicBezTo>
                    <a:pt x="134183" y="12229"/>
                    <a:pt x="133692" y="12496"/>
                    <a:pt x="133159" y="12751"/>
                  </a:cubicBezTo>
                  <a:cubicBezTo>
                    <a:pt x="132625" y="13006"/>
                    <a:pt x="132110" y="13149"/>
                    <a:pt x="131615" y="13180"/>
                  </a:cubicBezTo>
                  <a:cubicBezTo>
                    <a:pt x="131028" y="13227"/>
                    <a:pt x="130533" y="13118"/>
                    <a:pt x="130130" y="12855"/>
                  </a:cubicBezTo>
                  <a:cubicBezTo>
                    <a:pt x="129728" y="12592"/>
                    <a:pt x="129419" y="12236"/>
                    <a:pt x="129202" y="11788"/>
                  </a:cubicBezTo>
                  <a:cubicBezTo>
                    <a:pt x="129233" y="11788"/>
                    <a:pt x="129314" y="11772"/>
                    <a:pt x="129446" y="11741"/>
                  </a:cubicBezTo>
                  <a:cubicBezTo>
                    <a:pt x="129577" y="11710"/>
                    <a:pt x="129883" y="11633"/>
                    <a:pt x="130362" y="11509"/>
                  </a:cubicBezTo>
                  <a:cubicBezTo>
                    <a:pt x="130811" y="11401"/>
                    <a:pt x="131291" y="11277"/>
                    <a:pt x="131801" y="11138"/>
                  </a:cubicBezTo>
                  <a:cubicBezTo>
                    <a:pt x="132312" y="10999"/>
                    <a:pt x="132807" y="10829"/>
                    <a:pt x="133286" y="10628"/>
                  </a:cubicBezTo>
                  <a:cubicBezTo>
                    <a:pt x="133766" y="10427"/>
                    <a:pt x="134207" y="10191"/>
                    <a:pt x="134609" y="9920"/>
                  </a:cubicBezTo>
                  <a:cubicBezTo>
                    <a:pt x="135011" y="9649"/>
                    <a:pt x="135328" y="9328"/>
                    <a:pt x="135560" y="8957"/>
                  </a:cubicBezTo>
                  <a:cubicBezTo>
                    <a:pt x="135684" y="8771"/>
                    <a:pt x="135769" y="8578"/>
                    <a:pt x="135815" y="8377"/>
                  </a:cubicBezTo>
                  <a:cubicBezTo>
                    <a:pt x="135862" y="8176"/>
                    <a:pt x="135885" y="7967"/>
                    <a:pt x="135885" y="7750"/>
                  </a:cubicBezTo>
                  <a:cubicBezTo>
                    <a:pt x="135885" y="7425"/>
                    <a:pt x="135823" y="7101"/>
                    <a:pt x="135699" y="6776"/>
                  </a:cubicBezTo>
                  <a:cubicBezTo>
                    <a:pt x="135576" y="6451"/>
                    <a:pt x="135406" y="6153"/>
                    <a:pt x="135189" y="5882"/>
                  </a:cubicBezTo>
                  <a:cubicBezTo>
                    <a:pt x="134972" y="5612"/>
                    <a:pt x="134717" y="5380"/>
                    <a:pt x="134423" y="5186"/>
                  </a:cubicBezTo>
                  <a:cubicBezTo>
                    <a:pt x="134129" y="4993"/>
                    <a:pt x="133812" y="4857"/>
                    <a:pt x="133472" y="4780"/>
                  </a:cubicBezTo>
                  <a:cubicBezTo>
                    <a:pt x="133116" y="4703"/>
                    <a:pt x="132752" y="4664"/>
                    <a:pt x="132381" y="4664"/>
                  </a:cubicBezTo>
                  <a:cubicBezTo>
                    <a:pt x="131685" y="4664"/>
                    <a:pt x="131012" y="4780"/>
                    <a:pt x="130362" y="5012"/>
                  </a:cubicBezTo>
                  <a:cubicBezTo>
                    <a:pt x="129713" y="5244"/>
                    <a:pt x="129109" y="5554"/>
                    <a:pt x="128552" y="5940"/>
                  </a:cubicBezTo>
                  <a:cubicBezTo>
                    <a:pt x="127856" y="6404"/>
                    <a:pt x="127350" y="7008"/>
                    <a:pt x="127033" y="7750"/>
                  </a:cubicBezTo>
                  <a:cubicBezTo>
                    <a:pt x="126715" y="8493"/>
                    <a:pt x="126557" y="9266"/>
                    <a:pt x="126557" y="10071"/>
                  </a:cubicBezTo>
                  <a:cubicBezTo>
                    <a:pt x="126557" y="10891"/>
                    <a:pt x="126739" y="11691"/>
                    <a:pt x="127102" y="12472"/>
                  </a:cubicBezTo>
                  <a:cubicBezTo>
                    <a:pt x="127466" y="13254"/>
                    <a:pt x="127972" y="13884"/>
                    <a:pt x="128622" y="14364"/>
                  </a:cubicBezTo>
                  <a:cubicBezTo>
                    <a:pt x="129024" y="14642"/>
                    <a:pt x="129457" y="14847"/>
                    <a:pt x="129922" y="14978"/>
                  </a:cubicBezTo>
                  <a:cubicBezTo>
                    <a:pt x="130386" y="15110"/>
                    <a:pt x="130842" y="15176"/>
                    <a:pt x="131291" y="15176"/>
                  </a:cubicBezTo>
                  <a:cubicBezTo>
                    <a:pt x="132049" y="15176"/>
                    <a:pt x="132803" y="15040"/>
                    <a:pt x="133553" y="14770"/>
                  </a:cubicBezTo>
                  <a:cubicBezTo>
                    <a:pt x="134303" y="14499"/>
                    <a:pt x="135003" y="14170"/>
                    <a:pt x="135653" y="13783"/>
                  </a:cubicBezTo>
                  <a:cubicBezTo>
                    <a:pt x="135885" y="13644"/>
                    <a:pt x="136055" y="13493"/>
                    <a:pt x="136164" y="13331"/>
                  </a:cubicBezTo>
                  <a:cubicBezTo>
                    <a:pt x="136272" y="13169"/>
                    <a:pt x="136326" y="13002"/>
                    <a:pt x="136326" y="12832"/>
                  </a:cubicBezTo>
                  <a:cubicBezTo>
                    <a:pt x="136326" y="12662"/>
                    <a:pt x="136283" y="12503"/>
                    <a:pt x="136198" y="12356"/>
                  </a:cubicBezTo>
                  <a:cubicBezTo>
                    <a:pt x="136113" y="12209"/>
                    <a:pt x="135997" y="12090"/>
                    <a:pt x="135850" y="11997"/>
                  </a:cubicBezTo>
                  <a:cubicBezTo>
                    <a:pt x="135703" y="11904"/>
                    <a:pt x="135525" y="11850"/>
                    <a:pt x="135317" y="11834"/>
                  </a:cubicBezTo>
                  <a:cubicBezTo>
                    <a:pt x="135108" y="11819"/>
                    <a:pt x="134880" y="11857"/>
                    <a:pt x="134632" y="11950"/>
                  </a:cubicBezTo>
                  <a:close/>
                  <a:moveTo>
                    <a:pt x="130362" y="7286"/>
                  </a:moveTo>
                  <a:cubicBezTo>
                    <a:pt x="130625" y="7162"/>
                    <a:pt x="130958" y="7035"/>
                    <a:pt x="131360" y="6903"/>
                  </a:cubicBezTo>
                  <a:cubicBezTo>
                    <a:pt x="131762" y="6772"/>
                    <a:pt x="132141" y="6706"/>
                    <a:pt x="132497" y="6706"/>
                  </a:cubicBezTo>
                  <a:cubicBezTo>
                    <a:pt x="132822" y="6706"/>
                    <a:pt x="133101" y="6791"/>
                    <a:pt x="133333" y="6961"/>
                  </a:cubicBezTo>
                  <a:cubicBezTo>
                    <a:pt x="133565" y="7131"/>
                    <a:pt x="133665" y="7441"/>
                    <a:pt x="133634" y="7890"/>
                  </a:cubicBezTo>
                  <a:cubicBezTo>
                    <a:pt x="133541" y="8075"/>
                    <a:pt x="133360" y="8245"/>
                    <a:pt x="133089" y="8400"/>
                  </a:cubicBezTo>
                  <a:cubicBezTo>
                    <a:pt x="132818" y="8555"/>
                    <a:pt x="132524" y="8690"/>
                    <a:pt x="132207" y="8806"/>
                  </a:cubicBezTo>
                  <a:cubicBezTo>
                    <a:pt x="131890" y="8922"/>
                    <a:pt x="131577" y="9023"/>
                    <a:pt x="131267" y="9108"/>
                  </a:cubicBezTo>
                  <a:cubicBezTo>
                    <a:pt x="130958" y="9193"/>
                    <a:pt x="130726" y="9259"/>
                    <a:pt x="130571" y="9305"/>
                  </a:cubicBezTo>
                  <a:cubicBezTo>
                    <a:pt x="130138" y="9429"/>
                    <a:pt x="129806" y="9525"/>
                    <a:pt x="129573" y="9595"/>
                  </a:cubicBezTo>
                  <a:cubicBezTo>
                    <a:pt x="129341" y="9665"/>
                    <a:pt x="129167" y="9715"/>
                    <a:pt x="129051" y="9746"/>
                  </a:cubicBezTo>
                  <a:cubicBezTo>
                    <a:pt x="128935" y="9777"/>
                    <a:pt x="128866" y="9796"/>
                    <a:pt x="128843" y="9804"/>
                  </a:cubicBezTo>
                  <a:lnTo>
                    <a:pt x="128808" y="9815"/>
                  </a:lnTo>
                  <a:cubicBezTo>
                    <a:pt x="128839" y="9274"/>
                    <a:pt x="128978" y="8783"/>
                    <a:pt x="129225" y="8342"/>
                  </a:cubicBezTo>
                  <a:cubicBezTo>
                    <a:pt x="129473" y="7901"/>
                    <a:pt x="129852" y="7549"/>
                    <a:pt x="130362" y="7286"/>
                  </a:cubicBezTo>
                  <a:close/>
                  <a:moveTo>
                    <a:pt x="146281" y="13041"/>
                  </a:moveTo>
                  <a:lnTo>
                    <a:pt x="146257" y="13018"/>
                  </a:lnTo>
                  <a:lnTo>
                    <a:pt x="146118" y="12832"/>
                  </a:lnTo>
                  <a:lnTo>
                    <a:pt x="146118" y="905"/>
                  </a:lnTo>
                  <a:cubicBezTo>
                    <a:pt x="146010" y="596"/>
                    <a:pt x="145851" y="367"/>
                    <a:pt x="145643" y="220"/>
                  </a:cubicBezTo>
                  <a:cubicBezTo>
                    <a:pt x="145434" y="73"/>
                    <a:pt x="145206" y="0"/>
                    <a:pt x="144958" y="0"/>
                  </a:cubicBezTo>
                  <a:cubicBezTo>
                    <a:pt x="144695" y="0"/>
                    <a:pt x="144459" y="81"/>
                    <a:pt x="144250" y="244"/>
                  </a:cubicBezTo>
                  <a:cubicBezTo>
                    <a:pt x="144041" y="406"/>
                    <a:pt x="143898" y="650"/>
                    <a:pt x="143821" y="975"/>
                  </a:cubicBezTo>
                  <a:cubicBezTo>
                    <a:pt x="143821" y="1129"/>
                    <a:pt x="143825" y="1373"/>
                    <a:pt x="143833" y="1706"/>
                  </a:cubicBezTo>
                  <a:cubicBezTo>
                    <a:pt x="143840" y="2038"/>
                    <a:pt x="143844" y="2444"/>
                    <a:pt x="143844" y="2924"/>
                  </a:cubicBezTo>
                  <a:cubicBezTo>
                    <a:pt x="143844" y="3249"/>
                    <a:pt x="143848" y="3585"/>
                    <a:pt x="143856" y="3933"/>
                  </a:cubicBezTo>
                  <a:cubicBezTo>
                    <a:pt x="143864" y="4281"/>
                    <a:pt x="143867" y="4672"/>
                    <a:pt x="143867" y="5105"/>
                  </a:cubicBezTo>
                  <a:cubicBezTo>
                    <a:pt x="143558" y="5028"/>
                    <a:pt x="143241" y="4985"/>
                    <a:pt x="142916" y="4977"/>
                  </a:cubicBezTo>
                  <a:cubicBezTo>
                    <a:pt x="142591" y="4970"/>
                    <a:pt x="142259" y="4966"/>
                    <a:pt x="141918" y="4966"/>
                  </a:cubicBezTo>
                  <a:cubicBezTo>
                    <a:pt x="141501" y="4981"/>
                    <a:pt x="141067" y="5059"/>
                    <a:pt x="140619" y="5198"/>
                  </a:cubicBezTo>
                  <a:cubicBezTo>
                    <a:pt x="140170" y="5337"/>
                    <a:pt x="139768" y="5499"/>
                    <a:pt x="139412" y="5685"/>
                  </a:cubicBezTo>
                  <a:cubicBezTo>
                    <a:pt x="139010" y="5902"/>
                    <a:pt x="138631" y="6172"/>
                    <a:pt x="138275" y="6497"/>
                  </a:cubicBezTo>
                  <a:cubicBezTo>
                    <a:pt x="137919" y="6822"/>
                    <a:pt x="137641" y="7178"/>
                    <a:pt x="137440" y="7565"/>
                  </a:cubicBezTo>
                  <a:cubicBezTo>
                    <a:pt x="137192" y="8044"/>
                    <a:pt x="137014" y="8551"/>
                    <a:pt x="136906" y="9085"/>
                  </a:cubicBezTo>
                  <a:cubicBezTo>
                    <a:pt x="136798" y="9618"/>
                    <a:pt x="136744" y="10156"/>
                    <a:pt x="136744" y="10697"/>
                  </a:cubicBezTo>
                  <a:cubicBezTo>
                    <a:pt x="136744" y="11192"/>
                    <a:pt x="136813" y="11687"/>
                    <a:pt x="136952" y="12182"/>
                  </a:cubicBezTo>
                  <a:cubicBezTo>
                    <a:pt x="137092" y="12677"/>
                    <a:pt x="137308" y="13141"/>
                    <a:pt x="137602" y="13575"/>
                  </a:cubicBezTo>
                  <a:cubicBezTo>
                    <a:pt x="138004" y="14116"/>
                    <a:pt x="138507" y="14518"/>
                    <a:pt x="139110" y="14781"/>
                  </a:cubicBezTo>
                  <a:cubicBezTo>
                    <a:pt x="139714" y="15044"/>
                    <a:pt x="140340" y="15176"/>
                    <a:pt x="140990" y="15176"/>
                  </a:cubicBezTo>
                  <a:cubicBezTo>
                    <a:pt x="141609" y="15176"/>
                    <a:pt x="142201" y="15087"/>
                    <a:pt x="142765" y="14909"/>
                  </a:cubicBezTo>
                  <a:cubicBezTo>
                    <a:pt x="143330" y="14731"/>
                    <a:pt x="143836" y="14456"/>
                    <a:pt x="144285" y="14085"/>
                  </a:cubicBezTo>
                  <a:lnTo>
                    <a:pt x="144564" y="14364"/>
                  </a:lnTo>
                  <a:cubicBezTo>
                    <a:pt x="144842" y="14642"/>
                    <a:pt x="145159" y="14781"/>
                    <a:pt x="145515" y="14781"/>
                  </a:cubicBezTo>
                  <a:cubicBezTo>
                    <a:pt x="145824" y="14781"/>
                    <a:pt x="146076" y="14685"/>
                    <a:pt x="146269" y="14491"/>
                  </a:cubicBezTo>
                  <a:cubicBezTo>
                    <a:pt x="146462" y="14298"/>
                    <a:pt x="146559" y="14070"/>
                    <a:pt x="146559" y="13807"/>
                  </a:cubicBezTo>
                  <a:cubicBezTo>
                    <a:pt x="146559" y="13698"/>
                    <a:pt x="146540" y="13582"/>
                    <a:pt x="146501" y="13459"/>
                  </a:cubicBezTo>
                  <a:cubicBezTo>
                    <a:pt x="146462" y="13335"/>
                    <a:pt x="146389" y="13196"/>
                    <a:pt x="146281" y="13041"/>
                  </a:cubicBezTo>
                  <a:close/>
                  <a:moveTo>
                    <a:pt x="143891" y="11695"/>
                  </a:moveTo>
                  <a:lnTo>
                    <a:pt x="143287" y="12159"/>
                  </a:lnTo>
                  <a:cubicBezTo>
                    <a:pt x="142684" y="12623"/>
                    <a:pt x="142085" y="12878"/>
                    <a:pt x="141489" y="12925"/>
                  </a:cubicBezTo>
                  <a:cubicBezTo>
                    <a:pt x="140893" y="12971"/>
                    <a:pt x="140379" y="12855"/>
                    <a:pt x="139946" y="12577"/>
                  </a:cubicBezTo>
                  <a:cubicBezTo>
                    <a:pt x="139513" y="12298"/>
                    <a:pt x="139211" y="11873"/>
                    <a:pt x="139041" y="11301"/>
                  </a:cubicBezTo>
                  <a:cubicBezTo>
                    <a:pt x="138871" y="10728"/>
                    <a:pt x="138909" y="10048"/>
                    <a:pt x="139157" y="9259"/>
                  </a:cubicBezTo>
                  <a:cubicBezTo>
                    <a:pt x="139265" y="8872"/>
                    <a:pt x="139428" y="8535"/>
                    <a:pt x="139644" y="8249"/>
                  </a:cubicBezTo>
                  <a:cubicBezTo>
                    <a:pt x="139861" y="7963"/>
                    <a:pt x="140116" y="7727"/>
                    <a:pt x="140410" y="7541"/>
                  </a:cubicBezTo>
                  <a:cubicBezTo>
                    <a:pt x="140704" y="7356"/>
                    <a:pt x="141021" y="7220"/>
                    <a:pt x="141361" y="7135"/>
                  </a:cubicBezTo>
                  <a:cubicBezTo>
                    <a:pt x="141702" y="7050"/>
                    <a:pt x="142050" y="7008"/>
                    <a:pt x="142406" y="7008"/>
                  </a:cubicBezTo>
                  <a:cubicBezTo>
                    <a:pt x="142591" y="7008"/>
                    <a:pt x="142785" y="7023"/>
                    <a:pt x="142986" y="7054"/>
                  </a:cubicBezTo>
                  <a:cubicBezTo>
                    <a:pt x="143187" y="7085"/>
                    <a:pt x="143388" y="7124"/>
                    <a:pt x="143589" y="7170"/>
                  </a:cubicBezTo>
                  <a:lnTo>
                    <a:pt x="143867" y="7402"/>
                  </a:lnTo>
                  <a:cubicBezTo>
                    <a:pt x="143867" y="7696"/>
                    <a:pt x="143871" y="8036"/>
                    <a:pt x="143879" y="8423"/>
                  </a:cubicBezTo>
                  <a:cubicBezTo>
                    <a:pt x="143887" y="8810"/>
                    <a:pt x="143891" y="9201"/>
                    <a:pt x="143891" y="9595"/>
                  </a:cubicBezTo>
                  <a:close/>
                  <a:moveTo>
                    <a:pt x="164496" y="11950"/>
                  </a:moveTo>
                  <a:cubicBezTo>
                    <a:pt x="164048" y="12229"/>
                    <a:pt x="163556" y="12496"/>
                    <a:pt x="163023" y="12751"/>
                  </a:cubicBezTo>
                  <a:cubicBezTo>
                    <a:pt x="162489" y="13006"/>
                    <a:pt x="161975" y="13149"/>
                    <a:pt x="161480" y="13180"/>
                  </a:cubicBezTo>
                  <a:cubicBezTo>
                    <a:pt x="160892" y="13227"/>
                    <a:pt x="160397" y="13118"/>
                    <a:pt x="159994" y="12855"/>
                  </a:cubicBezTo>
                  <a:cubicBezTo>
                    <a:pt x="159592" y="12592"/>
                    <a:pt x="159283" y="12236"/>
                    <a:pt x="159066" y="11788"/>
                  </a:cubicBezTo>
                  <a:cubicBezTo>
                    <a:pt x="159097" y="11788"/>
                    <a:pt x="159178" y="11772"/>
                    <a:pt x="159310" y="11741"/>
                  </a:cubicBezTo>
                  <a:cubicBezTo>
                    <a:pt x="159441" y="11710"/>
                    <a:pt x="159747" y="11633"/>
                    <a:pt x="160227" y="11509"/>
                  </a:cubicBezTo>
                  <a:cubicBezTo>
                    <a:pt x="160675" y="11401"/>
                    <a:pt x="161155" y="11277"/>
                    <a:pt x="161665" y="11138"/>
                  </a:cubicBezTo>
                  <a:cubicBezTo>
                    <a:pt x="162176" y="10999"/>
                    <a:pt x="162671" y="10829"/>
                    <a:pt x="163150" y="10628"/>
                  </a:cubicBezTo>
                  <a:cubicBezTo>
                    <a:pt x="163630" y="10427"/>
                    <a:pt x="164071" y="10191"/>
                    <a:pt x="164473" y="9920"/>
                  </a:cubicBezTo>
                  <a:cubicBezTo>
                    <a:pt x="164875" y="9649"/>
                    <a:pt x="165192" y="9328"/>
                    <a:pt x="165424" y="8957"/>
                  </a:cubicBezTo>
                  <a:cubicBezTo>
                    <a:pt x="165548" y="8771"/>
                    <a:pt x="165633" y="8578"/>
                    <a:pt x="165680" y="8377"/>
                  </a:cubicBezTo>
                  <a:cubicBezTo>
                    <a:pt x="165726" y="8176"/>
                    <a:pt x="165749" y="7967"/>
                    <a:pt x="165749" y="7750"/>
                  </a:cubicBezTo>
                  <a:cubicBezTo>
                    <a:pt x="165749" y="7425"/>
                    <a:pt x="165687" y="7101"/>
                    <a:pt x="165564" y="6776"/>
                  </a:cubicBezTo>
                  <a:cubicBezTo>
                    <a:pt x="165440" y="6451"/>
                    <a:pt x="165270" y="6153"/>
                    <a:pt x="165053" y="5882"/>
                  </a:cubicBezTo>
                  <a:cubicBezTo>
                    <a:pt x="164836" y="5612"/>
                    <a:pt x="164581" y="5380"/>
                    <a:pt x="164287" y="5186"/>
                  </a:cubicBezTo>
                  <a:cubicBezTo>
                    <a:pt x="163993" y="4993"/>
                    <a:pt x="163676" y="4857"/>
                    <a:pt x="163336" y="4780"/>
                  </a:cubicBezTo>
                  <a:cubicBezTo>
                    <a:pt x="162980" y="4703"/>
                    <a:pt x="162617" y="4664"/>
                    <a:pt x="162245" y="4664"/>
                  </a:cubicBezTo>
                  <a:cubicBezTo>
                    <a:pt x="161549" y="4664"/>
                    <a:pt x="160876" y="4780"/>
                    <a:pt x="160227" y="5012"/>
                  </a:cubicBezTo>
                  <a:cubicBezTo>
                    <a:pt x="159577" y="5244"/>
                    <a:pt x="158973" y="5554"/>
                    <a:pt x="158417" y="5940"/>
                  </a:cubicBezTo>
                  <a:cubicBezTo>
                    <a:pt x="157720" y="6404"/>
                    <a:pt x="157214" y="7008"/>
                    <a:pt x="156897" y="7750"/>
                  </a:cubicBezTo>
                  <a:cubicBezTo>
                    <a:pt x="156580" y="8493"/>
                    <a:pt x="156421" y="9266"/>
                    <a:pt x="156421" y="10071"/>
                  </a:cubicBezTo>
                  <a:cubicBezTo>
                    <a:pt x="156421" y="10891"/>
                    <a:pt x="156603" y="11691"/>
                    <a:pt x="156966" y="12472"/>
                  </a:cubicBezTo>
                  <a:cubicBezTo>
                    <a:pt x="157330" y="13254"/>
                    <a:pt x="157836" y="13884"/>
                    <a:pt x="158486" y="14364"/>
                  </a:cubicBezTo>
                  <a:cubicBezTo>
                    <a:pt x="158888" y="14642"/>
                    <a:pt x="159322" y="14847"/>
                    <a:pt x="159786" y="14978"/>
                  </a:cubicBezTo>
                  <a:cubicBezTo>
                    <a:pt x="160250" y="15110"/>
                    <a:pt x="160706" y="15176"/>
                    <a:pt x="161155" y="15176"/>
                  </a:cubicBezTo>
                  <a:cubicBezTo>
                    <a:pt x="161913" y="15176"/>
                    <a:pt x="162667" y="15040"/>
                    <a:pt x="163417" y="14770"/>
                  </a:cubicBezTo>
                  <a:cubicBezTo>
                    <a:pt x="164167" y="14499"/>
                    <a:pt x="164867" y="14170"/>
                    <a:pt x="165517" y="13783"/>
                  </a:cubicBezTo>
                  <a:cubicBezTo>
                    <a:pt x="165749" y="13644"/>
                    <a:pt x="165919" y="13493"/>
                    <a:pt x="166028" y="13331"/>
                  </a:cubicBezTo>
                  <a:cubicBezTo>
                    <a:pt x="166136" y="13169"/>
                    <a:pt x="166190" y="13002"/>
                    <a:pt x="166190" y="12832"/>
                  </a:cubicBezTo>
                  <a:cubicBezTo>
                    <a:pt x="166190" y="12662"/>
                    <a:pt x="166148" y="12503"/>
                    <a:pt x="166062" y="12356"/>
                  </a:cubicBezTo>
                  <a:cubicBezTo>
                    <a:pt x="165977" y="12209"/>
                    <a:pt x="165861" y="12090"/>
                    <a:pt x="165714" y="11997"/>
                  </a:cubicBezTo>
                  <a:cubicBezTo>
                    <a:pt x="165567" y="11904"/>
                    <a:pt x="165390" y="11850"/>
                    <a:pt x="165181" y="11834"/>
                  </a:cubicBezTo>
                  <a:cubicBezTo>
                    <a:pt x="164972" y="11819"/>
                    <a:pt x="164744" y="11857"/>
                    <a:pt x="164496" y="11950"/>
                  </a:cubicBezTo>
                  <a:close/>
                  <a:moveTo>
                    <a:pt x="160227" y="7286"/>
                  </a:moveTo>
                  <a:cubicBezTo>
                    <a:pt x="160490" y="7162"/>
                    <a:pt x="160822" y="7035"/>
                    <a:pt x="161224" y="6903"/>
                  </a:cubicBezTo>
                  <a:cubicBezTo>
                    <a:pt x="161627" y="6772"/>
                    <a:pt x="162006" y="6706"/>
                    <a:pt x="162361" y="6706"/>
                  </a:cubicBezTo>
                  <a:cubicBezTo>
                    <a:pt x="162686" y="6706"/>
                    <a:pt x="162965" y="6791"/>
                    <a:pt x="163197" y="6961"/>
                  </a:cubicBezTo>
                  <a:cubicBezTo>
                    <a:pt x="163429" y="7131"/>
                    <a:pt x="163529" y="7441"/>
                    <a:pt x="163498" y="7890"/>
                  </a:cubicBezTo>
                  <a:cubicBezTo>
                    <a:pt x="163406" y="8075"/>
                    <a:pt x="163224" y="8245"/>
                    <a:pt x="162953" y="8400"/>
                  </a:cubicBezTo>
                  <a:cubicBezTo>
                    <a:pt x="162682" y="8555"/>
                    <a:pt x="162388" y="8690"/>
                    <a:pt x="162071" y="8806"/>
                  </a:cubicBezTo>
                  <a:cubicBezTo>
                    <a:pt x="161754" y="8922"/>
                    <a:pt x="161441" y="9023"/>
                    <a:pt x="161131" y="9108"/>
                  </a:cubicBezTo>
                  <a:cubicBezTo>
                    <a:pt x="160822" y="9193"/>
                    <a:pt x="160590" y="9259"/>
                    <a:pt x="160435" y="9305"/>
                  </a:cubicBezTo>
                  <a:cubicBezTo>
                    <a:pt x="160002" y="9429"/>
                    <a:pt x="159670" y="9525"/>
                    <a:pt x="159438" y="9595"/>
                  </a:cubicBezTo>
                  <a:cubicBezTo>
                    <a:pt x="159206" y="9665"/>
                    <a:pt x="159031" y="9715"/>
                    <a:pt x="158915" y="9746"/>
                  </a:cubicBezTo>
                  <a:cubicBezTo>
                    <a:pt x="158799" y="9777"/>
                    <a:pt x="158730" y="9796"/>
                    <a:pt x="158707" y="9804"/>
                  </a:cubicBezTo>
                  <a:lnTo>
                    <a:pt x="158672" y="9815"/>
                  </a:lnTo>
                  <a:cubicBezTo>
                    <a:pt x="158703" y="9274"/>
                    <a:pt x="158842" y="8783"/>
                    <a:pt x="159090" y="8342"/>
                  </a:cubicBezTo>
                  <a:cubicBezTo>
                    <a:pt x="159337" y="7901"/>
                    <a:pt x="159716" y="7549"/>
                    <a:pt x="160227" y="7286"/>
                  </a:cubicBezTo>
                  <a:close/>
                  <a:moveTo>
                    <a:pt x="173615" y="5105"/>
                  </a:moveTo>
                  <a:cubicBezTo>
                    <a:pt x="173414" y="5801"/>
                    <a:pt x="173206" y="6474"/>
                    <a:pt x="172989" y="7124"/>
                  </a:cubicBezTo>
                  <a:cubicBezTo>
                    <a:pt x="172772" y="7773"/>
                    <a:pt x="172548" y="8423"/>
                    <a:pt x="172316" y="9073"/>
                  </a:cubicBezTo>
                  <a:cubicBezTo>
                    <a:pt x="172208" y="9382"/>
                    <a:pt x="172119" y="9645"/>
                    <a:pt x="172049" y="9862"/>
                  </a:cubicBezTo>
                  <a:cubicBezTo>
                    <a:pt x="171980" y="10078"/>
                    <a:pt x="171922" y="10264"/>
                    <a:pt x="171875" y="10419"/>
                  </a:cubicBezTo>
                  <a:cubicBezTo>
                    <a:pt x="171829" y="10573"/>
                    <a:pt x="171786" y="10709"/>
                    <a:pt x="171748" y="10825"/>
                  </a:cubicBezTo>
                  <a:cubicBezTo>
                    <a:pt x="171709" y="10941"/>
                    <a:pt x="171666" y="11053"/>
                    <a:pt x="171620" y="11161"/>
                  </a:cubicBezTo>
                  <a:cubicBezTo>
                    <a:pt x="171187" y="10063"/>
                    <a:pt x="170750" y="9015"/>
                    <a:pt x="170309" y="8017"/>
                  </a:cubicBezTo>
                  <a:cubicBezTo>
                    <a:pt x="169868" y="7019"/>
                    <a:pt x="169423" y="6056"/>
                    <a:pt x="168975" y="5128"/>
                  </a:cubicBezTo>
                  <a:cubicBezTo>
                    <a:pt x="168650" y="4710"/>
                    <a:pt x="168286" y="4502"/>
                    <a:pt x="167884" y="4502"/>
                  </a:cubicBezTo>
                  <a:cubicBezTo>
                    <a:pt x="167698" y="4502"/>
                    <a:pt x="167528" y="4544"/>
                    <a:pt x="167373" y="4629"/>
                  </a:cubicBezTo>
                  <a:cubicBezTo>
                    <a:pt x="167219" y="4714"/>
                    <a:pt x="167095" y="4830"/>
                    <a:pt x="167002" y="4977"/>
                  </a:cubicBezTo>
                  <a:cubicBezTo>
                    <a:pt x="166909" y="5124"/>
                    <a:pt x="166859" y="5294"/>
                    <a:pt x="166851" y="5488"/>
                  </a:cubicBezTo>
                  <a:cubicBezTo>
                    <a:pt x="166844" y="5681"/>
                    <a:pt x="166886" y="5886"/>
                    <a:pt x="166979" y="6103"/>
                  </a:cubicBezTo>
                  <a:cubicBezTo>
                    <a:pt x="167660" y="7464"/>
                    <a:pt x="168294" y="8860"/>
                    <a:pt x="168882" y="10291"/>
                  </a:cubicBezTo>
                  <a:cubicBezTo>
                    <a:pt x="169470" y="11722"/>
                    <a:pt x="170034" y="13165"/>
                    <a:pt x="170576" y="14619"/>
                  </a:cubicBezTo>
                  <a:cubicBezTo>
                    <a:pt x="170777" y="15036"/>
                    <a:pt x="171125" y="15245"/>
                    <a:pt x="171620" y="15245"/>
                  </a:cubicBezTo>
                  <a:cubicBezTo>
                    <a:pt x="171991" y="15245"/>
                    <a:pt x="172316" y="15083"/>
                    <a:pt x="172594" y="14758"/>
                  </a:cubicBezTo>
                  <a:cubicBezTo>
                    <a:pt x="172811" y="14278"/>
                    <a:pt x="173020" y="13760"/>
                    <a:pt x="173221" y="13203"/>
                  </a:cubicBezTo>
                  <a:cubicBezTo>
                    <a:pt x="173422" y="12646"/>
                    <a:pt x="173623" y="12082"/>
                    <a:pt x="173824" y="11509"/>
                  </a:cubicBezTo>
                  <a:lnTo>
                    <a:pt x="174219" y="10465"/>
                  </a:lnTo>
                  <a:lnTo>
                    <a:pt x="174590" y="9444"/>
                  </a:lnTo>
                  <a:lnTo>
                    <a:pt x="174567" y="9444"/>
                  </a:lnTo>
                  <a:cubicBezTo>
                    <a:pt x="174783" y="8825"/>
                    <a:pt x="175000" y="8210"/>
                    <a:pt x="175217" y="7599"/>
                  </a:cubicBezTo>
                  <a:cubicBezTo>
                    <a:pt x="175433" y="6988"/>
                    <a:pt x="175627" y="6358"/>
                    <a:pt x="175797" y="5708"/>
                  </a:cubicBezTo>
                  <a:cubicBezTo>
                    <a:pt x="175828" y="5306"/>
                    <a:pt x="175731" y="5001"/>
                    <a:pt x="175507" y="4792"/>
                  </a:cubicBezTo>
                  <a:cubicBezTo>
                    <a:pt x="175282" y="4583"/>
                    <a:pt x="175023" y="4478"/>
                    <a:pt x="174729" y="4478"/>
                  </a:cubicBezTo>
                  <a:cubicBezTo>
                    <a:pt x="174528" y="4478"/>
                    <a:pt x="174323" y="4529"/>
                    <a:pt x="174114" y="4629"/>
                  </a:cubicBezTo>
                  <a:cubicBezTo>
                    <a:pt x="173906" y="4730"/>
                    <a:pt x="173739" y="4888"/>
                    <a:pt x="173615" y="5105"/>
                  </a:cubicBezTo>
                  <a:close/>
                  <a:moveTo>
                    <a:pt x="186865" y="13714"/>
                  </a:moveTo>
                  <a:cubicBezTo>
                    <a:pt x="186896" y="13683"/>
                    <a:pt x="186877" y="13613"/>
                    <a:pt x="186807" y="13505"/>
                  </a:cubicBezTo>
                  <a:cubicBezTo>
                    <a:pt x="186738" y="13397"/>
                    <a:pt x="186649" y="13257"/>
                    <a:pt x="186540" y="13087"/>
                  </a:cubicBezTo>
                  <a:lnTo>
                    <a:pt x="186564" y="13087"/>
                  </a:lnTo>
                  <a:cubicBezTo>
                    <a:pt x="186440" y="12902"/>
                    <a:pt x="186320" y="12693"/>
                    <a:pt x="186204" y="12461"/>
                  </a:cubicBezTo>
                  <a:cubicBezTo>
                    <a:pt x="186088" y="12229"/>
                    <a:pt x="186014" y="12028"/>
                    <a:pt x="185983" y="11857"/>
                  </a:cubicBezTo>
                  <a:cubicBezTo>
                    <a:pt x="185906" y="11301"/>
                    <a:pt x="185852" y="10732"/>
                    <a:pt x="185821" y="10152"/>
                  </a:cubicBezTo>
                  <a:cubicBezTo>
                    <a:pt x="185790" y="9572"/>
                    <a:pt x="185775" y="9011"/>
                    <a:pt x="185775" y="8470"/>
                  </a:cubicBezTo>
                  <a:lnTo>
                    <a:pt x="185775" y="8075"/>
                  </a:lnTo>
                  <a:cubicBezTo>
                    <a:pt x="185775" y="7936"/>
                    <a:pt x="185778" y="7762"/>
                    <a:pt x="185786" y="7553"/>
                  </a:cubicBezTo>
                  <a:cubicBezTo>
                    <a:pt x="185794" y="7344"/>
                    <a:pt x="185798" y="7085"/>
                    <a:pt x="185798" y="6776"/>
                  </a:cubicBezTo>
                  <a:lnTo>
                    <a:pt x="185798" y="5615"/>
                  </a:lnTo>
                  <a:cubicBezTo>
                    <a:pt x="185628" y="5167"/>
                    <a:pt x="185353" y="4885"/>
                    <a:pt x="184974" y="4769"/>
                  </a:cubicBezTo>
                  <a:cubicBezTo>
                    <a:pt x="184595" y="4652"/>
                    <a:pt x="184166" y="4594"/>
                    <a:pt x="183686" y="4594"/>
                  </a:cubicBezTo>
                  <a:cubicBezTo>
                    <a:pt x="183439" y="4594"/>
                    <a:pt x="183183" y="4614"/>
                    <a:pt x="182920" y="4652"/>
                  </a:cubicBezTo>
                  <a:cubicBezTo>
                    <a:pt x="182657" y="4691"/>
                    <a:pt x="182402" y="4745"/>
                    <a:pt x="182155" y="4815"/>
                  </a:cubicBezTo>
                  <a:cubicBezTo>
                    <a:pt x="181907" y="4885"/>
                    <a:pt x="181687" y="4958"/>
                    <a:pt x="181493" y="5035"/>
                  </a:cubicBezTo>
                  <a:cubicBezTo>
                    <a:pt x="181300" y="5113"/>
                    <a:pt x="181149" y="5182"/>
                    <a:pt x="181041" y="5244"/>
                  </a:cubicBezTo>
                  <a:cubicBezTo>
                    <a:pt x="180530" y="5569"/>
                    <a:pt x="180055" y="5940"/>
                    <a:pt x="179614" y="6358"/>
                  </a:cubicBezTo>
                  <a:cubicBezTo>
                    <a:pt x="179173" y="6776"/>
                    <a:pt x="178782" y="7236"/>
                    <a:pt x="178442" y="7739"/>
                  </a:cubicBezTo>
                  <a:cubicBezTo>
                    <a:pt x="178102" y="8241"/>
                    <a:pt x="177835" y="8783"/>
                    <a:pt x="177641" y="9363"/>
                  </a:cubicBezTo>
                  <a:cubicBezTo>
                    <a:pt x="177448" y="9943"/>
                    <a:pt x="177351" y="10558"/>
                    <a:pt x="177351" y="11208"/>
                  </a:cubicBezTo>
                  <a:cubicBezTo>
                    <a:pt x="177351" y="11842"/>
                    <a:pt x="177475" y="12445"/>
                    <a:pt x="177723" y="13018"/>
                  </a:cubicBezTo>
                  <a:cubicBezTo>
                    <a:pt x="177970" y="13590"/>
                    <a:pt x="178388" y="14085"/>
                    <a:pt x="178976" y="14503"/>
                  </a:cubicBezTo>
                  <a:cubicBezTo>
                    <a:pt x="179378" y="14766"/>
                    <a:pt x="179776" y="14940"/>
                    <a:pt x="180171" y="15025"/>
                  </a:cubicBezTo>
                  <a:cubicBezTo>
                    <a:pt x="180565" y="15110"/>
                    <a:pt x="180971" y="15152"/>
                    <a:pt x="181389" y="15152"/>
                  </a:cubicBezTo>
                  <a:cubicBezTo>
                    <a:pt x="181961" y="15152"/>
                    <a:pt x="182491" y="15094"/>
                    <a:pt x="182978" y="14978"/>
                  </a:cubicBezTo>
                  <a:cubicBezTo>
                    <a:pt x="183466" y="14862"/>
                    <a:pt x="183988" y="14596"/>
                    <a:pt x="184545" y="14178"/>
                  </a:cubicBezTo>
                  <a:cubicBezTo>
                    <a:pt x="184622" y="14302"/>
                    <a:pt x="184719" y="14429"/>
                    <a:pt x="184835" y="14561"/>
                  </a:cubicBezTo>
                  <a:cubicBezTo>
                    <a:pt x="184951" y="14692"/>
                    <a:pt x="185071" y="14820"/>
                    <a:pt x="185194" y="14944"/>
                  </a:cubicBezTo>
                  <a:cubicBezTo>
                    <a:pt x="185473" y="15083"/>
                    <a:pt x="185736" y="15141"/>
                    <a:pt x="185983" y="15118"/>
                  </a:cubicBezTo>
                  <a:cubicBezTo>
                    <a:pt x="186231" y="15094"/>
                    <a:pt x="186436" y="15017"/>
                    <a:pt x="186598" y="14886"/>
                  </a:cubicBezTo>
                  <a:cubicBezTo>
                    <a:pt x="186761" y="14754"/>
                    <a:pt x="186869" y="14584"/>
                    <a:pt x="186923" y="14375"/>
                  </a:cubicBezTo>
                  <a:cubicBezTo>
                    <a:pt x="186977" y="14166"/>
                    <a:pt x="186958" y="13946"/>
                    <a:pt x="186865" y="13714"/>
                  </a:cubicBezTo>
                  <a:close/>
                  <a:moveTo>
                    <a:pt x="183733" y="12066"/>
                  </a:moveTo>
                  <a:cubicBezTo>
                    <a:pt x="183207" y="12499"/>
                    <a:pt x="182773" y="12817"/>
                    <a:pt x="182433" y="13018"/>
                  </a:cubicBezTo>
                  <a:cubicBezTo>
                    <a:pt x="182155" y="13110"/>
                    <a:pt x="181865" y="13157"/>
                    <a:pt x="181563" y="13157"/>
                  </a:cubicBezTo>
                  <a:cubicBezTo>
                    <a:pt x="181261" y="13157"/>
                    <a:pt x="180979" y="13099"/>
                    <a:pt x="180716" y="12983"/>
                  </a:cubicBezTo>
                  <a:cubicBezTo>
                    <a:pt x="180453" y="12867"/>
                    <a:pt x="180225" y="12697"/>
                    <a:pt x="180031" y="12472"/>
                  </a:cubicBezTo>
                  <a:cubicBezTo>
                    <a:pt x="179838" y="12248"/>
                    <a:pt x="179718" y="11966"/>
                    <a:pt x="179672" y="11625"/>
                  </a:cubicBezTo>
                  <a:cubicBezTo>
                    <a:pt x="179594" y="11192"/>
                    <a:pt x="179606" y="10748"/>
                    <a:pt x="179707" y="10291"/>
                  </a:cubicBezTo>
                  <a:cubicBezTo>
                    <a:pt x="179807" y="9835"/>
                    <a:pt x="179966" y="9398"/>
                    <a:pt x="180182" y="8980"/>
                  </a:cubicBezTo>
                  <a:cubicBezTo>
                    <a:pt x="180399" y="8562"/>
                    <a:pt x="180673" y="8183"/>
                    <a:pt x="181006" y="7843"/>
                  </a:cubicBezTo>
                  <a:cubicBezTo>
                    <a:pt x="181339" y="7503"/>
                    <a:pt x="181714" y="7240"/>
                    <a:pt x="182131" y="7054"/>
                  </a:cubicBezTo>
                  <a:cubicBezTo>
                    <a:pt x="182240" y="7008"/>
                    <a:pt x="182429" y="6930"/>
                    <a:pt x="182700" y="6822"/>
                  </a:cubicBezTo>
                  <a:cubicBezTo>
                    <a:pt x="182971" y="6714"/>
                    <a:pt x="183238" y="6644"/>
                    <a:pt x="183501" y="6613"/>
                  </a:cubicBezTo>
                  <a:cubicBezTo>
                    <a:pt x="183501" y="6923"/>
                    <a:pt x="183493" y="7240"/>
                    <a:pt x="183477" y="7565"/>
                  </a:cubicBezTo>
                  <a:cubicBezTo>
                    <a:pt x="183462" y="7890"/>
                    <a:pt x="183454" y="8253"/>
                    <a:pt x="183454" y="8655"/>
                  </a:cubicBezTo>
                  <a:cubicBezTo>
                    <a:pt x="183454" y="9228"/>
                    <a:pt x="183470" y="9804"/>
                    <a:pt x="183501" y="10384"/>
                  </a:cubicBezTo>
                  <a:cubicBezTo>
                    <a:pt x="183531" y="10964"/>
                    <a:pt x="183609" y="11525"/>
                    <a:pt x="183733" y="12066"/>
                  </a:cubicBezTo>
                  <a:close/>
                  <a:moveTo>
                    <a:pt x="191622" y="13551"/>
                  </a:moveTo>
                  <a:lnTo>
                    <a:pt x="191506" y="13493"/>
                  </a:lnTo>
                  <a:cubicBezTo>
                    <a:pt x="191460" y="13470"/>
                    <a:pt x="191421" y="13443"/>
                    <a:pt x="191390" y="13412"/>
                  </a:cubicBezTo>
                  <a:lnTo>
                    <a:pt x="191390" y="1114"/>
                  </a:lnTo>
                  <a:cubicBezTo>
                    <a:pt x="191282" y="820"/>
                    <a:pt x="191127" y="599"/>
                    <a:pt x="190926" y="452"/>
                  </a:cubicBezTo>
                  <a:cubicBezTo>
                    <a:pt x="190725" y="306"/>
                    <a:pt x="190493" y="232"/>
                    <a:pt x="190230" y="232"/>
                  </a:cubicBezTo>
                  <a:cubicBezTo>
                    <a:pt x="189967" y="232"/>
                    <a:pt x="189735" y="313"/>
                    <a:pt x="189534" y="476"/>
                  </a:cubicBezTo>
                  <a:cubicBezTo>
                    <a:pt x="189333" y="638"/>
                    <a:pt x="189193" y="874"/>
                    <a:pt x="189116" y="1183"/>
                  </a:cubicBezTo>
                  <a:lnTo>
                    <a:pt x="189116" y="13899"/>
                  </a:lnTo>
                  <a:cubicBezTo>
                    <a:pt x="189147" y="14085"/>
                    <a:pt x="189186" y="14232"/>
                    <a:pt x="189232" y="14340"/>
                  </a:cubicBezTo>
                  <a:cubicBezTo>
                    <a:pt x="189278" y="14449"/>
                    <a:pt x="189371" y="14565"/>
                    <a:pt x="189510" y="14688"/>
                  </a:cubicBezTo>
                  <a:lnTo>
                    <a:pt x="190508" y="15338"/>
                  </a:lnTo>
                  <a:cubicBezTo>
                    <a:pt x="190740" y="15462"/>
                    <a:pt x="190961" y="15520"/>
                    <a:pt x="191170" y="15512"/>
                  </a:cubicBezTo>
                  <a:cubicBezTo>
                    <a:pt x="191378" y="15504"/>
                    <a:pt x="191560" y="15454"/>
                    <a:pt x="191715" y="15361"/>
                  </a:cubicBezTo>
                  <a:cubicBezTo>
                    <a:pt x="191870" y="15269"/>
                    <a:pt x="191993" y="15145"/>
                    <a:pt x="192086" y="14990"/>
                  </a:cubicBezTo>
                  <a:cubicBezTo>
                    <a:pt x="192179" y="14835"/>
                    <a:pt x="192225" y="14665"/>
                    <a:pt x="192225" y="14480"/>
                  </a:cubicBezTo>
                  <a:cubicBezTo>
                    <a:pt x="192225" y="14155"/>
                    <a:pt x="192024" y="13845"/>
                    <a:pt x="191622" y="13551"/>
                  </a:cubicBezTo>
                  <a:close/>
                  <a:moveTo>
                    <a:pt x="204361" y="13087"/>
                  </a:moveTo>
                  <a:cubicBezTo>
                    <a:pt x="204191" y="12886"/>
                    <a:pt x="204052" y="12627"/>
                    <a:pt x="203944" y="12310"/>
                  </a:cubicBezTo>
                  <a:cubicBezTo>
                    <a:pt x="203835" y="11993"/>
                    <a:pt x="203746" y="11641"/>
                    <a:pt x="203677" y="11254"/>
                  </a:cubicBezTo>
                  <a:cubicBezTo>
                    <a:pt x="203607" y="10867"/>
                    <a:pt x="203561" y="10461"/>
                    <a:pt x="203538" y="10036"/>
                  </a:cubicBezTo>
                  <a:cubicBezTo>
                    <a:pt x="203514" y="9610"/>
                    <a:pt x="203503" y="9189"/>
                    <a:pt x="203503" y="8771"/>
                  </a:cubicBezTo>
                  <a:cubicBezTo>
                    <a:pt x="203503" y="8462"/>
                    <a:pt x="203510" y="8160"/>
                    <a:pt x="203526" y="7866"/>
                  </a:cubicBezTo>
                  <a:cubicBezTo>
                    <a:pt x="203541" y="7572"/>
                    <a:pt x="203565" y="7294"/>
                    <a:pt x="203596" y="7031"/>
                  </a:cubicBezTo>
                  <a:cubicBezTo>
                    <a:pt x="203642" y="6613"/>
                    <a:pt x="203665" y="6242"/>
                    <a:pt x="203665" y="5917"/>
                  </a:cubicBezTo>
                  <a:cubicBezTo>
                    <a:pt x="203665" y="5546"/>
                    <a:pt x="203553" y="5267"/>
                    <a:pt x="203329" y="5082"/>
                  </a:cubicBezTo>
                  <a:cubicBezTo>
                    <a:pt x="203104" y="4896"/>
                    <a:pt x="202853" y="4803"/>
                    <a:pt x="202575" y="4803"/>
                  </a:cubicBezTo>
                  <a:cubicBezTo>
                    <a:pt x="202219" y="4803"/>
                    <a:pt x="201952" y="4923"/>
                    <a:pt x="201774" y="5163"/>
                  </a:cubicBezTo>
                  <a:cubicBezTo>
                    <a:pt x="201596" y="5403"/>
                    <a:pt x="201465" y="5712"/>
                    <a:pt x="201380" y="6091"/>
                  </a:cubicBezTo>
                  <a:cubicBezTo>
                    <a:pt x="201294" y="6470"/>
                    <a:pt x="201248" y="6892"/>
                    <a:pt x="201240" y="7356"/>
                  </a:cubicBezTo>
                  <a:cubicBezTo>
                    <a:pt x="201233" y="7820"/>
                    <a:pt x="201229" y="8276"/>
                    <a:pt x="201229" y="8725"/>
                  </a:cubicBezTo>
                  <a:cubicBezTo>
                    <a:pt x="201229" y="9498"/>
                    <a:pt x="201275" y="10256"/>
                    <a:pt x="201368" y="10999"/>
                  </a:cubicBezTo>
                  <a:cubicBezTo>
                    <a:pt x="201012" y="11448"/>
                    <a:pt x="200641" y="11846"/>
                    <a:pt x="200254" y="12194"/>
                  </a:cubicBezTo>
                  <a:cubicBezTo>
                    <a:pt x="199867" y="12542"/>
                    <a:pt x="199450" y="12716"/>
                    <a:pt x="199001" y="12716"/>
                  </a:cubicBezTo>
                  <a:cubicBezTo>
                    <a:pt x="198444" y="12716"/>
                    <a:pt x="198003" y="12453"/>
                    <a:pt x="197678" y="11927"/>
                  </a:cubicBezTo>
                  <a:cubicBezTo>
                    <a:pt x="197354" y="11401"/>
                    <a:pt x="197191" y="10720"/>
                    <a:pt x="197191" y="9885"/>
                  </a:cubicBezTo>
                  <a:cubicBezTo>
                    <a:pt x="197191" y="9498"/>
                    <a:pt x="197195" y="9135"/>
                    <a:pt x="197203" y="8794"/>
                  </a:cubicBezTo>
                  <a:cubicBezTo>
                    <a:pt x="197210" y="8454"/>
                    <a:pt x="197222" y="8106"/>
                    <a:pt x="197238" y="7750"/>
                  </a:cubicBezTo>
                  <a:cubicBezTo>
                    <a:pt x="197253" y="7410"/>
                    <a:pt x="197261" y="7070"/>
                    <a:pt x="197261" y="6729"/>
                  </a:cubicBezTo>
                  <a:lnTo>
                    <a:pt x="197261" y="5685"/>
                  </a:lnTo>
                  <a:cubicBezTo>
                    <a:pt x="197183" y="5376"/>
                    <a:pt x="197033" y="5148"/>
                    <a:pt x="196808" y="5001"/>
                  </a:cubicBezTo>
                  <a:cubicBezTo>
                    <a:pt x="196584" y="4854"/>
                    <a:pt x="196356" y="4780"/>
                    <a:pt x="196124" y="4780"/>
                  </a:cubicBezTo>
                  <a:cubicBezTo>
                    <a:pt x="195845" y="4780"/>
                    <a:pt x="195602" y="4857"/>
                    <a:pt x="195393" y="5012"/>
                  </a:cubicBezTo>
                  <a:cubicBezTo>
                    <a:pt x="195184" y="5167"/>
                    <a:pt x="195041" y="5414"/>
                    <a:pt x="194964" y="5755"/>
                  </a:cubicBezTo>
                  <a:cubicBezTo>
                    <a:pt x="194964" y="5971"/>
                    <a:pt x="194960" y="6203"/>
                    <a:pt x="194952" y="6451"/>
                  </a:cubicBezTo>
                  <a:cubicBezTo>
                    <a:pt x="194944" y="6698"/>
                    <a:pt x="194933" y="6954"/>
                    <a:pt x="194917" y="7217"/>
                  </a:cubicBezTo>
                  <a:cubicBezTo>
                    <a:pt x="194902" y="7526"/>
                    <a:pt x="194894" y="7843"/>
                    <a:pt x="194894" y="8168"/>
                  </a:cubicBezTo>
                  <a:lnTo>
                    <a:pt x="194894" y="9166"/>
                  </a:lnTo>
                  <a:cubicBezTo>
                    <a:pt x="194894" y="9692"/>
                    <a:pt x="194913" y="10194"/>
                    <a:pt x="194952" y="10674"/>
                  </a:cubicBezTo>
                  <a:cubicBezTo>
                    <a:pt x="194991" y="11154"/>
                    <a:pt x="195072" y="11594"/>
                    <a:pt x="195196" y="11997"/>
                  </a:cubicBezTo>
                  <a:cubicBezTo>
                    <a:pt x="195335" y="12383"/>
                    <a:pt x="195532" y="12747"/>
                    <a:pt x="195787" y="13087"/>
                  </a:cubicBezTo>
                  <a:cubicBezTo>
                    <a:pt x="196043" y="13428"/>
                    <a:pt x="196344" y="13725"/>
                    <a:pt x="196692" y="13981"/>
                  </a:cubicBezTo>
                  <a:cubicBezTo>
                    <a:pt x="197040" y="14236"/>
                    <a:pt x="197419" y="14437"/>
                    <a:pt x="197829" y="14584"/>
                  </a:cubicBezTo>
                  <a:cubicBezTo>
                    <a:pt x="198239" y="14731"/>
                    <a:pt x="198653" y="14804"/>
                    <a:pt x="199071" y="14804"/>
                  </a:cubicBezTo>
                  <a:cubicBezTo>
                    <a:pt x="199612" y="14804"/>
                    <a:pt x="200146" y="14673"/>
                    <a:pt x="200672" y="14410"/>
                  </a:cubicBezTo>
                  <a:cubicBezTo>
                    <a:pt x="201198" y="14147"/>
                    <a:pt x="201654" y="13838"/>
                    <a:pt x="202041" y="13482"/>
                  </a:cubicBezTo>
                  <a:cubicBezTo>
                    <a:pt x="202211" y="13838"/>
                    <a:pt x="202424" y="14147"/>
                    <a:pt x="202679" y="14410"/>
                  </a:cubicBezTo>
                  <a:cubicBezTo>
                    <a:pt x="202934" y="14673"/>
                    <a:pt x="203240" y="14804"/>
                    <a:pt x="203596" y="14804"/>
                  </a:cubicBezTo>
                  <a:cubicBezTo>
                    <a:pt x="203890" y="14804"/>
                    <a:pt x="204141" y="14715"/>
                    <a:pt x="204350" y="14538"/>
                  </a:cubicBezTo>
                  <a:cubicBezTo>
                    <a:pt x="204559" y="14360"/>
                    <a:pt x="204663" y="14131"/>
                    <a:pt x="204663" y="13853"/>
                  </a:cubicBezTo>
                  <a:cubicBezTo>
                    <a:pt x="204663" y="13621"/>
                    <a:pt x="204562" y="13366"/>
                    <a:pt x="204361" y="13087"/>
                  </a:cubicBezTo>
                  <a:close/>
                  <a:moveTo>
                    <a:pt x="215523" y="13714"/>
                  </a:moveTo>
                  <a:cubicBezTo>
                    <a:pt x="215554" y="13683"/>
                    <a:pt x="215534" y="13613"/>
                    <a:pt x="215465" y="13505"/>
                  </a:cubicBezTo>
                  <a:cubicBezTo>
                    <a:pt x="215395" y="13397"/>
                    <a:pt x="215306" y="13257"/>
                    <a:pt x="215198" y="13087"/>
                  </a:cubicBezTo>
                  <a:lnTo>
                    <a:pt x="215221" y="13087"/>
                  </a:lnTo>
                  <a:cubicBezTo>
                    <a:pt x="215097" y="12902"/>
                    <a:pt x="214977" y="12693"/>
                    <a:pt x="214861" y="12461"/>
                  </a:cubicBezTo>
                  <a:cubicBezTo>
                    <a:pt x="214745" y="12229"/>
                    <a:pt x="214672" y="12028"/>
                    <a:pt x="214641" y="11857"/>
                  </a:cubicBezTo>
                  <a:cubicBezTo>
                    <a:pt x="214564" y="11301"/>
                    <a:pt x="214509" y="10732"/>
                    <a:pt x="214478" y="10152"/>
                  </a:cubicBezTo>
                  <a:cubicBezTo>
                    <a:pt x="214448" y="9572"/>
                    <a:pt x="214432" y="9011"/>
                    <a:pt x="214432" y="8470"/>
                  </a:cubicBezTo>
                  <a:lnTo>
                    <a:pt x="214432" y="8075"/>
                  </a:lnTo>
                  <a:cubicBezTo>
                    <a:pt x="214432" y="7936"/>
                    <a:pt x="214436" y="7762"/>
                    <a:pt x="214444" y="7553"/>
                  </a:cubicBezTo>
                  <a:cubicBezTo>
                    <a:pt x="214451" y="7344"/>
                    <a:pt x="214455" y="7085"/>
                    <a:pt x="214455" y="6776"/>
                  </a:cubicBezTo>
                  <a:lnTo>
                    <a:pt x="214455" y="5615"/>
                  </a:lnTo>
                  <a:cubicBezTo>
                    <a:pt x="214285" y="5167"/>
                    <a:pt x="214010" y="4885"/>
                    <a:pt x="213631" y="4769"/>
                  </a:cubicBezTo>
                  <a:cubicBezTo>
                    <a:pt x="213252" y="4652"/>
                    <a:pt x="212823" y="4594"/>
                    <a:pt x="212344" y="4594"/>
                  </a:cubicBezTo>
                  <a:cubicBezTo>
                    <a:pt x="212096" y="4594"/>
                    <a:pt x="211841" y="4614"/>
                    <a:pt x="211578" y="4652"/>
                  </a:cubicBezTo>
                  <a:cubicBezTo>
                    <a:pt x="211315" y="4691"/>
                    <a:pt x="211060" y="4745"/>
                    <a:pt x="210812" y="4815"/>
                  </a:cubicBezTo>
                  <a:cubicBezTo>
                    <a:pt x="210565" y="4885"/>
                    <a:pt x="210344" y="4958"/>
                    <a:pt x="210151" y="5035"/>
                  </a:cubicBezTo>
                  <a:cubicBezTo>
                    <a:pt x="209957" y="5113"/>
                    <a:pt x="209807" y="5182"/>
                    <a:pt x="209698" y="5244"/>
                  </a:cubicBezTo>
                  <a:cubicBezTo>
                    <a:pt x="209188" y="5569"/>
                    <a:pt x="208712" y="5940"/>
                    <a:pt x="208271" y="6358"/>
                  </a:cubicBezTo>
                  <a:cubicBezTo>
                    <a:pt x="207830" y="6776"/>
                    <a:pt x="207440" y="7236"/>
                    <a:pt x="207099" y="7739"/>
                  </a:cubicBezTo>
                  <a:cubicBezTo>
                    <a:pt x="206759" y="8241"/>
                    <a:pt x="206492" y="8783"/>
                    <a:pt x="206299" y="9363"/>
                  </a:cubicBezTo>
                  <a:cubicBezTo>
                    <a:pt x="206106" y="9943"/>
                    <a:pt x="206009" y="10558"/>
                    <a:pt x="206009" y="11208"/>
                  </a:cubicBezTo>
                  <a:cubicBezTo>
                    <a:pt x="206009" y="11842"/>
                    <a:pt x="206133" y="12445"/>
                    <a:pt x="206380" y="13018"/>
                  </a:cubicBezTo>
                  <a:cubicBezTo>
                    <a:pt x="206628" y="13590"/>
                    <a:pt x="207045" y="14085"/>
                    <a:pt x="207633" y="14503"/>
                  </a:cubicBezTo>
                  <a:cubicBezTo>
                    <a:pt x="208035" y="14766"/>
                    <a:pt x="208434" y="14940"/>
                    <a:pt x="208828" y="15025"/>
                  </a:cubicBezTo>
                  <a:cubicBezTo>
                    <a:pt x="209223" y="15110"/>
                    <a:pt x="209629" y="15152"/>
                    <a:pt x="210046" y="15152"/>
                  </a:cubicBezTo>
                  <a:cubicBezTo>
                    <a:pt x="210619" y="15152"/>
                    <a:pt x="211149" y="15094"/>
                    <a:pt x="211636" y="14978"/>
                  </a:cubicBezTo>
                  <a:cubicBezTo>
                    <a:pt x="212123" y="14862"/>
                    <a:pt x="212645" y="14596"/>
                    <a:pt x="213202" y="14178"/>
                  </a:cubicBezTo>
                  <a:cubicBezTo>
                    <a:pt x="213280" y="14302"/>
                    <a:pt x="213376" y="14429"/>
                    <a:pt x="213492" y="14561"/>
                  </a:cubicBezTo>
                  <a:cubicBezTo>
                    <a:pt x="213608" y="14692"/>
                    <a:pt x="213728" y="14820"/>
                    <a:pt x="213852" y="14944"/>
                  </a:cubicBezTo>
                  <a:cubicBezTo>
                    <a:pt x="214130" y="15083"/>
                    <a:pt x="214393" y="15141"/>
                    <a:pt x="214641" y="15118"/>
                  </a:cubicBezTo>
                  <a:cubicBezTo>
                    <a:pt x="214888" y="15094"/>
                    <a:pt x="215093" y="15017"/>
                    <a:pt x="215256" y="14886"/>
                  </a:cubicBezTo>
                  <a:cubicBezTo>
                    <a:pt x="215418" y="14754"/>
                    <a:pt x="215527" y="14584"/>
                    <a:pt x="215581" y="14375"/>
                  </a:cubicBezTo>
                  <a:cubicBezTo>
                    <a:pt x="215635" y="14166"/>
                    <a:pt x="215615" y="13946"/>
                    <a:pt x="215523" y="13714"/>
                  </a:cubicBezTo>
                  <a:close/>
                  <a:moveTo>
                    <a:pt x="212390" y="12066"/>
                  </a:moveTo>
                  <a:cubicBezTo>
                    <a:pt x="211864" y="12499"/>
                    <a:pt x="211431" y="12817"/>
                    <a:pt x="211091" y="13018"/>
                  </a:cubicBezTo>
                  <a:cubicBezTo>
                    <a:pt x="210812" y="13110"/>
                    <a:pt x="210522" y="13157"/>
                    <a:pt x="210220" y="13157"/>
                  </a:cubicBezTo>
                  <a:cubicBezTo>
                    <a:pt x="209919" y="13157"/>
                    <a:pt x="209636" y="13099"/>
                    <a:pt x="209373" y="12983"/>
                  </a:cubicBezTo>
                  <a:cubicBezTo>
                    <a:pt x="209110" y="12867"/>
                    <a:pt x="208882" y="12697"/>
                    <a:pt x="208689" y="12472"/>
                  </a:cubicBezTo>
                  <a:cubicBezTo>
                    <a:pt x="208496" y="12248"/>
                    <a:pt x="208376" y="11966"/>
                    <a:pt x="208329" y="11625"/>
                  </a:cubicBezTo>
                  <a:cubicBezTo>
                    <a:pt x="208252" y="11192"/>
                    <a:pt x="208264" y="10748"/>
                    <a:pt x="208364" y="10291"/>
                  </a:cubicBezTo>
                  <a:cubicBezTo>
                    <a:pt x="208465" y="9835"/>
                    <a:pt x="208623" y="9398"/>
                    <a:pt x="208840" y="8980"/>
                  </a:cubicBezTo>
                  <a:cubicBezTo>
                    <a:pt x="209056" y="8562"/>
                    <a:pt x="209331" y="8183"/>
                    <a:pt x="209664" y="7843"/>
                  </a:cubicBezTo>
                  <a:cubicBezTo>
                    <a:pt x="209996" y="7503"/>
                    <a:pt x="210371" y="7240"/>
                    <a:pt x="210789" y="7054"/>
                  </a:cubicBezTo>
                  <a:cubicBezTo>
                    <a:pt x="210897" y="7008"/>
                    <a:pt x="211087" y="6930"/>
                    <a:pt x="211357" y="6822"/>
                  </a:cubicBezTo>
                  <a:cubicBezTo>
                    <a:pt x="211628" y="6714"/>
                    <a:pt x="211895" y="6644"/>
                    <a:pt x="212158" y="6613"/>
                  </a:cubicBezTo>
                  <a:cubicBezTo>
                    <a:pt x="212158" y="6923"/>
                    <a:pt x="212150" y="7240"/>
                    <a:pt x="212135" y="7565"/>
                  </a:cubicBezTo>
                  <a:cubicBezTo>
                    <a:pt x="212119" y="7890"/>
                    <a:pt x="212112" y="8253"/>
                    <a:pt x="212112" y="8655"/>
                  </a:cubicBezTo>
                  <a:cubicBezTo>
                    <a:pt x="212112" y="9228"/>
                    <a:pt x="212127" y="9804"/>
                    <a:pt x="212158" y="10384"/>
                  </a:cubicBezTo>
                  <a:cubicBezTo>
                    <a:pt x="212189" y="10964"/>
                    <a:pt x="212266" y="11525"/>
                    <a:pt x="212390" y="12066"/>
                  </a:cubicBezTo>
                  <a:close/>
                  <a:moveTo>
                    <a:pt x="218957" y="6776"/>
                  </a:moveTo>
                  <a:lnTo>
                    <a:pt x="220117" y="6776"/>
                  </a:lnTo>
                  <a:lnTo>
                    <a:pt x="220117" y="10326"/>
                  </a:lnTo>
                  <a:cubicBezTo>
                    <a:pt x="220117" y="10945"/>
                    <a:pt x="220121" y="11567"/>
                    <a:pt x="220129" y="12194"/>
                  </a:cubicBezTo>
                  <a:cubicBezTo>
                    <a:pt x="220136" y="12820"/>
                    <a:pt x="220140" y="13428"/>
                    <a:pt x="220140" y="14015"/>
                  </a:cubicBezTo>
                  <a:cubicBezTo>
                    <a:pt x="220187" y="14371"/>
                    <a:pt x="220322" y="14634"/>
                    <a:pt x="220546" y="14804"/>
                  </a:cubicBezTo>
                  <a:cubicBezTo>
                    <a:pt x="220771" y="14975"/>
                    <a:pt x="221014" y="15060"/>
                    <a:pt x="221277" y="15060"/>
                  </a:cubicBezTo>
                  <a:cubicBezTo>
                    <a:pt x="221540" y="15060"/>
                    <a:pt x="221796" y="14967"/>
                    <a:pt x="222043" y="14781"/>
                  </a:cubicBezTo>
                  <a:cubicBezTo>
                    <a:pt x="222291" y="14596"/>
                    <a:pt x="222414" y="14309"/>
                    <a:pt x="222414" y="13923"/>
                  </a:cubicBezTo>
                  <a:cubicBezTo>
                    <a:pt x="222414" y="13443"/>
                    <a:pt x="222410" y="12964"/>
                    <a:pt x="222403" y="12484"/>
                  </a:cubicBezTo>
                  <a:cubicBezTo>
                    <a:pt x="222395" y="12004"/>
                    <a:pt x="222391" y="11525"/>
                    <a:pt x="222391" y="11045"/>
                  </a:cubicBezTo>
                  <a:lnTo>
                    <a:pt x="222391" y="6776"/>
                  </a:lnTo>
                  <a:lnTo>
                    <a:pt x="224364" y="6776"/>
                  </a:lnTo>
                  <a:cubicBezTo>
                    <a:pt x="225075" y="6590"/>
                    <a:pt x="225431" y="6250"/>
                    <a:pt x="225431" y="5755"/>
                  </a:cubicBezTo>
                  <a:cubicBezTo>
                    <a:pt x="225431" y="5538"/>
                    <a:pt x="225350" y="5337"/>
                    <a:pt x="225187" y="5151"/>
                  </a:cubicBezTo>
                  <a:cubicBezTo>
                    <a:pt x="225025" y="4966"/>
                    <a:pt x="224773" y="4827"/>
                    <a:pt x="224433" y="4734"/>
                  </a:cubicBezTo>
                  <a:lnTo>
                    <a:pt x="222391" y="4734"/>
                  </a:lnTo>
                  <a:lnTo>
                    <a:pt x="222391" y="1114"/>
                  </a:lnTo>
                  <a:cubicBezTo>
                    <a:pt x="222314" y="804"/>
                    <a:pt x="222167" y="576"/>
                    <a:pt x="221950" y="429"/>
                  </a:cubicBezTo>
                  <a:cubicBezTo>
                    <a:pt x="221734" y="282"/>
                    <a:pt x="221502" y="209"/>
                    <a:pt x="221254" y="209"/>
                  </a:cubicBezTo>
                  <a:cubicBezTo>
                    <a:pt x="220991" y="209"/>
                    <a:pt x="220755" y="290"/>
                    <a:pt x="220546" y="452"/>
                  </a:cubicBezTo>
                  <a:cubicBezTo>
                    <a:pt x="220338" y="615"/>
                    <a:pt x="220194" y="859"/>
                    <a:pt x="220117" y="1183"/>
                  </a:cubicBezTo>
                  <a:lnTo>
                    <a:pt x="220117" y="4734"/>
                  </a:lnTo>
                  <a:lnTo>
                    <a:pt x="219050" y="4734"/>
                  </a:lnTo>
                  <a:cubicBezTo>
                    <a:pt x="218632" y="4734"/>
                    <a:pt x="218319" y="4842"/>
                    <a:pt x="218110" y="5059"/>
                  </a:cubicBezTo>
                  <a:cubicBezTo>
                    <a:pt x="217901" y="5275"/>
                    <a:pt x="217797" y="5507"/>
                    <a:pt x="217797" y="5755"/>
                  </a:cubicBezTo>
                  <a:cubicBezTo>
                    <a:pt x="217797" y="6002"/>
                    <a:pt x="217893" y="6219"/>
                    <a:pt x="218087" y="6404"/>
                  </a:cubicBezTo>
                  <a:cubicBezTo>
                    <a:pt x="218280" y="6590"/>
                    <a:pt x="218570" y="6714"/>
                    <a:pt x="218957" y="6776"/>
                  </a:cubicBezTo>
                  <a:close/>
                  <a:moveTo>
                    <a:pt x="229538" y="13992"/>
                  </a:moveTo>
                  <a:lnTo>
                    <a:pt x="229469" y="5198"/>
                  </a:lnTo>
                  <a:cubicBezTo>
                    <a:pt x="229391" y="4888"/>
                    <a:pt x="229244" y="4660"/>
                    <a:pt x="229028" y="4513"/>
                  </a:cubicBezTo>
                  <a:cubicBezTo>
                    <a:pt x="228811" y="4366"/>
                    <a:pt x="228579" y="4293"/>
                    <a:pt x="228331" y="4293"/>
                  </a:cubicBezTo>
                  <a:cubicBezTo>
                    <a:pt x="228053" y="4293"/>
                    <a:pt x="227813" y="4374"/>
                    <a:pt x="227612" y="4536"/>
                  </a:cubicBezTo>
                  <a:cubicBezTo>
                    <a:pt x="227411" y="4699"/>
                    <a:pt x="227272" y="4943"/>
                    <a:pt x="227194" y="5267"/>
                  </a:cubicBezTo>
                  <a:lnTo>
                    <a:pt x="227264" y="14085"/>
                  </a:lnTo>
                  <a:cubicBezTo>
                    <a:pt x="227310" y="14441"/>
                    <a:pt x="227442" y="14704"/>
                    <a:pt x="227659" y="14874"/>
                  </a:cubicBezTo>
                  <a:cubicBezTo>
                    <a:pt x="227875" y="15044"/>
                    <a:pt x="228123" y="15129"/>
                    <a:pt x="228401" y="15129"/>
                  </a:cubicBezTo>
                  <a:cubicBezTo>
                    <a:pt x="228680" y="15129"/>
                    <a:pt x="228935" y="15036"/>
                    <a:pt x="229167" y="14851"/>
                  </a:cubicBezTo>
                  <a:cubicBezTo>
                    <a:pt x="229399" y="14665"/>
                    <a:pt x="229523" y="14379"/>
                    <a:pt x="229538" y="13992"/>
                  </a:cubicBezTo>
                  <a:close/>
                  <a:moveTo>
                    <a:pt x="227032" y="1578"/>
                  </a:moveTo>
                  <a:cubicBezTo>
                    <a:pt x="227032" y="1934"/>
                    <a:pt x="227160" y="2235"/>
                    <a:pt x="227415" y="2483"/>
                  </a:cubicBezTo>
                  <a:cubicBezTo>
                    <a:pt x="227670" y="2730"/>
                    <a:pt x="227976" y="2854"/>
                    <a:pt x="228331" y="2854"/>
                  </a:cubicBezTo>
                  <a:cubicBezTo>
                    <a:pt x="228703" y="2854"/>
                    <a:pt x="229016" y="2730"/>
                    <a:pt x="229271" y="2483"/>
                  </a:cubicBezTo>
                  <a:cubicBezTo>
                    <a:pt x="229527" y="2235"/>
                    <a:pt x="229654" y="1934"/>
                    <a:pt x="229654" y="1578"/>
                  </a:cubicBezTo>
                  <a:cubicBezTo>
                    <a:pt x="229654" y="1222"/>
                    <a:pt x="229527" y="917"/>
                    <a:pt x="229271" y="661"/>
                  </a:cubicBezTo>
                  <a:cubicBezTo>
                    <a:pt x="229016" y="406"/>
                    <a:pt x="228703" y="278"/>
                    <a:pt x="228331" y="278"/>
                  </a:cubicBezTo>
                  <a:cubicBezTo>
                    <a:pt x="227976" y="278"/>
                    <a:pt x="227670" y="406"/>
                    <a:pt x="227415" y="661"/>
                  </a:cubicBezTo>
                  <a:cubicBezTo>
                    <a:pt x="227160" y="917"/>
                    <a:pt x="227032" y="1222"/>
                    <a:pt x="227032" y="1578"/>
                  </a:cubicBezTo>
                  <a:close/>
                  <a:moveTo>
                    <a:pt x="237080" y="4687"/>
                  </a:moveTo>
                  <a:cubicBezTo>
                    <a:pt x="236337" y="4687"/>
                    <a:pt x="235637" y="4865"/>
                    <a:pt x="234980" y="5221"/>
                  </a:cubicBezTo>
                  <a:cubicBezTo>
                    <a:pt x="234322" y="5577"/>
                    <a:pt x="233750" y="6045"/>
                    <a:pt x="233262" y="6625"/>
                  </a:cubicBezTo>
                  <a:cubicBezTo>
                    <a:pt x="232775" y="7205"/>
                    <a:pt x="232388" y="7862"/>
                    <a:pt x="232102" y="8597"/>
                  </a:cubicBezTo>
                  <a:cubicBezTo>
                    <a:pt x="231816" y="9332"/>
                    <a:pt x="231673" y="10086"/>
                    <a:pt x="231673" y="10860"/>
                  </a:cubicBezTo>
                  <a:cubicBezTo>
                    <a:pt x="231673" y="11417"/>
                    <a:pt x="231770" y="11970"/>
                    <a:pt x="231963" y="12519"/>
                  </a:cubicBezTo>
                  <a:cubicBezTo>
                    <a:pt x="232156" y="13068"/>
                    <a:pt x="232431" y="13563"/>
                    <a:pt x="232787" y="14004"/>
                  </a:cubicBezTo>
                  <a:cubicBezTo>
                    <a:pt x="233143" y="14445"/>
                    <a:pt x="233580" y="14804"/>
                    <a:pt x="234098" y="15083"/>
                  </a:cubicBezTo>
                  <a:cubicBezTo>
                    <a:pt x="234616" y="15361"/>
                    <a:pt x="235192" y="15501"/>
                    <a:pt x="235827" y="15501"/>
                  </a:cubicBezTo>
                  <a:cubicBezTo>
                    <a:pt x="236430" y="15501"/>
                    <a:pt x="237006" y="15385"/>
                    <a:pt x="237555" y="15152"/>
                  </a:cubicBezTo>
                  <a:cubicBezTo>
                    <a:pt x="238104" y="14920"/>
                    <a:pt x="238603" y="14599"/>
                    <a:pt x="239052" y="14190"/>
                  </a:cubicBezTo>
                  <a:cubicBezTo>
                    <a:pt x="239501" y="13780"/>
                    <a:pt x="239891" y="13296"/>
                    <a:pt x="240224" y="12739"/>
                  </a:cubicBezTo>
                  <a:cubicBezTo>
                    <a:pt x="240556" y="12182"/>
                    <a:pt x="240808" y="11587"/>
                    <a:pt x="240978" y="10952"/>
                  </a:cubicBezTo>
                  <a:cubicBezTo>
                    <a:pt x="241024" y="10720"/>
                    <a:pt x="241063" y="10492"/>
                    <a:pt x="241094" y="10268"/>
                  </a:cubicBezTo>
                  <a:cubicBezTo>
                    <a:pt x="241125" y="10044"/>
                    <a:pt x="241140" y="9800"/>
                    <a:pt x="241140" y="9537"/>
                  </a:cubicBezTo>
                  <a:cubicBezTo>
                    <a:pt x="241140" y="8934"/>
                    <a:pt x="241051" y="8342"/>
                    <a:pt x="240873" y="7762"/>
                  </a:cubicBezTo>
                  <a:cubicBezTo>
                    <a:pt x="240696" y="7182"/>
                    <a:pt x="240433" y="6664"/>
                    <a:pt x="240085" y="6207"/>
                  </a:cubicBezTo>
                  <a:cubicBezTo>
                    <a:pt x="239736" y="5751"/>
                    <a:pt x="239311" y="5383"/>
                    <a:pt x="238808" y="5105"/>
                  </a:cubicBezTo>
                  <a:cubicBezTo>
                    <a:pt x="238306" y="4827"/>
                    <a:pt x="237729" y="4687"/>
                    <a:pt x="237080" y="4687"/>
                  </a:cubicBezTo>
                  <a:close/>
                  <a:moveTo>
                    <a:pt x="234086" y="9676"/>
                  </a:moveTo>
                  <a:cubicBezTo>
                    <a:pt x="234164" y="9367"/>
                    <a:pt x="234287" y="9038"/>
                    <a:pt x="234457" y="8690"/>
                  </a:cubicBezTo>
                  <a:cubicBezTo>
                    <a:pt x="234628" y="8342"/>
                    <a:pt x="234840" y="8025"/>
                    <a:pt x="235096" y="7739"/>
                  </a:cubicBezTo>
                  <a:cubicBezTo>
                    <a:pt x="235351" y="7452"/>
                    <a:pt x="235641" y="7213"/>
                    <a:pt x="235966" y="7019"/>
                  </a:cubicBezTo>
                  <a:cubicBezTo>
                    <a:pt x="236291" y="6826"/>
                    <a:pt x="236639" y="6729"/>
                    <a:pt x="237010" y="6729"/>
                  </a:cubicBezTo>
                  <a:cubicBezTo>
                    <a:pt x="237304" y="6729"/>
                    <a:pt x="237567" y="6810"/>
                    <a:pt x="237799" y="6973"/>
                  </a:cubicBezTo>
                  <a:cubicBezTo>
                    <a:pt x="238031" y="7135"/>
                    <a:pt x="238228" y="7348"/>
                    <a:pt x="238391" y="7611"/>
                  </a:cubicBezTo>
                  <a:cubicBezTo>
                    <a:pt x="238553" y="7874"/>
                    <a:pt x="238673" y="8172"/>
                    <a:pt x="238750" y="8504"/>
                  </a:cubicBezTo>
                  <a:cubicBezTo>
                    <a:pt x="238828" y="8837"/>
                    <a:pt x="238866" y="9173"/>
                    <a:pt x="238866" y="9514"/>
                  </a:cubicBezTo>
                  <a:cubicBezTo>
                    <a:pt x="238866" y="9885"/>
                    <a:pt x="238797" y="10299"/>
                    <a:pt x="238657" y="10755"/>
                  </a:cubicBezTo>
                  <a:cubicBezTo>
                    <a:pt x="238518" y="11212"/>
                    <a:pt x="238321" y="11637"/>
                    <a:pt x="238066" y="12031"/>
                  </a:cubicBezTo>
                  <a:cubicBezTo>
                    <a:pt x="237810" y="12426"/>
                    <a:pt x="237501" y="12759"/>
                    <a:pt x="237138" y="13029"/>
                  </a:cubicBezTo>
                  <a:cubicBezTo>
                    <a:pt x="236774" y="13300"/>
                    <a:pt x="236360" y="13435"/>
                    <a:pt x="235896" y="13435"/>
                  </a:cubicBezTo>
                  <a:cubicBezTo>
                    <a:pt x="235417" y="13435"/>
                    <a:pt x="235034" y="13304"/>
                    <a:pt x="234748" y="13041"/>
                  </a:cubicBezTo>
                  <a:cubicBezTo>
                    <a:pt x="234461" y="12778"/>
                    <a:pt x="234256" y="12457"/>
                    <a:pt x="234133" y="12078"/>
                  </a:cubicBezTo>
                  <a:cubicBezTo>
                    <a:pt x="234009" y="11699"/>
                    <a:pt x="233947" y="11293"/>
                    <a:pt x="233947" y="10860"/>
                  </a:cubicBezTo>
                  <a:cubicBezTo>
                    <a:pt x="233947" y="10427"/>
                    <a:pt x="233993" y="10032"/>
                    <a:pt x="234086" y="9676"/>
                  </a:cubicBezTo>
                  <a:close/>
                  <a:moveTo>
                    <a:pt x="251072" y="14039"/>
                  </a:moveTo>
                  <a:lnTo>
                    <a:pt x="251072" y="9815"/>
                  </a:lnTo>
                  <a:cubicBezTo>
                    <a:pt x="251072" y="9537"/>
                    <a:pt x="251087" y="9239"/>
                    <a:pt x="251118" y="8922"/>
                  </a:cubicBezTo>
                  <a:cubicBezTo>
                    <a:pt x="251149" y="8605"/>
                    <a:pt x="251165" y="8284"/>
                    <a:pt x="251165" y="7959"/>
                  </a:cubicBezTo>
                  <a:cubicBezTo>
                    <a:pt x="251165" y="7634"/>
                    <a:pt x="251141" y="7317"/>
                    <a:pt x="251095" y="7008"/>
                  </a:cubicBezTo>
                  <a:cubicBezTo>
                    <a:pt x="251049" y="6698"/>
                    <a:pt x="250948" y="6404"/>
                    <a:pt x="250793" y="6126"/>
                  </a:cubicBezTo>
                  <a:cubicBezTo>
                    <a:pt x="250469" y="5554"/>
                    <a:pt x="250039" y="5128"/>
                    <a:pt x="249506" y="4850"/>
                  </a:cubicBezTo>
                  <a:cubicBezTo>
                    <a:pt x="248972" y="4571"/>
                    <a:pt x="248411" y="4432"/>
                    <a:pt x="247823" y="4432"/>
                  </a:cubicBezTo>
                  <a:cubicBezTo>
                    <a:pt x="247282" y="4432"/>
                    <a:pt x="246756" y="4521"/>
                    <a:pt x="246245" y="4699"/>
                  </a:cubicBezTo>
                  <a:cubicBezTo>
                    <a:pt x="245735" y="4877"/>
                    <a:pt x="245255" y="5120"/>
                    <a:pt x="244807" y="5430"/>
                  </a:cubicBezTo>
                  <a:cubicBezTo>
                    <a:pt x="244729" y="5167"/>
                    <a:pt x="244582" y="4970"/>
                    <a:pt x="244366" y="4838"/>
                  </a:cubicBezTo>
                  <a:cubicBezTo>
                    <a:pt x="244149" y="4707"/>
                    <a:pt x="243933" y="4641"/>
                    <a:pt x="243716" y="4641"/>
                  </a:cubicBezTo>
                  <a:cubicBezTo>
                    <a:pt x="243453" y="4641"/>
                    <a:pt x="243217" y="4718"/>
                    <a:pt x="243008" y="4873"/>
                  </a:cubicBezTo>
                  <a:cubicBezTo>
                    <a:pt x="242799" y="5028"/>
                    <a:pt x="242656" y="5275"/>
                    <a:pt x="242579" y="5615"/>
                  </a:cubicBezTo>
                  <a:cubicBezTo>
                    <a:pt x="242579" y="6358"/>
                    <a:pt x="242583" y="7073"/>
                    <a:pt x="242591" y="7762"/>
                  </a:cubicBezTo>
                  <a:cubicBezTo>
                    <a:pt x="242598" y="8450"/>
                    <a:pt x="242602" y="9135"/>
                    <a:pt x="242602" y="9815"/>
                  </a:cubicBezTo>
                  <a:lnTo>
                    <a:pt x="242602" y="13992"/>
                  </a:lnTo>
                  <a:cubicBezTo>
                    <a:pt x="242649" y="14348"/>
                    <a:pt x="242784" y="14611"/>
                    <a:pt x="243008" y="14781"/>
                  </a:cubicBezTo>
                  <a:cubicBezTo>
                    <a:pt x="243233" y="14951"/>
                    <a:pt x="243476" y="15036"/>
                    <a:pt x="243739" y="15036"/>
                  </a:cubicBezTo>
                  <a:cubicBezTo>
                    <a:pt x="244018" y="15036"/>
                    <a:pt x="244273" y="14944"/>
                    <a:pt x="244505" y="14758"/>
                  </a:cubicBezTo>
                  <a:cubicBezTo>
                    <a:pt x="244737" y="14572"/>
                    <a:pt x="244861" y="14286"/>
                    <a:pt x="244876" y="13899"/>
                  </a:cubicBezTo>
                  <a:cubicBezTo>
                    <a:pt x="244861" y="13110"/>
                    <a:pt x="244853" y="12333"/>
                    <a:pt x="244853" y="11567"/>
                  </a:cubicBezTo>
                  <a:lnTo>
                    <a:pt x="244853" y="9235"/>
                  </a:lnTo>
                  <a:cubicBezTo>
                    <a:pt x="244884" y="8926"/>
                    <a:pt x="244934" y="8690"/>
                    <a:pt x="245004" y="8528"/>
                  </a:cubicBezTo>
                  <a:cubicBezTo>
                    <a:pt x="245073" y="8365"/>
                    <a:pt x="245170" y="8191"/>
                    <a:pt x="245294" y="8006"/>
                  </a:cubicBezTo>
                  <a:cubicBezTo>
                    <a:pt x="245650" y="7495"/>
                    <a:pt x="246048" y="7108"/>
                    <a:pt x="246489" y="6845"/>
                  </a:cubicBezTo>
                  <a:cubicBezTo>
                    <a:pt x="246930" y="6582"/>
                    <a:pt x="247382" y="6451"/>
                    <a:pt x="247846" y="6451"/>
                  </a:cubicBezTo>
                  <a:cubicBezTo>
                    <a:pt x="248125" y="6451"/>
                    <a:pt x="248330" y="6559"/>
                    <a:pt x="248461" y="6776"/>
                  </a:cubicBezTo>
                  <a:cubicBezTo>
                    <a:pt x="248593" y="6992"/>
                    <a:pt x="248682" y="7251"/>
                    <a:pt x="248728" y="7553"/>
                  </a:cubicBezTo>
                  <a:cubicBezTo>
                    <a:pt x="248775" y="7855"/>
                    <a:pt x="248790" y="8160"/>
                    <a:pt x="248775" y="8470"/>
                  </a:cubicBezTo>
                  <a:cubicBezTo>
                    <a:pt x="248759" y="8779"/>
                    <a:pt x="248751" y="9034"/>
                    <a:pt x="248751" y="9235"/>
                  </a:cubicBezTo>
                  <a:lnTo>
                    <a:pt x="248751" y="11382"/>
                  </a:lnTo>
                  <a:cubicBezTo>
                    <a:pt x="248751" y="11931"/>
                    <a:pt x="248755" y="12380"/>
                    <a:pt x="248763" y="12728"/>
                  </a:cubicBezTo>
                  <a:cubicBezTo>
                    <a:pt x="248771" y="13076"/>
                    <a:pt x="248775" y="13354"/>
                    <a:pt x="248775" y="13563"/>
                  </a:cubicBezTo>
                  <a:lnTo>
                    <a:pt x="248775" y="14131"/>
                  </a:lnTo>
                  <a:cubicBezTo>
                    <a:pt x="248821" y="14487"/>
                    <a:pt x="248956" y="14750"/>
                    <a:pt x="249181" y="14920"/>
                  </a:cubicBezTo>
                  <a:cubicBezTo>
                    <a:pt x="249405" y="15091"/>
                    <a:pt x="249656" y="15176"/>
                    <a:pt x="249935" y="15176"/>
                  </a:cubicBezTo>
                  <a:cubicBezTo>
                    <a:pt x="250198" y="15176"/>
                    <a:pt x="250449" y="15083"/>
                    <a:pt x="250689" y="14897"/>
                  </a:cubicBezTo>
                  <a:cubicBezTo>
                    <a:pt x="250929" y="14712"/>
                    <a:pt x="251056" y="14425"/>
                    <a:pt x="251072" y="14039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43" name="evidence-to-deterministic-checks shaft" descr="evidence-to-deterministic-checks shaft"/>
            <p:cNvSpPr/>
            <p:nvPr/>
          </p:nvSpPr>
          <p:spPr>
            <a:xfrm>
              <a:off x="4801582" y="2308800"/>
              <a:ext cx="698468" cy="56"/>
            </a:xfrm>
            <a:custGeom>
              <a:avLst/>
              <a:gdLst/>
              <a:ahLst/>
              <a:cxnLst/>
              <a:rect l="0" t="0" r="r" b="b"/>
              <a:pathLst>
                <a:path w="125850" h="10">
                  <a:moveTo>
                    <a:pt x="125850" y="0"/>
                  </a:moveTo>
                  <a:lnTo>
                    <a:pt x="0" y="0"/>
                  </a:lnTo>
                </a:path>
              </a:pathLst>
            </a:custGeom>
            <a:noFill/>
            <a:ln w="23865" cap="rnd" cmpd="sng">
              <a:solidFill>
                <a:srgbClr val="969C9F"/>
              </a:solidFill>
              <a:round/>
            </a:ln>
            <a:effectLst/>
          </p:spPr>
        </p:sp>
        <p:sp>
          <p:nvSpPr>
            <p:cNvPr id="144" name="evidence-to-deterministic-checks head" descr="evidence-to-deterministic-checks head"/>
            <p:cNvSpPr/>
            <p:nvPr/>
          </p:nvSpPr>
          <p:spPr>
            <a:xfrm>
              <a:off x="4761900" y="2272725"/>
              <a:ext cx="72150" cy="72150"/>
            </a:xfrm>
            <a:custGeom>
              <a:avLst/>
              <a:gdLst/>
              <a:ahLst/>
              <a:cxnLst/>
              <a:rect l="0" t="0" r="r" b="b"/>
              <a:pathLst>
                <a:path w="13000" h="13000">
                  <a:moveTo>
                    <a:pt x="0" y="6500"/>
                  </a:moveTo>
                  <a:lnTo>
                    <a:pt x="13000" y="0"/>
                  </a:lnTo>
                  <a:lnTo>
                    <a:pt x="13000" y="13000"/>
                  </a:lnTo>
                  <a:close/>
                </a:path>
              </a:pathLst>
            </a:custGeom>
            <a:solidFill>
              <a:srgbClr val="969C9F"/>
            </a:solidFill>
            <a:ln w="5550" cap="rnd" cmpd="sng">
              <a:noFill/>
              <a:round/>
            </a:ln>
            <a:effectLst/>
          </p:spPr>
        </p:sp>
        <p:sp>
          <p:nvSpPr>
            <p:cNvPr id="145" name="checks-to-task-score shaft" descr="checks-to-task-score shaft"/>
            <p:cNvSpPr/>
            <p:nvPr/>
          </p:nvSpPr>
          <p:spPr>
            <a:xfrm>
              <a:off x="3408532" y="2308800"/>
              <a:ext cx="626318" cy="56"/>
            </a:xfrm>
            <a:custGeom>
              <a:avLst/>
              <a:gdLst/>
              <a:ahLst/>
              <a:cxnLst/>
              <a:rect l="0" t="0" r="r" b="b"/>
              <a:pathLst>
                <a:path w="112850" h="10">
                  <a:moveTo>
                    <a:pt x="112850" y="0"/>
                  </a:moveTo>
                  <a:lnTo>
                    <a:pt x="0" y="0"/>
                  </a:lnTo>
                </a:path>
              </a:pathLst>
            </a:custGeom>
            <a:noFill/>
            <a:ln w="23865" cap="rnd" cmpd="sng">
              <a:solidFill>
                <a:srgbClr val="969C9F"/>
              </a:solidFill>
              <a:round/>
            </a:ln>
            <a:effectLst/>
          </p:spPr>
        </p:sp>
        <p:sp>
          <p:nvSpPr>
            <p:cNvPr id="146" name="checks-to-task-score head" descr="checks-to-task-score head"/>
            <p:cNvSpPr/>
            <p:nvPr/>
          </p:nvSpPr>
          <p:spPr>
            <a:xfrm>
              <a:off x="3368850" y="2272725"/>
              <a:ext cx="72150" cy="72150"/>
            </a:xfrm>
            <a:custGeom>
              <a:avLst/>
              <a:gdLst/>
              <a:ahLst/>
              <a:cxnLst/>
              <a:rect l="0" t="0" r="r" b="b"/>
              <a:pathLst>
                <a:path w="13000" h="13000">
                  <a:moveTo>
                    <a:pt x="0" y="6500"/>
                  </a:moveTo>
                  <a:lnTo>
                    <a:pt x="13000" y="0"/>
                  </a:lnTo>
                  <a:lnTo>
                    <a:pt x="13000" y="13000"/>
                  </a:lnTo>
                  <a:close/>
                </a:path>
              </a:pathLst>
            </a:custGeom>
            <a:solidFill>
              <a:srgbClr val="969C9F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147" name="task-score-output"/>
          <p:cNvGrpSpPr/>
          <p:nvPr/>
        </p:nvGrpSpPr>
        <p:grpSpPr>
          <a:xfrm>
            <a:off x="2480455" y="2147850"/>
            <a:ext cx="1041287" cy="487728"/>
            <a:chOff x="2480455" y="2147850"/>
            <a:chExt cx="1041287" cy="487728"/>
          </a:xfrm>
        </p:grpSpPr>
        <p:sp>
          <p:nvSpPr>
            <p:cNvPr id="148" name="score-document" descr="score-document"/>
            <p:cNvSpPr/>
            <p:nvPr/>
          </p:nvSpPr>
          <p:spPr>
            <a:xfrm>
              <a:off x="2852700" y="2147850"/>
              <a:ext cx="294150" cy="321900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1554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49" name="score-document-line-0" descr="score-document-line-0"/>
            <p:cNvSpPr/>
            <p:nvPr/>
          </p:nvSpPr>
          <p:spPr>
            <a:xfrm>
              <a:off x="2902650" y="2242200"/>
              <a:ext cx="122100" cy="56"/>
            </a:xfrm>
            <a:custGeom>
              <a:avLst/>
              <a:gdLst/>
              <a:ahLst/>
              <a:cxnLst/>
              <a:rect l="0" t="0" r="r" b="b"/>
              <a:pathLst>
                <a:path w="22000" h="10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1221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50" name="score-document-line-1" descr="score-document-line-1"/>
            <p:cNvSpPr/>
            <p:nvPr/>
          </p:nvSpPr>
          <p:spPr>
            <a:xfrm>
              <a:off x="2902650" y="2308800"/>
              <a:ext cx="172050" cy="56"/>
            </a:xfrm>
            <a:custGeom>
              <a:avLst/>
              <a:gdLst/>
              <a:ahLst/>
              <a:cxnLst/>
              <a:rect l="0" t="0" r="r" b="b"/>
              <a:pathLst>
                <a:path w="31000" h="10">
                  <a:moveTo>
                    <a:pt x="0" y="0"/>
                  </a:moveTo>
                  <a:lnTo>
                    <a:pt x="31000" y="0"/>
                  </a:lnTo>
                </a:path>
              </a:pathLst>
            </a:custGeom>
            <a:noFill/>
            <a:ln w="1221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51" name="score-document-line-2" descr="score-document-line-2"/>
            <p:cNvSpPr/>
            <p:nvPr/>
          </p:nvSpPr>
          <p:spPr>
            <a:xfrm>
              <a:off x="2902650" y="2375400"/>
              <a:ext cx="122100" cy="56"/>
            </a:xfrm>
            <a:custGeom>
              <a:avLst/>
              <a:gdLst/>
              <a:ahLst/>
              <a:cxnLst/>
              <a:rect l="0" t="0" r="r" b="b"/>
              <a:pathLst>
                <a:path w="22000" h="10">
                  <a:moveTo>
                    <a:pt x="0" y="0"/>
                  </a:moveTo>
                  <a:lnTo>
                    <a:pt x="22000" y="0"/>
                  </a:lnTo>
                </a:path>
              </a:pathLst>
            </a:custGeom>
            <a:noFill/>
            <a:ln w="12210" cap="rnd" cmpd="sng">
              <a:solidFill>
                <a:srgbClr val="243E57"/>
              </a:solidFill>
              <a:round/>
            </a:ln>
            <a:effectLst/>
          </p:spPr>
        </p:sp>
        <p:sp>
          <p:nvSpPr>
            <p:cNvPr id="152" name="task-score-label" descr="Task score / success"/>
            <p:cNvSpPr/>
            <p:nvPr/>
          </p:nvSpPr>
          <p:spPr>
            <a:xfrm>
              <a:off x="2480455" y="2542464"/>
              <a:ext cx="1041287" cy="93114"/>
            </a:xfrm>
            <a:custGeom>
              <a:avLst/>
              <a:gdLst/>
              <a:ahLst/>
              <a:cxnLst/>
              <a:rect l="0" t="0" r="r" b="b"/>
              <a:pathLst>
                <a:path w="187619" h="16777">
                  <a:moveTo>
                    <a:pt x="9937" y="2705"/>
                  </a:moveTo>
                  <a:lnTo>
                    <a:pt x="9197" y="2705"/>
                  </a:lnTo>
                  <a:cubicBezTo>
                    <a:pt x="8851" y="2705"/>
                    <a:pt x="8346" y="2709"/>
                    <a:pt x="7683" y="2716"/>
                  </a:cubicBezTo>
                  <a:cubicBezTo>
                    <a:pt x="7020" y="2723"/>
                    <a:pt x="6166" y="2727"/>
                    <a:pt x="5120" y="2727"/>
                  </a:cubicBezTo>
                  <a:lnTo>
                    <a:pt x="1230" y="2727"/>
                  </a:lnTo>
                  <a:cubicBezTo>
                    <a:pt x="818" y="2727"/>
                    <a:pt x="516" y="2823"/>
                    <a:pt x="324" y="3014"/>
                  </a:cubicBezTo>
                  <a:cubicBezTo>
                    <a:pt x="133" y="3206"/>
                    <a:pt x="29" y="3420"/>
                    <a:pt x="15" y="3655"/>
                  </a:cubicBezTo>
                  <a:cubicBezTo>
                    <a:pt x="0" y="3891"/>
                    <a:pt x="77" y="4105"/>
                    <a:pt x="247" y="4296"/>
                  </a:cubicBezTo>
                  <a:cubicBezTo>
                    <a:pt x="416" y="4488"/>
                    <a:pt x="685" y="4620"/>
                    <a:pt x="1053" y="4694"/>
                  </a:cubicBezTo>
                  <a:lnTo>
                    <a:pt x="4346" y="4694"/>
                  </a:lnTo>
                  <a:lnTo>
                    <a:pt x="4368" y="15324"/>
                  </a:lnTo>
                  <a:cubicBezTo>
                    <a:pt x="4413" y="15663"/>
                    <a:pt x="4541" y="15917"/>
                    <a:pt x="4755" y="16086"/>
                  </a:cubicBezTo>
                  <a:cubicBezTo>
                    <a:pt x="4969" y="16256"/>
                    <a:pt x="5201" y="16340"/>
                    <a:pt x="5451" y="16340"/>
                  </a:cubicBezTo>
                  <a:cubicBezTo>
                    <a:pt x="5716" y="16340"/>
                    <a:pt x="5963" y="16252"/>
                    <a:pt x="6192" y="16075"/>
                  </a:cubicBezTo>
                  <a:cubicBezTo>
                    <a:pt x="6420" y="15898"/>
                    <a:pt x="6541" y="15619"/>
                    <a:pt x="6556" y="15235"/>
                  </a:cubicBezTo>
                  <a:cubicBezTo>
                    <a:pt x="6556" y="13482"/>
                    <a:pt x="6552" y="11725"/>
                    <a:pt x="6545" y="9965"/>
                  </a:cubicBezTo>
                  <a:cubicBezTo>
                    <a:pt x="6538" y="8204"/>
                    <a:pt x="6534" y="6447"/>
                    <a:pt x="6534" y="4694"/>
                  </a:cubicBezTo>
                  <a:lnTo>
                    <a:pt x="9783" y="4672"/>
                  </a:lnTo>
                  <a:cubicBezTo>
                    <a:pt x="10122" y="4598"/>
                    <a:pt x="10376" y="4477"/>
                    <a:pt x="10545" y="4307"/>
                  </a:cubicBezTo>
                  <a:cubicBezTo>
                    <a:pt x="10715" y="4138"/>
                    <a:pt x="10807" y="3943"/>
                    <a:pt x="10821" y="3722"/>
                  </a:cubicBezTo>
                  <a:cubicBezTo>
                    <a:pt x="10836" y="3530"/>
                    <a:pt x="10766" y="3339"/>
                    <a:pt x="10611" y="3147"/>
                  </a:cubicBezTo>
                  <a:cubicBezTo>
                    <a:pt x="10457" y="2956"/>
                    <a:pt x="10232" y="2808"/>
                    <a:pt x="9937" y="2705"/>
                  </a:cubicBezTo>
                  <a:close/>
                  <a:moveTo>
                    <a:pt x="21142" y="14860"/>
                  </a:moveTo>
                  <a:cubicBezTo>
                    <a:pt x="21171" y="14830"/>
                    <a:pt x="21153" y="14764"/>
                    <a:pt x="21087" y="14661"/>
                  </a:cubicBezTo>
                  <a:cubicBezTo>
                    <a:pt x="21020" y="14558"/>
                    <a:pt x="20936" y="14425"/>
                    <a:pt x="20832" y="14263"/>
                  </a:cubicBezTo>
                  <a:lnTo>
                    <a:pt x="20855" y="14263"/>
                  </a:lnTo>
                  <a:cubicBezTo>
                    <a:pt x="20737" y="14086"/>
                    <a:pt x="20622" y="13887"/>
                    <a:pt x="20512" y="13666"/>
                  </a:cubicBezTo>
                  <a:cubicBezTo>
                    <a:pt x="20401" y="13445"/>
                    <a:pt x="20331" y="13254"/>
                    <a:pt x="20302" y="13092"/>
                  </a:cubicBezTo>
                  <a:cubicBezTo>
                    <a:pt x="20228" y="12561"/>
                    <a:pt x="20177" y="12020"/>
                    <a:pt x="20147" y="11467"/>
                  </a:cubicBezTo>
                  <a:cubicBezTo>
                    <a:pt x="20118" y="10915"/>
                    <a:pt x="20103" y="10381"/>
                    <a:pt x="20103" y="9865"/>
                  </a:cubicBezTo>
                  <a:lnTo>
                    <a:pt x="20103" y="9490"/>
                  </a:lnTo>
                  <a:cubicBezTo>
                    <a:pt x="20103" y="9357"/>
                    <a:pt x="20107" y="9191"/>
                    <a:pt x="20114" y="8992"/>
                  </a:cubicBezTo>
                  <a:cubicBezTo>
                    <a:pt x="20122" y="8793"/>
                    <a:pt x="20125" y="8547"/>
                    <a:pt x="20125" y="8252"/>
                  </a:cubicBezTo>
                  <a:lnTo>
                    <a:pt x="20125" y="7147"/>
                  </a:lnTo>
                  <a:cubicBezTo>
                    <a:pt x="19963" y="6720"/>
                    <a:pt x="19702" y="6451"/>
                    <a:pt x="19341" y="6340"/>
                  </a:cubicBezTo>
                  <a:cubicBezTo>
                    <a:pt x="18980" y="6230"/>
                    <a:pt x="18571" y="6175"/>
                    <a:pt x="18114" y="6175"/>
                  </a:cubicBezTo>
                  <a:cubicBezTo>
                    <a:pt x="17878" y="6175"/>
                    <a:pt x="17635" y="6193"/>
                    <a:pt x="17385" y="6230"/>
                  </a:cubicBezTo>
                  <a:cubicBezTo>
                    <a:pt x="17134" y="6267"/>
                    <a:pt x="16891" y="6318"/>
                    <a:pt x="16656" y="6385"/>
                  </a:cubicBezTo>
                  <a:cubicBezTo>
                    <a:pt x="16420" y="6451"/>
                    <a:pt x="16210" y="6521"/>
                    <a:pt x="16026" y="6595"/>
                  </a:cubicBezTo>
                  <a:cubicBezTo>
                    <a:pt x="15842" y="6668"/>
                    <a:pt x="15698" y="6735"/>
                    <a:pt x="15595" y="6793"/>
                  </a:cubicBezTo>
                  <a:cubicBezTo>
                    <a:pt x="15109" y="7103"/>
                    <a:pt x="14656" y="7456"/>
                    <a:pt x="14236" y="7854"/>
                  </a:cubicBezTo>
                  <a:cubicBezTo>
                    <a:pt x="13816" y="8252"/>
                    <a:pt x="13444" y="8690"/>
                    <a:pt x="13120" y="9169"/>
                  </a:cubicBezTo>
                  <a:cubicBezTo>
                    <a:pt x="12796" y="9648"/>
                    <a:pt x="12541" y="10164"/>
                    <a:pt x="12357" y="10716"/>
                  </a:cubicBezTo>
                  <a:cubicBezTo>
                    <a:pt x="12173" y="11269"/>
                    <a:pt x="12081" y="11854"/>
                    <a:pt x="12081" y="12473"/>
                  </a:cubicBezTo>
                  <a:cubicBezTo>
                    <a:pt x="12081" y="13077"/>
                    <a:pt x="12199" y="13652"/>
                    <a:pt x="12435" y="14197"/>
                  </a:cubicBezTo>
                  <a:cubicBezTo>
                    <a:pt x="12670" y="14742"/>
                    <a:pt x="13068" y="15213"/>
                    <a:pt x="13628" y="15611"/>
                  </a:cubicBezTo>
                  <a:cubicBezTo>
                    <a:pt x="14011" y="15862"/>
                    <a:pt x="14390" y="16027"/>
                    <a:pt x="14766" y="16108"/>
                  </a:cubicBezTo>
                  <a:cubicBezTo>
                    <a:pt x="15142" y="16189"/>
                    <a:pt x="15529" y="16230"/>
                    <a:pt x="15926" y="16230"/>
                  </a:cubicBezTo>
                  <a:cubicBezTo>
                    <a:pt x="16471" y="16230"/>
                    <a:pt x="16976" y="16175"/>
                    <a:pt x="17440" y="16064"/>
                  </a:cubicBezTo>
                  <a:cubicBezTo>
                    <a:pt x="17904" y="15954"/>
                    <a:pt x="18401" y="15700"/>
                    <a:pt x="18932" y="15302"/>
                  </a:cubicBezTo>
                  <a:cubicBezTo>
                    <a:pt x="19006" y="15420"/>
                    <a:pt x="19098" y="15541"/>
                    <a:pt x="19208" y="15666"/>
                  </a:cubicBezTo>
                  <a:cubicBezTo>
                    <a:pt x="19319" y="15792"/>
                    <a:pt x="19433" y="15913"/>
                    <a:pt x="19551" y="16031"/>
                  </a:cubicBezTo>
                  <a:cubicBezTo>
                    <a:pt x="19816" y="16164"/>
                    <a:pt x="20066" y="16219"/>
                    <a:pt x="20302" y="16197"/>
                  </a:cubicBezTo>
                  <a:cubicBezTo>
                    <a:pt x="20538" y="16175"/>
                    <a:pt x="20733" y="16101"/>
                    <a:pt x="20888" y="15976"/>
                  </a:cubicBezTo>
                  <a:cubicBezTo>
                    <a:pt x="21042" y="15851"/>
                    <a:pt x="21145" y="15688"/>
                    <a:pt x="21197" y="15490"/>
                  </a:cubicBezTo>
                  <a:cubicBezTo>
                    <a:pt x="21249" y="15291"/>
                    <a:pt x="21230" y="15081"/>
                    <a:pt x="21142" y="14860"/>
                  </a:cubicBezTo>
                  <a:close/>
                  <a:moveTo>
                    <a:pt x="18158" y="13291"/>
                  </a:moveTo>
                  <a:cubicBezTo>
                    <a:pt x="17657" y="13703"/>
                    <a:pt x="17245" y="14005"/>
                    <a:pt x="16921" y="14197"/>
                  </a:cubicBezTo>
                  <a:cubicBezTo>
                    <a:pt x="16656" y="14285"/>
                    <a:pt x="16379" y="14329"/>
                    <a:pt x="16092" y="14329"/>
                  </a:cubicBezTo>
                  <a:cubicBezTo>
                    <a:pt x="15805" y="14329"/>
                    <a:pt x="15536" y="14274"/>
                    <a:pt x="15285" y="14164"/>
                  </a:cubicBezTo>
                  <a:cubicBezTo>
                    <a:pt x="15035" y="14053"/>
                    <a:pt x="14818" y="13891"/>
                    <a:pt x="14634" y="13677"/>
                  </a:cubicBezTo>
                  <a:cubicBezTo>
                    <a:pt x="14449" y="13464"/>
                    <a:pt x="14335" y="13195"/>
                    <a:pt x="14291" y="12871"/>
                  </a:cubicBezTo>
                  <a:cubicBezTo>
                    <a:pt x="14217" y="12458"/>
                    <a:pt x="14228" y="12035"/>
                    <a:pt x="14324" y="11600"/>
                  </a:cubicBezTo>
                  <a:cubicBezTo>
                    <a:pt x="14420" y="11165"/>
                    <a:pt x="14571" y="10749"/>
                    <a:pt x="14777" y="10351"/>
                  </a:cubicBezTo>
                  <a:cubicBezTo>
                    <a:pt x="14983" y="9954"/>
                    <a:pt x="15245" y="9593"/>
                    <a:pt x="15562" y="9269"/>
                  </a:cubicBezTo>
                  <a:cubicBezTo>
                    <a:pt x="15878" y="8944"/>
                    <a:pt x="16236" y="8694"/>
                    <a:pt x="16634" y="8517"/>
                  </a:cubicBezTo>
                  <a:cubicBezTo>
                    <a:pt x="16737" y="8473"/>
                    <a:pt x="16917" y="8399"/>
                    <a:pt x="17175" y="8296"/>
                  </a:cubicBezTo>
                  <a:cubicBezTo>
                    <a:pt x="17433" y="8193"/>
                    <a:pt x="17687" y="8127"/>
                    <a:pt x="17937" y="8097"/>
                  </a:cubicBezTo>
                  <a:cubicBezTo>
                    <a:pt x="17937" y="8392"/>
                    <a:pt x="17930" y="8694"/>
                    <a:pt x="17915" y="9003"/>
                  </a:cubicBezTo>
                  <a:cubicBezTo>
                    <a:pt x="17901" y="9313"/>
                    <a:pt x="17893" y="9659"/>
                    <a:pt x="17893" y="10042"/>
                  </a:cubicBezTo>
                  <a:cubicBezTo>
                    <a:pt x="17893" y="10587"/>
                    <a:pt x="17908" y="11136"/>
                    <a:pt x="17937" y="11688"/>
                  </a:cubicBezTo>
                  <a:cubicBezTo>
                    <a:pt x="17967" y="12241"/>
                    <a:pt x="18041" y="12775"/>
                    <a:pt x="18158" y="13291"/>
                  </a:cubicBezTo>
                  <a:close/>
                  <a:moveTo>
                    <a:pt x="22379" y="14263"/>
                  </a:moveTo>
                  <a:lnTo>
                    <a:pt x="22401" y="14263"/>
                  </a:lnTo>
                  <a:cubicBezTo>
                    <a:pt x="22873" y="14911"/>
                    <a:pt x="23499" y="15420"/>
                    <a:pt x="24280" y="15788"/>
                  </a:cubicBezTo>
                  <a:cubicBezTo>
                    <a:pt x="25061" y="16156"/>
                    <a:pt x="25864" y="16340"/>
                    <a:pt x="26689" y="16340"/>
                  </a:cubicBezTo>
                  <a:cubicBezTo>
                    <a:pt x="27057" y="16340"/>
                    <a:pt x="27425" y="16252"/>
                    <a:pt x="27794" y="16075"/>
                  </a:cubicBezTo>
                  <a:cubicBezTo>
                    <a:pt x="28162" y="15898"/>
                    <a:pt x="28490" y="15663"/>
                    <a:pt x="28777" y="15368"/>
                  </a:cubicBezTo>
                  <a:cubicBezTo>
                    <a:pt x="29064" y="15073"/>
                    <a:pt x="29297" y="14738"/>
                    <a:pt x="29473" y="14363"/>
                  </a:cubicBezTo>
                  <a:cubicBezTo>
                    <a:pt x="29650" y="13987"/>
                    <a:pt x="29738" y="13600"/>
                    <a:pt x="29738" y="13202"/>
                  </a:cubicBezTo>
                  <a:cubicBezTo>
                    <a:pt x="29738" y="12701"/>
                    <a:pt x="29661" y="12274"/>
                    <a:pt x="29506" y="11921"/>
                  </a:cubicBezTo>
                  <a:cubicBezTo>
                    <a:pt x="29352" y="11567"/>
                    <a:pt x="29134" y="11265"/>
                    <a:pt x="28855" y="11014"/>
                  </a:cubicBezTo>
                  <a:cubicBezTo>
                    <a:pt x="28575" y="10764"/>
                    <a:pt x="28243" y="10554"/>
                    <a:pt x="27860" y="10385"/>
                  </a:cubicBezTo>
                  <a:cubicBezTo>
                    <a:pt x="27477" y="10215"/>
                    <a:pt x="27057" y="10064"/>
                    <a:pt x="26600" y="9932"/>
                  </a:cubicBezTo>
                  <a:cubicBezTo>
                    <a:pt x="26438" y="9887"/>
                    <a:pt x="26269" y="9840"/>
                    <a:pt x="26092" y="9788"/>
                  </a:cubicBezTo>
                  <a:cubicBezTo>
                    <a:pt x="25915" y="9736"/>
                    <a:pt x="25750" y="9674"/>
                    <a:pt x="25595" y="9600"/>
                  </a:cubicBezTo>
                  <a:cubicBezTo>
                    <a:pt x="25440" y="9526"/>
                    <a:pt x="25300" y="9434"/>
                    <a:pt x="25175" y="9324"/>
                  </a:cubicBezTo>
                  <a:cubicBezTo>
                    <a:pt x="25050" y="9213"/>
                    <a:pt x="24943" y="9077"/>
                    <a:pt x="24855" y="8915"/>
                  </a:cubicBezTo>
                  <a:cubicBezTo>
                    <a:pt x="24810" y="8502"/>
                    <a:pt x="24891" y="8208"/>
                    <a:pt x="25098" y="8031"/>
                  </a:cubicBezTo>
                  <a:cubicBezTo>
                    <a:pt x="25304" y="7854"/>
                    <a:pt x="25562" y="7755"/>
                    <a:pt x="25871" y="7733"/>
                  </a:cubicBezTo>
                  <a:cubicBezTo>
                    <a:pt x="26180" y="7711"/>
                    <a:pt x="26494" y="7740"/>
                    <a:pt x="26810" y="7821"/>
                  </a:cubicBezTo>
                  <a:cubicBezTo>
                    <a:pt x="27127" y="7902"/>
                    <a:pt x="27374" y="7987"/>
                    <a:pt x="27551" y="8075"/>
                  </a:cubicBezTo>
                  <a:cubicBezTo>
                    <a:pt x="27772" y="8193"/>
                    <a:pt x="27982" y="8252"/>
                    <a:pt x="28180" y="8252"/>
                  </a:cubicBezTo>
                  <a:cubicBezTo>
                    <a:pt x="28379" y="8252"/>
                    <a:pt x="28556" y="8208"/>
                    <a:pt x="28711" y="8119"/>
                  </a:cubicBezTo>
                  <a:cubicBezTo>
                    <a:pt x="28866" y="8031"/>
                    <a:pt x="28991" y="7917"/>
                    <a:pt x="29087" y="7777"/>
                  </a:cubicBezTo>
                  <a:cubicBezTo>
                    <a:pt x="29182" y="7637"/>
                    <a:pt x="29230" y="7479"/>
                    <a:pt x="29230" y="7302"/>
                  </a:cubicBezTo>
                  <a:cubicBezTo>
                    <a:pt x="29230" y="7154"/>
                    <a:pt x="29179" y="7000"/>
                    <a:pt x="29076" y="6838"/>
                  </a:cubicBezTo>
                  <a:cubicBezTo>
                    <a:pt x="28972" y="6676"/>
                    <a:pt x="28818" y="6521"/>
                    <a:pt x="28611" y="6374"/>
                  </a:cubicBezTo>
                  <a:cubicBezTo>
                    <a:pt x="28081" y="6079"/>
                    <a:pt x="27481" y="5873"/>
                    <a:pt x="26810" y="5755"/>
                  </a:cubicBezTo>
                  <a:cubicBezTo>
                    <a:pt x="26140" y="5637"/>
                    <a:pt x="25495" y="5659"/>
                    <a:pt x="24877" y="5821"/>
                  </a:cubicBezTo>
                  <a:cubicBezTo>
                    <a:pt x="24567" y="5895"/>
                    <a:pt x="24276" y="6031"/>
                    <a:pt x="24004" y="6230"/>
                  </a:cubicBezTo>
                  <a:cubicBezTo>
                    <a:pt x="23731" y="6429"/>
                    <a:pt x="23495" y="6665"/>
                    <a:pt x="23297" y="6937"/>
                  </a:cubicBezTo>
                  <a:cubicBezTo>
                    <a:pt x="23098" y="7210"/>
                    <a:pt x="22939" y="7508"/>
                    <a:pt x="22821" y="7832"/>
                  </a:cubicBezTo>
                  <a:cubicBezTo>
                    <a:pt x="22703" y="8156"/>
                    <a:pt x="22645" y="8473"/>
                    <a:pt x="22645" y="8782"/>
                  </a:cubicBezTo>
                  <a:cubicBezTo>
                    <a:pt x="22645" y="9003"/>
                    <a:pt x="22689" y="9243"/>
                    <a:pt x="22777" y="9501"/>
                  </a:cubicBezTo>
                  <a:cubicBezTo>
                    <a:pt x="22866" y="9758"/>
                    <a:pt x="22991" y="9998"/>
                    <a:pt x="23153" y="10219"/>
                  </a:cubicBezTo>
                  <a:cubicBezTo>
                    <a:pt x="23330" y="10455"/>
                    <a:pt x="23514" y="10650"/>
                    <a:pt x="23705" y="10805"/>
                  </a:cubicBezTo>
                  <a:cubicBezTo>
                    <a:pt x="23897" y="10959"/>
                    <a:pt x="24096" y="11088"/>
                    <a:pt x="24302" y="11191"/>
                  </a:cubicBezTo>
                  <a:cubicBezTo>
                    <a:pt x="24508" y="11294"/>
                    <a:pt x="24722" y="11379"/>
                    <a:pt x="24943" y="11445"/>
                  </a:cubicBezTo>
                  <a:cubicBezTo>
                    <a:pt x="25164" y="11512"/>
                    <a:pt x="25385" y="11574"/>
                    <a:pt x="25606" y="11633"/>
                  </a:cubicBezTo>
                  <a:cubicBezTo>
                    <a:pt x="25738" y="11677"/>
                    <a:pt x="25882" y="11714"/>
                    <a:pt x="26037" y="11744"/>
                  </a:cubicBezTo>
                  <a:cubicBezTo>
                    <a:pt x="26192" y="11773"/>
                    <a:pt x="26354" y="11817"/>
                    <a:pt x="26523" y="11876"/>
                  </a:cubicBezTo>
                  <a:cubicBezTo>
                    <a:pt x="26692" y="11935"/>
                    <a:pt x="26855" y="12024"/>
                    <a:pt x="27009" y="12142"/>
                  </a:cubicBezTo>
                  <a:cubicBezTo>
                    <a:pt x="27164" y="12259"/>
                    <a:pt x="27308" y="12421"/>
                    <a:pt x="27440" y="12628"/>
                  </a:cubicBezTo>
                  <a:cubicBezTo>
                    <a:pt x="27543" y="12790"/>
                    <a:pt x="27595" y="12967"/>
                    <a:pt x="27595" y="13158"/>
                  </a:cubicBezTo>
                  <a:cubicBezTo>
                    <a:pt x="27595" y="13350"/>
                    <a:pt x="27554" y="13526"/>
                    <a:pt x="27473" y="13688"/>
                  </a:cubicBezTo>
                  <a:cubicBezTo>
                    <a:pt x="27392" y="13851"/>
                    <a:pt x="27267" y="13994"/>
                    <a:pt x="27098" y="14119"/>
                  </a:cubicBezTo>
                  <a:cubicBezTo>
                    <a:pt x="26928" y="14245"/>
                    <a:pt x="26733" y="14329"/>
                    <a:pt x="26512" y="14374"/>
                  </a:cubicBezTo>
                  <a:cubicBezTo>
                    <a:pt x="26041" y="14462"/>
                    <a:pt x="25591" y="14366"/>
                    <a:pt x="25164" y="14086"/>
                  </a:cubicBezTo>
                  <a:cubicBezTo>
                    <a:pt x="24737" y="13806"/>
                    <a:pt x="24368" y="13460"/>
                    <a:pt x="24059" y="13048"/>
                  </a:cubicBezTo>
                  <a:cubicBezTo>
                    <a:pt x="23764" y="12856"/>
                    <a:pt x="23492" y="12760"/>
                    <a:pt x="23241" y="12760"/>
                  </a:cubicBezTo>
                  <a:cubicBezTo>
                    <a:pt x="22858" y="12760"/>
                    <a:pt x="22567" y="12904"/>
                    <a:pt x="22368" y="13191"/>
                  </a:cubicBezTo>
                  <a:cubicBezTo>
                    <a:pt x="22169" y="13479"/>
                    <a:pt x="22173" y="13836"/>
                    <a:pt x="22379" y="14263"/>
                  </a:cubicBezTo>
                  <a:close/>
                  <a:moveTo>
                    <a:pt x="33937" y="15037"/>
                  </a:moveTo>
                  <a:lnTo>
                    <a:pt x="33937" y="11037"/>
                  </a:lnTo>
                  <a:cubicBezTo>
                    <a:pt x="33996" y="11007"/>
                    <a:pt x="34041" y="10989"/>
                    <a:pt x="34070" y="10981"/>
                  </a:cubicBezTo>
                  <a:cubicBezTo>
                    <a:pt x="34099" y="10974"/>
                    <a:pt x="34136" y="10956"/>
                    <a:pt x="34180" y="10926"/>
                  </a:cubicBezTo>
                  <a:cubicBezTo>
                    <a:pt x="34681" y="11456"/>
                    <a:pt x="35142" y="11957"/>
                    <a:pt x="35562" y="12429"/>
                  </a:cubicBezTo>
                  <a:cubicBezTo>
                    <a:pt x="35982" y="12900"/>
                    <a:pt x="36413" y="13394"/>
                    <a:pt x="36855" y="13909"/>
                  </a:cubicBezTo>
                  <a:lnTo>
                    <a:pt x="38446" y="15677"/>
                  </a:lnTo>
                  <a:cubicBezTo>
                    <a:pt x="38593" y="15825"/>
                    <a:pt x="38744" y="15928"/>
                    <a:pt x="38899" y="15987"/>
                  </a:cubicBezTo>
                  <a:cubicBezTo>
                    <a:pt x="39053" y="16046"/>
                    <a:pt x="39212" y="16075"/>
                    <a:pt x="39374" y="16075"/>
                  </a:cubicBezTo>
                  <a:cubicBezTo>
                    <a:pt x="39669" y="16075"/>
                    <a:pt x="39908" y="15983"/>
                    <a:pt x="40092" y="15799"/>
                  </a:cubicBezTo>
                  <a:cubicBezTo>
                    <a:pt x="40276" y="15615"/>
                    <a:pt x="40368" y="15398"/>
                    <a:pt x="40368" y="15147"/>
                  </a:cubicBezTo>
                  <a:cubicBezTo>
                    <a:pt x="40368" y="14956"/>
                    <a:pt x="40250" y="14676"/>
                    <a:pt x="40015" y="14307"/>
                  </a:cubicBezTo>
                  <a:lnTo>
                    <a:pt x="35971" y="9799"/>
                  </a:lnTo>
                  <a:cubicBezTo>
                    <a:pt x="36501" y="9401"/>
                    <a:pt x="36994" y="8974"/>
                    <a:pt x="37451" y="8517"/>
                  </a:cubicBezTo>
                  <a:cubicBezTo>
                    <a:pt x="37908" y="8061"/>
                    <a:pt x="38394" y="7530"/>
                    <a:pt x="38910" y="6926"/>
                  </a:cubicBezTo>
                  <a:cubicBezTo>
                    <a:pt x="39116" y="6646"/>
                    <a:pt x="39219" y="6388"/>
                    <a:pt x="39219" y="6153"/>
                  </a:cubicBezTo>
                  <a:cubicBezTo>
                    <a:pt x="39219" y="5902"/>
                    <a:pt x="39123" y="5688"/>
                    <a:pt x="38932" y="5512"/>
                  </a:cubicBezTo>
                  <a:cubicBezTo>
                    <a:pt x="38740" y="5335"/>
                    <a:pt x="38497" y="5247"/>
                    <a:pt x="38203" y="5247"/>
                  </a:cubicBezTo>
                  <a:cubicBezTo>
                    <a:pt x="38055" y="5247"/>
                    <a:pt x="37904" y="5272"/>
                    <a:pt x="37750" y="5324"/>
                  </a:cubicBezTo>
                  <a:cubicBezTo>
                    <a:pt x="37595" y="5375"/>
                    <a:pt x="37436" y="5467"/>
                    <a:pt x="37274" y="5600"/>
                  </a:cubicBezTo>
                  <a:cubicBezTo>
                    <a:pt x="36936" y="5968"/>
                    <a:pt x="36630" y="6307"/>
                    <a:pt x="36357" y="6617"/>
                  </a:cubicBezTo>
                  <a:cubicBezTo>
                    <a:pt x="36085" y="6926"/>
                    <a:pt x="35820" y="7210"/>
                    <a:pt x="35562" y="7467"/>
                  </a:cubicBezTo>
                  <a:cubicBezTo>
                    <a:pt x="35304" y="7725"/>
                    <a:pt x="35046" y="7961"/>
                    <a:pt x="34788" y="8175"/>
                  </a:cubicBezTo>
                  <a:cubicBezTo>
                    <a:pt x="34530" y="8388"/>
                    <a:pt x="34247" y="8591"/>
                    <a:pt x="33937" y="8782"/>
                  </a:cubicBezTo>
                  <a:lnTo>
                    <a:pt x="33937" y="2639"/>
                  </a:lnTo>
                  <a:cubicBezTo>
                    <a:pt x="33849" y="2344"/>
                    <a:pt x="33705" y="2127"/>
                    <a:pt x="33506" y="1987"/>
                  </a:cubicBezTo>
                  <a:cubicBezTo>
                    <a:pt x="33308" y="1847"/>
                    <a:pt x="33083" y="1777"/>
                    <a:pt x="32832" y="1777"/>
                  </a:cubicBezTo>
                  <a:cubicBezTo>
                    <a:pt x="32582" y="1777"/>
                    <a:pt x="32361" y="1854"/>
                    <a:pt x="32169" y="2009"/>
                  </a:cubicBezTo>
                  <a:cubicBezTo>
                    <a:pt x="31978" y="2164"/>
                    <a:pt x="31845" y="2396"/>
                    <a:pt x="31772" y="2705"/>
                  </a:cubicBezTo>
                  <a:lnTo>
                    <a:pt x="31772" y="15125"/>
                  </a:lnTo>
                  <a:cubicBezTo>
                    <a:pt x="31816" y="15449"/>
                    <a:pt x="31948" y="15692"/>
                    <a:pt x="32169" y="15854"/>
                  </a:cubicBezTo>
                  <a:cubicBezTo>
                    <a:pt x="32390" y="16016"/>
                    <a:pt x="32626" y="16097"/>
                    <a:pt x="32877" y="16097"/>
                  </a:cubicBezTo>
                  <a:cubicBezTo>
                    <a:pt x="33157" y="16097"/>
                    <a:pt x="33400" y="16009"/>
                    <a:pt x="33606" y="15832"/>
                  </a:cubicBezTo>
                  <a:cubicBezTo>
                    <a:pt x="33812" y="15655"/>
                    <a:pt x="33923" y="15390"/>
                    <a:pt x="33937" y="15037"/>
                  </a:cubicBezTo>
                  <a:close/>
                  <a:moveTo>
                    <a:pt x="49208" y="14263"/>
                  </a:moveTo>
                  <a:lnTo>
                    <a:pt x="49230" y="14263"/>
                  </a:lnTo>
                  <a:cubicBezTo>
                    <a:pt x="49702" y="14911"/>
                    <a:pt x="50328" y="15420"/>
                    <a:pt x="51109" y="15788"/>
                  </a:cubicBezTo>
                  <a:cubicBezTo>
                    <a:pt x="51890" y="16156"/>
                    <a:pt x="52692" y="16340"/>
                    <a:pt x="53517" y="16340"/>
                  </a:cubicBezTo>
                  <a:cubicBezTo>
                    <a:pt x="53886" y="16340"/>
                    <a:pt x="54254" y="16252"/>
                    <a:pt x="54622" y="16075"/>
                  </a:cubicBezTo>
                  <a:cubicBezTo>
                    <a:pt x="54991" y="15898"/>
                    <a:pt x="55319" y="15663"/>
                    <a:pt x="55606" y="15368"/>
                  </a:cubicBezTo>
                  <a:cubicBezTo>
                    <a:pt x="55893" y="15073"/>
                    <a:pt x="56125" y="14738"/>
                    <a:pt x="56302" y="14363"/>
                  </a:cubicBezTo>
                  <a:cubicBezTo>
                    <a:pt x="56479" y="13987"/>
                    <a:pt x="56567" y="13600"/>
                    <a:pt x="56567" y="13202"/>
                  </a:cubicBezTo>
                  <a:cubicBezTo>
                    <a:pt x="56567" y="12701"/>
                    <a:pt x="56490" y="12274"/>
                    <a:pt x="56335" y="11921"/>
                  </a:cubicBezTo>
                  <a:cubicBezTo>
                    <a:pt x="56180" y="11567"/>
                    <a:pt x="55963" y="11265"/>
                    <a:pt x="55683" y="11014"/>
                  </a:cubicBezTo>
                  <a:cubicBezTo>
                    <a:pt x="55403" y="10764"/>
                    <a:pt x="55072" y="10554"/>
                    <a:pt x="54689" y="10385"/>
                  </a:cubicBezTo>
                  <a:cubicBezTo>
                    <a:pt x="54306" y="10215"/>
                    <a:pt x="53886" y="10064"/>
                    <a:pt x="53429" y="9932"/>
                  </a:cubicBezTo>
                  <a:cubicBezTo>
                    <a:pt x="53267" y="9887"/>
                    <a:pt x="53098" y="9840"/>
                    <a:pt x="52921" y="9788"/>
                  </a:cubicBezTo>
                  <a:cubicBezTo>
                    <a:pt x="52744" y="9736"/>
                    <a:pt x="52578" y="9674"/>
                    <a:pt x="52424" y="9600"/>
                  </a:cubicBezTo>
                  <a:cubicBezTo>
                    <a:pt x="52269" y="9526"/>
                    <a:pt x="52129" y="9434"/>
                    <a:pt x="52004" y="9324"/>
                  </a:cubicBezTo>
                  <a:cubicBezTo>
                    <a:pt x="51878" y="9213"/>
                    <a:pt x="51772" y="9077"/>
                    <a:pt x="51683" y="8915"/>
                  </a:cubicBezTo>
                  <a:cubicBezTo>
                    <a:pt x="51639" y="8502"/>
                    <a:pt x="51720" y="8208"/>
                    <a:pt x="51926" y="8031"/>
                  </a:cubicBezTo>
                  <a:cubicBezTo>
                    <a:pt x="52133" y="7854"/>
                    <a:pt x="52390" y="7755"/>
                    <a:pt x="52700" y="7733"/>
                  </a:cubicBezTo>
                  <a:cubicBezTo>
                    <a:pt x="53009" y="7711"/>
                    <a:pt x="53322" y="7740"/>
                    <a:pt x="53639" y="7821"/>
                  </a:cubicBezTo>
                  <a:cubicBezTo>
                    <a:pt x="53956" y="7902"/>
                    <a:pt x="54203" y="7987"/>
                    <a:pt x="54379" y="8075"/>
                  </a:cubicBezTo>
                  <a:cubicBezTo>
                    <a:pt x="54600" y="8193"/>
                    <a:pt x="54810" y="8252"/>
                    <a:pt x="55009" y="8252"/>
                  </a:cubicBezTo>
                  <a:cubicBezTo>
                    <a:pt x="55208" y="8252"/>
                    <a:pt x="55385" y="8208"/>
                    <a:pt x="55540" y="8119"/>
                  </a:cubicBezTo>
                  <a:cubicBezTo>
                    <a:pt x="55694" y="8031"/>
                    <a:pt x="55820" y="7917"/>
                    <a:pt x="55915" y="7777"/>
                  </a:cubicBezTo>
                  <a:cubicBezTo>
                    <a:pt x="56011" y="7637"/>
                    <a:pt x="56059" y="7479"/>
                    <a:pt x="56059" y="7302"/>
                  </a:cubicBezTo>
                  <a:cubicBezTo>
                    <a:pt x="56059" y="7154"/>
                    <a:pt x="56007" y="7000"/>
                    <a:pt x="55904" y="6838"/>
                  </a:cubicBezTo>
                  <a:cubicBezTo>
                    <a:pt x="55801" y="6676"/>
                    <a:pt x="55646" y="6521"/>
                    <a:pt x="55440" y="6374"/>
                  </a:cubicBezTo>
                  <a:cubicBezTo>
                    <a:pt x="54910" y="6079"/>
                    <a:pt x="54309" y="5873"/>
                    <a:pt x="53639" y="5755"/>
                  </a:cubicBezTo>
                  <a:cubicBezTo>
                    <a:pt x="52969" y="5637"/>
                    <a:pt x="52324" y="5659"/>
                    <a:pt x="51705" y="5821"/>
                  </a:cubicBezTo>
                  <a:cubicBezTo>
                    <a:pt x="51396" y="5895"/>
                    <a:pt x="51105" y="6031"/>
                    <a:pt x="50832" y="6230"/>
                  </a:cubicBezTo>
                  <a:cubicBezTo>
                    <a:pt x="50560" y="6429"/>
                    <a:pt x="50324" y="6665"/>
                    <a:pt x="50125" y="6937"/>
                  </a:cubicBezTo>
                  <a:cubicBezTo>
                    <a:pt x="49926" y="7210"/>
                    <a:pt x="49768" y="7508"/>
                    <a:pt x="49650" y="7832"/>
                  </a:cubicBezTo>
                  <a:cubicBezTo>
                    <a:pt x="49532" y="8156"/>
                    <a:pt x="49473" y="8473"/>
                    <a:pt x="49473" y="8782"/>
                  </a:cubicBezTo>
                  <a:cubicBezTo>
                    <a:pt x="49473" y="9003"/>
                    <a:pt x="49517" y="9243"/>
                    <a:pt x="49606" y="9501"/>
                  </a:cubicBezTo>
                  <a:cubicBezTo>
                    <a:pt x="49694" y="9758"/>
                    <a:pt x="49820" y="9998"/>
                    <a:pt x="49982" y="10219"/>
                  </a:cubicBezTo>
                  <a:cubicBezTo>
                    <a:pt x="50158" y="10455"/>
                    <a:pt x="50343" y="10650"/>
                    <a:pt x="50534" y="10805"/>
                  </a:cubicBezTo>
                  <a:cubicBezTo>
                    <a:pt x="50726" y="10959"/>
                    <a:pt x="50924" y="11088"/>
                    <a:pt x="51131" y="11191"/>
                  </a:cubicBezTo>
                  <a:cubicBezTo>
                    <a:pt x="51337" y="11294"/>
                    <a:pt x="51551" y="11379"/>
                    <a:pt x="51772" y="11445"/>
                  </a:cubicBezTo>
                  <a:cubicBezTo>
                    <a:pt x="51993" y="11512"/>
                    <a:pt x="52214" y="11574"/>
                    <a:pt x="52435" y="11633"/>
                  </a:cubicBezTo>
                  <a:cubicBezTo>
                    <a:pt x="52567" y="11677"/>
                    <a:pt x="52711" y="11714"/>
                    <a:pt x="52866" y="11744"/>
                  </a:cubicBezTo>
                  <a:cubicBezTo>
                    <a:pt x="53020" y="11773"/>
                    <a:pt x="53182" y="11817"/>
                    <a:pt x="53352" y="11876"/>
                  </a:cubicBezTo>
                  <a:cubicBezTo>
                    <a:pt x="53521" y="11935"/>
                    <a:pt x="53683" y="12024"/>
                    <a:pt x="53838" y="12142"/>
                  </a:cubicBezTo>
                  <a:cubicBezTo>
                    <a:pt x="53993" y="12259"/>
                    <a:pt x="54136" y="12421"/>
                    <a:pt x="54269" y="12628"/>
                  </a:cubicBezTo>
                  <a:cubicBezTo>
                    <a:pt x="54372" y="12790"/>
                    <a:pt x="54424" y="12967"/>
                    <a:pt x="54424" y="13158"/>
                  </a:cubicBezTo>
                  <a:cubicBezTo>
                    <a:pt x="54424" y="13350"/>
                    <a:pt x="54383" y="13526"/>
                    <a:pt x="54302" y="13688"/>
                  </a:cubicBezTo>
                  <a:cubicBezTo>
                    <a:pt x="54221" y="13851"/>
                    <a:pt x="54096" y="13994"/>
                    <a:pt x="53926" y="14119"/>
                  </a:cubicBezTo>
                  <a:cubicBezTo>
                    <a:pt x="53757" y="14245"/>
                    <a:pt x="53562" y="14329"/>
                    <a:pt x="53341" y="14374"/>
                  </a:cubicBezTo>
                  <a:cubicBezTo>
                    <a:pt x="52869" y="14462"/>
                    <a:pt x="52420" y="14366"/>
                    <a:pt x="51993" y="14086"/>
                  </a:cubicBezTo>
                  <a:cubicBezTo>
                    <a:pt x="51565" y="13806"/>
                    <a:pt x="51197" y="13460"/>
                    <a:pt x="50888" y="13048"/>
                  </a:cubicBezTo>
                  <a:cubicBezTo>
                    <a:pt x="50593" y="12856"/>
                    <a:pt x="50320" y="12760"/>
                    <a:pt x="50070" y="12760"/>
                  </a:cubicBezTo>
                  <a:cubicBezTo>
                    <a:pt x="49687" y="12760"/>
                    <a:pt x="49396" y="12904"/>
                    <a:pt x="49197" y="13191"/>
                  </a:cubicBezTo>
                  <a:cubicBezTo>
                    <a:pt x="48998" y="13479"/>
                    <a:pt x="49002" y="13836"/>
                    <a:pt x="49208" y="14263"/>
                  </a:cubicBezTo>
                  <a:close/>
                  <a:moveTo>
                    <a:pt x="64103" y="13401"/>
                  </a:moveTo>
                  <a:lnTo>
                    <a:pt x="64081" y="13401"/>
                  </a:lnTo>
                  <a:cubicBezTo>
                    <a:pt x="63831" y="13666"/>
                    <a:pt x="63565" y="13865"/>
                    <a:pt x="63285" y="13998"/>
                  </a:cubicBezTo>
                  <a:cubicBezTo>
                    <a:pt x="63006" y="14130"/>
                    <a:pt x="62740" y="14197"/>
                    <a:pt x="62490" y="14197"/>
                  </a:cubicBezTo>
                  <a:cubicBezTo>
                    <a:pt x="62151" y="14197"/>
                    <a:pt x="61827" y="14094"/>
                    <a:pt x="61517" y="13887"/>
                  </a:cubicBezTo>
                  <a:cubicBezTo>
                    <a:pt x="61208" y="13681"/>
                    <a:pt x="60958" y="13357"/>
                    <a:pt x="60766" y="12915"/>
                  </a:cubicBezTo>
                  <a:cubicBezTo>
                    <a:pt x="60663" y="12694"/>
                    <a:pt x="60593" y="12458"/>
                    <a:pt x="60556" y="12208"/>
                  </a:cubicBezTo>
                  <a:cubicBezTo>
                    <a:pt x="60519" y="11957"/>
                    <a:pt x="60501" y="11707"/>
                    <a:pt x="60501" y="11456"/>
                  </a:cubicBezTo>
                  <a:cubicBezTo>
                    <a:pt x="60501" y="11000"/>
                    <a:pt x="60567" y="10550"/>
                    <a:pt x="60700" y="10108"/>
                  </a:cubicBezTo>
                  <a:cubicBezTo>
                    <a:pt x="60832" y="9666"/>
                    <a:pt x="61009" y="9269"/>
                    <a:pt x="61230" y="8915"/>
                  </a:cubicBezTo>
                  <a:cubicBezTo>
                    <a:pt x="61451" y="8561"/>
                    <a:pt x="61716" y="8278"/>
                    <a:pt x="62026" y="8064"/>
                  </a:cubicBezTo>
                  <a:cubicBezTo>
                    <a:pt x="62335" y="7851"/>
                    <a:pt x="62667" y="7744"/>
                    <a:pt x="63020" y="7744"/>
                  </a:cubicBezTo>
                  <a:cubicBezTo>
                    <a:pt x="63285" y="7744"/>
                    <a:pt x="63562" y="7814"/>
                    <a:pt x="63849" y="7954"/>
                  </a:cubicBezTo>
                  <a:cubicBezTo>
                    <a:pt x="64136" y="8094"/>
                    <a:pt x="64435" y="8326"/>
                    <a:pt x="64744" y="8650"/>
                  </a:cubicBezTo>
                  <a:cubicBezTo>
                    <a:pt x="64980" y="8768"/>
                    <a:pt x="65204" y="8830"/>
                    <a:pt x="65418" y="8838"/>
                  </a:cubicBezTo>
                  <a:cubicBezTo>
                    <a:pt x="65632" y="8845"/>
                    <a:pt x="65816" y="8812"/>
                    <a:pt x="65971" y="8738"/>
                  </a:cubicBezTo>
                  <a:cubicBezTo>
                    <a:pt x="66125" y="8665"/>
                    <a:pt x="66247" y="8554"/>
                    <a:pt x="66335" y="8407"/>
                  </a:cubicBezTo>
                  <a:cubicBezTo>
                    <a:pt x="66424" y="8259"/>
                    <a:pt x="66468" y="8090"/>
                    <a:pt x="66468" y="7898"/>
                  </a:cubicBezTo>
                  <a:cubicBezTo>
                    <a:pt x="66468" y="7722"/>
                    <a:pt x="66394" y="7508"/>
                    <a:pt x="66247" y="7258"/>
                  </a:cubicBezTo>
                  <a:cubicBezTo>
                    <a:pt x="65908" y="6919"/>
                    <a:pt x="65573" y="6654"/>
                    <a:pt x="65241" y="6462"/>
                  </a:cubicBezTo>
                  <a:cubicBezTo>
                    <a:pt x="64910" y="6270"/>
                    <a:pt x="64538" y="6101"/>
                    <a:pt x="64125" y="5954"/>
                  </a:cubicBezTo>
                  <a:cubicBezTo>
                    <a:pt x="63919" y="5880"/>
                    <a:pt x="63720" y="5832"/>
                    <a:pt x="63529" y="5810"/>
                  </a:cubicBezTo>
                  <a:cubicBezTo>
                    <a:pt x="63337" y="5788"/>
                    <a:pt x="63138" y="5777"/>
                    <a:pt x="62932" y="5777"/>
                  </a:cubicBezTo>
                  <a:cubicBezTo>
                    <a:pt x="62269" y="5777"/>
                    <a:pt x="61661" y="5939"/>
                    <a:pt x="61109" y="6263"/>
                  </a:cubicBezTo>
                  <a:cubicBezTo>
                    <a:pt x="60556" y="6587"/>
                    <a:pt x="60081" y="7007"/>
                    <a:pt x="59683" y="7523"/>
                  </a:cubicBezTo>
                  <a:cubicBezTo>
                    <a:pt x="59285" y="8038"/>
                    <a:pt x="58972" y="8609"/>
                    <a:pt x="58744" y="9235"/>
                  </a:cubicBezTo>
                  <a:cubicBezTo>
                    <a:pt x="58516" y="9862"/>
                    <a:pt x="58379" y="10484"/>
                    <a:pt x="58335" y="11103"/>
                  </a:cubicBezTo>
                  <a:cubicBezTo>
                    <a:pt x="58262" y="11972"/>
                    <a:pt x="58409" y="12827"/>
                    <a:pt x="58777" y="13666"/>
                  </a:cubicBezTo>
                  <a:lnTo>
                    <a:pt x="58777" y="13644"/>
                  </a:lnTo>
                  <a:cubicBezTo>
                    <a:pt x="58924" y="14057"/>
                    <a:pt x="59131" y="14418"/>
                    <a:pt x="59396" y="14727"/>
                  </a:cubicBezTo>
                  <a:cubicBezTo>
                    <a:pt x="59661" y="15037"/>
                    <a:pt x="59959" y="15298"/>
                    <a:pt x="60291" y="15512"/>
                  </a:cubicBezTo>
                  <a:cubicBezTo>
                    <a:pt x="60622" y="15725"/>
                    <a:pt x="60976" y="15884"/>
                    <a:pt x="61352" y="15987"/>
                  </a:cubicBezTo>
                  <a:cubicBezTo>
                    <a:pt x="61727" y="16090"/>
                    <a:pt x="62107" y="16142"/>
                    <a:pt x="62490" y="16142"/>
                  </a:cubicBezTo>
                  <a:cubicBezTo>
                    <a:pt x="63079" y="16142"/>
                    <a:pt x="63646" y="16031"/>
                    <a:pt x="64192" y="15810"/>
                  </a:cubicBezTo>
                  <a:cubicBezTo>
                    <a:pt x="64737" y="15589"/>
                    <a:pt x="65215" y="15250"/>
                    <a:pt x="65628" y="14793"/>
                  </a:cubicBezTo>
                  <a:cubicBezTo>
                    <a:pt x="65849" y="14528"/>
                    <a:pt x="65959" y="14270"/>
                    <a:pt x="65959" y="14020"/>
                  </a:cubicBezTo>
                  <a:cubicBezTo>
                    <a:pt x="65959" y="13770"/>
                    <a:pt x="65864" y="13552"/>
                    <a:pt x="65672" y="13368"/>
                  </a:cubicBezTo>
                  <a:cubicBezTo>
                    <a:pt x="65481" y="13184"/>
                    <a:pt x="65238" y="13092"/>
                    <a:pt x="64943" y="13092"/>
                  </a:cubicBezTo>
                  <a:cubicBezTo>
                    <a:pt x="64796" y="13092"/>
                    <a:pt x="64648" y="13114"/>
                    <a:pt x="64501" y="13158"/>
                  </a:cubicBezTo>
                  <a:cubicBezTo>
                    <a:pt x="64354" y="13202"/>
                    <a:pt x="64221" y="13283"/>
                    <a:pt x="64103" y="13401"/>
                  </a:cubicBezTo>
                  <a:close/>
                  <a:moveTo>
                    <a:pt x="72832" y="6263"/>
                  </a:moveTo>
                  <a:cubicBezTo>
                    <a:pt x="72125" y="6263"/>
                    <a:pt x="71459" y="6433"/>
                    <a:pt x="70832" y="6771"/>
                  </a:cubicBezTo>
                  <a:cubicBezTo>
                    <a:pt x="70206" y="7110"/>
                    <a:pt x="69661" y="7556"/>
                    <a:pt x="69197" y="8108"/>
                  </a:cubicBezTo>
                  <a:cubicBezTo>
                    <a:pt x="68733" y="8661"/>
                    <a:pt x="68365" y="9287"/>
                    <a:pt x="68092" y="9987"/>
                  </a:cubicBezTo>
                  <a:cubicBezTo>
                    <a:pt x="67820" y="10687"/>
                    <a:pt x="67683" y="11405"/>
                    <a:pt x="67683" y="12142"/>
                  </a:cubicBezTo>
                  <a:cubicBezTo>
                    <a:pt x="67683" y="12672"/>
                    <a:pt x="67775" y="13199"/>
                    <a:pt x="67959" y="13722"/>
                  </a:cubicBezTo>
                  <a:cubicBezTo>
                    <a:pt x="68144" y="14245"/>
                    <a:pt x="68405" y="14716"/>
                    <a:pt x="68744" y="15136"/>
                  </a:cubicBezTo>
                  <a:cubicBezTo>
                    <a:pt x="69083" y="15556"/>
                    <a:pt x="69499" y="15898"/>
                    <a:pt x="69993" y="16164"/>
                  </a:cubicBezTo>
                  <a:cubicBezTo>
                    <a:pt x="70486" y="16429"/>
                    <a:pt x="71035" y="16561"/>
                    <a:pt x="71639" y="16561"/>
                  </a:cubicBezTo>
                  <a:cubicBezTo>
                    <a:pt x="72214" y="16561"/>
                    <a:pt x="72762" y="16451"/>
                    <a:pt x="73285" y="16230"/>
                  </a:cubicBezTo>
                  <a:cubicBezTo>
                    <a:pt x="73808" y="16009"/>
                    <a:pt x="74284" y="15703"/>
                    <a:pt x="74711" y="15313"/>
                  </a:cubicBezTo>
                  <a:cubicBezTo>
                    <a:pt x="75138" y="14922"/>
                    <a:pt x="75510" y="14462"/>
                    <a:pt x="75827" y="13932"/>
                  </a:cubicBezTo>
                  <a:cubicBezTo>
                    <a:pt x="76144" y="13401"/>
                    <a:pt x="76383" y="12834"/>
                    <a:pt x="76545" y="12230"/>
                  </a:cubicBezTo>
                  <a:cubicBezTo>
                    <a:pt x="76589" y="12009"/>
                    <a:pt x="76626" y="11792"/>
                    <a:pt x="76656" y="11578"/>
                  </a:cubicBezTo>
                  <a:cubicBezTo>
                    <a:pt x="76685" y="11364"/>
                    <a:pt x="76700" y="11132"/>
                    <a:pt x="76700" y="10882"/>
                  </a:cubicBezTo>
                  <a:cubicBezTo>
                    <a:pt x="76700" y="10307"/>
                    <a:pt x="76615" y="9744"/>
                    <a:pt x="76446" y="9191"/>
                  </a:cubicBezTo>
                  <a:cubicBezTo>
                    <a:pt x="76276" y="8639"/>
                    <a:pt x="76026" y="8145"/>
                    <a:pt x="75694" y="7711"/>
                  </a:cubicBezTo>
                  <a:cubicBezTo>
                    <a:pt x="75363" y="7276"/>
                    <a:pt x="74958" y="6926"/>
                    <a:pt x="74479" y="6661"/>
                  </a:cubicBezTo>
                  <a:cubicBezTo>
                    <a:pt x="74000" y="6396"/>
                    <a:pt x="73451" y="6263"/>
                    <a:pt x="72832" y="6263"/>
                  </a:cubicBezTo>
                  <a:close/>
                  <a:moveTo>
                    <a:pt x="69982" y="11014"/>
                  </a:moveTo>
                  <a:cubicBezTo>
                    <a:pt x="70055" y="10720"/>
                    <a:pt x="70173" y="10407"/>
                    <a:pt x="70335" y="10075"/>
                  </a:cubicBezTo>
                  <a:cubicBezTo>
                    <a:pt x="70497" y="9744"/>
                    <a:pt x="70700" y="9442"/>
                    <a:pt x="70943" y="9169"/>
                  </a:cubicBezTo>
                  <a:cubicBezTo>
                    <a:pt x="71186" y="8897"/>
                    <a:pt x="71462" y="8668"/>
                    <a:pt x="71772" y="8484"/>
                  </a:cubicBezTo>
                  <a:cubicBezTo>
                    <a:pt x="72081" y="8300"/>
                    <a:pt x="72413" y="8208"/>
                    <a:pt x="72766" y="8208"/>
                  </a:cubicBezTo>
                  <a:cubicBezTo>
                    <a:pt x="73046" y="8208"/>
                    <a:pt x="73297" y="8285"/>
                    <a:pt x="73517" y="8440"/>
                  </a:cubicBezTo>
                  <a:cubicBezTo>
                    <a:pt x="73738" y="8595"/>
                    <a:pt x="73926" y="8797"/>
                    <a:pt x="74081" y="9048"/>
                  </a:cubicBezTo>
                  <a:cubicBezTo>
                    <a:pt x="74236" y="9298"/>
                    <a:pt x="74350" y="9582"/>
                    <a:pt x="74424" y="9898"/>
                  </a:cubicBezTo>
                  <a:cubicBezTo>
                    <a:pt x="74497" y="10215"/>
                    <a:pt x="74534" y="10536"/>
                    <a:pt x="74534" y="10860"/>
                  </a:cubicBezTo>
                  <a:cubicBezTo>
                    <a:pt x="74534" y="11213"/>
                    <a:pt x="74468" y="11607"/>
                    <a:pt x="74335" y="12042"/>
                  </a:cubicBezTo>
                  <a:cubicBezTo>
                    <a:pt x="74203" y="12477"/>
                    <a:pt x="74015" y="12882"/>
                    <a:pt x="73772" y="13258"/>
                  </a:cubicBezTo>
                  <a:cubicBezTo>
                    <a:pt x="73529" y="13633"/>
                    <a:pt x="73234" y="13950"/>
                    <a:pt x="72888" y="14208"/>
                  </a:cubicBezTo>
                  <a:cubicBezTo>
                    <a:pt x="72541" y="14466"/>
                    <a:pt x="72147" y="14595"/>
                    <a:pt x="71705" y="14595"/>
                  </a:cubicBezTo>
                  <a:cubicBezTo>
                    <a:pt x="71249" y="14595"/>
                    <a:pt x="70884" y="14469"/>
                    <a:pt x="70611" y="14219"/>
                  </a:cubicBezTo>
                  <a:cubicBezTo>
                    <a:pt x="70339" y="13968"/>
                    <a:pt x="70144" y="13663"/>
                    <a:pt x="70026" y="13302"/>
                  </a:cubicBezTo>
                  <a:cubicBezTo>
                    <a:pt x="69908" y="12941"/>
                    <a:pt x="69849" y="12554"/>
                    <a:pt x="69849" y="12142"/>
                  </a:cubicBezTo>
                  <a:cubicBezTo>
                    <a:pt x="69849" y="11729"/>
                    <a:pt x="69893" y="11353"/>
                    <a:pt x="69982" y="11014"/>
                  </a:cubicBezTo>
                  <a:close/>
                  <a:moveTo>
                    <a:pt x="78512" y="8340"/>
                  </a:moveTo>
                  <a:lnTo>
                    <a:pt x="78556" y="8363"/>
                  </a:lnTo>
                  <a:lnTo>
                    <a:pt x="78556" y="15280"/>
                  </a:lnTo>
                  <a:cubicBezTo>
                    <a:pt x="78600" y="15619"/>
                    <a:pt x="78726" y="15873"/>
                    <a:pt x="78932" y="16042"/>
                  </a:cubicBezTo>
                  <a:cubicBezTo>
                    <a:pt x="79138" y="16212"/>
                    <a:pt x="79374" y="16296"/>
                    <a:pt x="79639" y="16296"/>
                  </a:cubicBezTo>
                  <a:cubicBezTo>
                    <a:pt x="79890" y="16296"/>
                    <a:pt x="80129" y="16208"/>
                    <a:pt x="80357" y="16031"/>
                  </a:cubicBezTo>
                  <a:cubicBezTo>
                    <a:pt x="80586" y="15854"/>
                    <a:pt x="80707" y="15582"/>
                    <a:pt x="80722" y="15213"/>
                  </a:cubicBezTo>
                  <a:lnTo>
                    <a:pt x="80722" y="9423"/>
                  </a:lnTo>
                  <a:cubicBezTo>
                    <a:pt x="80869" y="9276"/>
                    <a:pt x="81050" y="9103"/>
                    <a:pt x="81263" y="8904"/>
                  </a:cubicBezTo>
                  <a:cubicBezTo>
                    <a:pt x="81477" y="8705"/>
                    <a:pt x="81694" y="8525"/>
                    <a:pt x="81915" y="8363"/>
                  </a:cubicBezTo>
                  <a:cubicBezTo>
                    <a:pt x="82136" y="8200"/>
                    <a:pt x="82357" y="8061"/>
                    <a:pt x="82578" y="7943"/>
                  </a:cubicBezTo>
                  <a:cubicBezTo>
                    <a:pt x="82799" y="7825"/>
                    <a:pt x="82991" y="7766"/>
                    <a:pt x="83153" y="7766"/>
                  </a:cubicBezTo>
                  <a:cubicBezTo>
                    <a:pt x="83271" y="7766"/>
                    <a:pt x="83400" y="7814"/>
                    <a:pt x="83540" y="7909"/>
                  </a:cubicBezTo>
                  <a:cubicBezTo>
                    <a:pt x="83680" y="8005"/>
                    <a:pt x="83801" y="8105"/>
                    <a:pt x="83904" y="8208"/>
                  </a:cubicBezTo>
                  <a:cubicBezTo>
                    <a:pt x="84037" y="8326"/>
                    <a:pt x="84169" y="8429"/>
                    <a:pt x="84302" y="8517"/>
                  </a:cubicBezTo>
                  <a:cubicBezTo>
                    <a:pt x="84435" y="8606"/>
                    <a:pt x="84604" y="8650"/>
                    <a:pt x="84810" y="8650"/>
                  </a:cubicBezTo>
                  <a:cubicBezTo>
                    <a:pt x="85090" y="8650"/>
                    <a:pt x="85330" y="8565"/>
                    <a:pt x="85529" y="8396"/>
                  </a:cubicBezTo>
                  <a:cubicBezTo>
                    <a:pt x="85727" y="8226"/>
                    <a:pt x="85827" y="8009"/>
                    <a:pt x="85827" y="7744"/>
                  </a:cubicBezTo>
                  <a:cubicBezTo>
                    <a:pt x="85827" y="7420"/>
                    <a:pt x="85716" y="7136"/>
                    <a:pt x="85495" y="6893"/>
                  </a:cubicBezTo>
                  <a:cubicBezTo>
                    <a:pt x="85274" y="6650"/>
                    <a:pt x="85020" y="6451"/>
                    <a:pt x="84733" y="6296"/>
                  </a:cubicBezTo>
                  <a:cubicBezTo>
                    <a:pt x="84446" y="6142"/>
                    <a:pt x="84151" y="6027"/>
                    <a:pt x="83849" y="5954"/>
                  </a:cubicBezTo>
                  <a:cubicBezTo>
                    <a:pt x="83547" y="5880"/>
                    <a:pt x="83322" y="5843"/>
                    <a:pt x="83175" y="5843"/>
                  </a:cubicBezTo>
                  <a:cubicBezTo>
                    <a:pt x="82659" y="5843"/>
                    <a:pt x="82169" y="5954"/>
                    <a:pt x="81705" y="6175"/>
                  </a:cubicBezTo>
                  <a:cubicBezTo>
                    <a:pt x="81241" y="6396"/>
                    <a:pt x="80781" y="6690"/>
                    <a:pt x="80324" y="7059"/>
                  </a:cubicBezTo>
                  <a:cubicBezTo>
                    <a:pt x="80133" y="6897"/>
                    <a:pt x="79893" y="6757"/>
                    <a:pt x="79606" y="6639"/>
                  </a:cubicBezTo>
                  <a:cubicBezTo>
                    <a:pt x="79319" y="6521"/>
                    <a:pt x="79064" y="6462"/>
                    <a:pt x="78843" y="6462"/>
                  </a:cubicBezTo>
                  <a:cubicBezTo>
                    <a:pt x="78519" y="6462"/>
                    <a:pt x="78258" y="6550"/>
                    <a:pt x="78059" y="6727"/>
                  </a:cubicBezTo>
                  <a:cubicBezTo>
                    <a:pt x="77860" y="6904"/>
                    <a:pt x="77761" y="7118"/>
                    <a:pt x="77761" y="7368"/>
                  </a:cubicBezTo>
                  <a:cubicBezTo>
                    <a:pt x="77761" y="7545"/>
                    <a:pt x="77816" y="7711"/>
                    <a:pt x="77926" y="7865"/>
                  </a:cubicBezTo>
                  <a:cubicBezTo>
                    <a:pt x="78037" y="8020"/>
                    <a:pt x="78232" y="8178"/>
                    <a:pt x="78512" y="8340"/>
                  </a:cubicBezTo>
                  <a:close/>
                  <a:moveTo>
                    <a:pt x="94180" y="13180"/>
                  </a:moveTo>
                  <a:cubicBezTo>
                    <a:pt x="93753" y="13445"/>
                    <a:pt x="93285" y="13700"/>
                    <a:pt x="92777" y="13943"/>
                  </a:cubicBezTo>
                  <a:cubicBezTo>
                    <a:pt x="92269" y="14186"/>
                    <a:pt x="91779" y="14322"/>
                    <a:pt x="91308" y="14351"/>
                  </a:cubicBezTo>
                  <a:cubicBezTo>
                    <a:pt x="90748" y="14396"/>
                    <a:pt x="90276" y="14293"/>
                    <a:pt x="89893" y="14042"/>
                  </a:cubicBezTo>
                  <a:cubicBezTo>
                    <a:pt x="89510" y="13792"/>
                    <a:pt x="89215" y="13453"/>
                    <a:pt x="89009" y="13026"/>
                  </a:cubicBezTo>
                  <a:cubicBezTo>
                    <a:pt x="89039" y="13026"/>
                    <a:pt x="89116" y="13011"/>
                    <a:pt x="89241" y="12981"/>
                  </a:cubicBezTo>
                  <a:cubicBezTo>
                    <a:pt x="89366" y="12952"/>
                    <a:pt x="89657" y="12878"/>
                    <a:pt x="90114" y="12760"/>
                  </a:cubicBezTo>
                  <a:cubicBezTo>
                    <a:pt x="90541" y="12657"/>
                    <a:pt x="90998" y="12539"/>
                    <a:pt x="91484" y="12407"/>
                  </a:cubicBezTo>
                  <a:cubicBezTo>
                    <a:pt x="91971" y="12274"/>
                    <a:pt x="92442" y="12112"/>
                    <a:pt x="92899" y="11921"/>
                  </a:cubicBezTo>
                  <a:cubicBezTo>
                    <a:pt x="93355" y="11729"/>
                    <a:pt x="93775" y="11504"/>
                    <a:pt x="94158" y="11247"/>
                  </a:cubicBezTo>
                  <a:cubicBezTo>
                    <a:pt x="94541" y="10989"/>
                    <a:pt x="94843" y="10683"/>
                    <a:pt x="95064" y="10329"/>
                  </a:cubicBezTo>
                  <a:cubicBezTo>
                    <a:pt x="95182" y="10153"/>
                    <a:pt x="95263" y="9968"/>
                    <a:pt x="95308" y="9777"/>
                  </a:cubicBezTo>
                  <a:cubicBezTo>
                    <a:pt x="95352" y="9585"/>
                    <a:pt x="95374" y="9386"/>
                    <a:pt x="95374" y="9180"/>
                  </a:cubicBezTo>
                  <a:cubicBezTo>
                    <a:pt x="95374" y="8871"/>
                    <a:pt x="95315" y="8561"/>
                    <a:pt x="95197" y="8252"/>
                  </a:cubicBezTo>
                  <a:cubicBezTo>
                    <a:pt x="95079" y="7943"/>
                    <a:pt x="94917" y="7659"/>
                    <a:pt x="94711" y="7401"/>
                  </a:cubicBezTo>
                  <a:cubicBezTo>
                    <a:pt x="94505" y="7143"/>
                    <a:pt x="94262" y="6922"/>
                    <a:pt x="93982" y="6738"/>
                  </a:cubicBezTo>
                  <a:cubicBezTo>
                    <a:pt x="93702" y="6554"/>
                    <a:pt x="93400" y="6425"/>
                    <a:pt x="93076" y="6351"/>
                  </a:cubicBezTo>
                  <a:cubicBezTo>
                    <a:pt x="92737" y="6278"/>
                    <a:pt x="92390" y="6241"/>
                    <a:pt x="92037" y="6241"/>
                  </a:cubicBezTo>
                  <a:cubicBezTo>
                    <a:pt x="91374" y="6241"/>
                    <a:pt x="90733" y="6351"/>
                    <a:pt x="90114" y="6572"/>
                  </a:cubicBezTo>
                  <a:cubicBezTo>
                    <a:pt x="89495" y="6793"/>
                    <a:pt x="88921" y="7088"/>
                    <a:pt x="88390" y="7456"/>
                  </a:cubicBezTo>
                  <a:cubicBezTo>
                    <a:pt x="87727" y="7898"/>
                    <a:pt x="87245" y="8473"/>
                    <a:pt x="86943" y="9180"/>
                  </a:cubicBezTo>
                  <a:cubicBezTo>
                    <a:pt x="86641" y="9887"/>
                    <a:pt x="86490" y="10624"/>
                    <a:pt x="86490" y="11390"/>
                  </a:cubicBezTo>
                  <a:cubicBezTo>
                    <a:pt x="86490" y="12171"/>
                    <a:pt x="86663" y="12933"/>
                    <a:pt x="87009" y="13677"/>
                  </a:cubicBezTo>
                  <a:cubicBezTo>
                    <a:pt x="87355" y="14421"/>
                    <a:pt x="87838" y="15022"/>
                    <a:pt x="88457" y="15479"/>
                  </a:cubicBezTo>
                  <a:cubicBezTo>
                    <a:pt x="88840" y="15744"/>
                    <a:pt x="89252" y="15939"/>
                    <a:pt x="89694" y="16064"/>
                  </a:cubicBezTo>
                  <a:cubicBezTo>
                    <a:pt x="90136" y="16189"/>
                    <a:pt x="90571" y="16252"/>
                    <a:pt x="90998" y="16252"/>
                  </a:cubicBezTo>
                  <a:cubicBezTo>
                    <a:pt x="91720" y="16252"/>
                    <a:pt x="92438" y="16123"/>
                    <a:pt x="93153" y="15865"/>
                  </a:cubicBezTo>
                  <a:cubicBezTo>
                    <a:pt x="93867" y="15607"/>
                    <a:pt x="94534" y="15294"/>
                    <a:pt x="95153" y="14926"/>
                  </a:cubicBezTo>
                  <a:cubicBezTo>
                    <a:pt x="95374" y="14793"/>
                    <a:pt x="95536" y="14650"/>
                    <a:pt x="95639" y="14495"/>
                  </a:cubicBezTo>
                  <a:cubicBezTo>
                    <a:pt x="95742" y="14340"/>
                    <a:pt x="95794" y="14182"/>
                    <a:pt x="95794" y="14020"/>
                  </a:cubicBezTo>
                  <a:cubicBezTo>
                    <a:pt x="95794" y="13858"/>
                    <a:pt x="95753" y="13707"/>
                    <a:pt x="95672" y="13567"/>
                  </a:cubicBezTo>
                  <a:cubicBezTo>
                    <a:pt x="95591" y="13427"/>
                    <a:pt x="95481" y="13313"/>
                    <a:pt x="95341" y="13224"/>
                  </a:cubicBezTo>
                  <a:cubicBezTo>
                    <a:pt x="95201" y="13136"/>
                    <a:pt x="95031" y="13084"/>
                    <a:pt x="94832" y="13070"/>
                  </a:cubicBezTo>
                  <a:cubicBezTo>
                    <a:pt x="94634" y="13055"/>
                    <a:pt x="94416" y="13092"/>
                    <a:pt x="94180" y="13180"/>
                  </a:cubicBezTo>
                  <a:close/>
                  <a:moveTo>
                    <a:pt x="90114" y="8738"/>
                  </a:moveTo>
                  <a:cubicBezTo>
                    <a:pt x="90365" y="8620"/>
                    <a:pt x="90681" y="8499"/>
                    <a:pt x="91064" y="8374"/>
                  </a:cubicBezTo>
                  <a:cubicBezTo>
                    <a:pt x="91448" y="8248"/>
                    <a:pt x="91808" y="8186"/>
                    <a:pt x="92147" y="8186"/>
                  </a:cubicBezTo>
                  <a:cubicBezTo>
                    <a:pt x="92457" y="8186"/>
                    <a:pt x="92722" y="8267"/>
                    <a:pt x="92943" y="8429"/>
                  </a:cubicBezTo>
                  <a:cubicBezTo>
                    <a:pt x="93164" y="8591"/>
                    <a:pt x="93260" y="8886"/>
                    <a:pt x="93230" y="9313"/>
                  </a:cubicBezTo>
                  <a:cubicBezTo>
                    <a:pt x="93142" y="9490"/>
                    <a:pt x="92969" y="9652"/>
                    <a:pt x="92711" y="9799"/>
                  </a:cubicBezTo>
                  <a:cubicBezTo>
                    <a:pt x="92453" y="9946"/>
                    <a:pt x="92173" y="10075"/>
                    <a:pt x="91871" y="10186"/>
                  </a:cubicBezTo>
                  <a:cubicBezTo>
                    <a:pt x="91569" y="10296"/>
                    <a:pt x="91271" y="10392"/>
                    <a:pt x="90976" y="10473"/>
                  </a:cubicBezTo>
                  <a:cubicBezTo>
                    <a:pt x="90681" y="10554"/>
                    <a:pt x="90460" y="10617"/>
                    <a:pt x="90313" y="10661"/>
                  </a:cubicBezTo>
                  <a:cubicBezTo>
                    <a:pt x="89901" y="10779"/>
                    <a:pt x="89584" y="10871"/>
                    <a:pt x="89363" y="10937"/>
                  </a:cubicBezTo>
                  <a:cubicBezTo>
                    <a:pt x="89142" y="11003"/>
                    <a:pt x="88976" y="11051"/>
                    <a:pt x="88866" y="11081"/>
                  </a:cubicBezTo>
                  <a:cubicBezTo>
                    <a:pt x="88755" y="11110"/>
                    <a:pt x="88689" y="11129"/>
                    <a:pt x="88667" y="11136"/>
                  </a:cubicBezTo>
                  <a:lnTo>
                    <a:pt x="88634" y="11147"/>
                  </a:lnTo>
                  <a:cubicBezTo>
                    <a:pt x="88663" y="10631"/>
                    <a:pt x="88796" y="10164"/>
                    <a:pt x="89031" y="9744"/>
                  </a:cubicBezTo>
                  <a:cubicBezTo>
                    <a:pt x="89267" y="9324"/>
                    <a:pt x="89628" y="8989"/>
                    <a:pt x="90114" y="8738"/>
                  </a:cubicBezTo>
                  <a:close/>
                  <a:moveTo>
                    <a:pt x="105566" y="16777"/>
                  </a:moveTo>
                  <a:cubicBezTo>
                    <a:pt x="105918" y="16777"/>
                    <a:pt x="106182" y="16585"/>
                    <a:pt x="106357" y="16201"/>
                  </a:cubicBezTo>
                  <a:lnTo>
                    <a:pt x="108125" y="12285"/>
                  </a:lnTo>
                  <a:lnTo>
                    <a:pt x="110254" y="8242"/>
                  </a:lnTo>
                  <a:cubicBezTo>
                    <a:pt x="111061" y="6667"/>
                    <a:pt x="111683" y="5277"/>
                    <a:pt x="112119" y="4072"/>
                  </a:cubicBezTo>
                  <a:lnTo>
                    <a:pt x="113213" y="1416"/>
                  </a:lnTo>
                  <a:cubicBezTo>
                    <a:pt x="113285" y="1208"/>
                    <a:pt x="113320" y="1029"/>
                    <a:pt x="113320" y="879"/>
                  </a:cubicBezTo>
                  <a:cubicBezTo>
                    <a:pt x="113320" y="645"/>
                    <a:pt x="113229" y="444"/>
                    <a:pt x="113047" y="278"/>
                  </a:cubicBezTo>
                  <a:cubicBezTo>
                    <a:pt x="112865" y="112"/>
                    <a:pt x="112653" y="26"/>
                    <a:pt x="112412" y="20"/>
                  </a:cubicBezTo>
                  <a:cubicBezTo>
                    <a:pt x="111976" y="0"/>
                    <a:pt x="111331" y="1156"/>
                    <a:pt x="110479" y="3486"/>
                  </a:cubicBezTo>
                  <a:cubicBezTo>
                    <a:pt x="109964" y="4893"/>
                    <a:pt x="109004" y="6912"/>
                    <a:pt x="107598" y="9546"/>
                  </a:cubicBezTo>
                  <a:cubicBezTo>
                    <a:pt x="106191" y="12179"/>
                    <a:pt x="105234" y="14196"/>
                    <a:pt x="104727" y="15596"/>
                  </a:cubicBezTo>
                  <a:cubicBezTo>
                    <a:pt x="104681" y="15713"/>
                    <a:pt x="104658" y="15824"/>
                    <a:pt x="104658" y="15928"/>
                  </a:cubicBezTo>
                  <a:cubicBezTo>
                    <a:pt x="104658" y="16169"/>
                    <a:pt x="104749" y="16370"/>
                    <a:pt x="104932" y="16533"/>
                  </a:cubicBezTo>
                  <a:cubicBezTo>
                    <a:pt x="105114" y="16696"/>
                    <a:pt x="105326" y="16777"/>
                    <a:pt x="105566" y="16777"/>
                  </a:cubicBezTo>
                  <a:close/>
                  <a:moveTo>
                    <a:pt x="122227" y="14263"/>
                  </a:moveTo>
                  <a:lnTo>
                    <a:pt x="122249" y="14263"/>
                  </a:lnTo>
                  <a:cubicBezTo>
                    <a:pt x="122721" y="14911"/>
                    <a:pt x="123347" y="15420"/>
                    <a:pt x="124128" y="15788"/>
                  </a:cubicBezTo>
                  <a:cubicBezTo>
                    <a:pt x="124908" y="16156"/>
                    <a:pt x="125711" y="16340"/>
                    <a:pt x="126536" y="16340"/>
                  </a:cubicBezTo>
                  <a:cubicBezTo>
                    <a:pt x="126905" y="16340"/>
                    <a:pt x="127273" y="16252"/>
                    <a:pt x="127641" y="16075"/>
                  </a:cubicBezTo>
                  <a:cubicBezTo>
                    <a:pt x="128010" y="15898"/>
                    <a:pt x="128338" y="15663"/>
                    <a:pt x="128625" y="15368"/>
                  </a:cubicBezTo>
                  <a:cubicBezTo>
                    <a:pt x="128912" y="15073"/>
                    <a:pt x="129144" y="14738"/>
                    <a:pt x="129321" y="14363"/>
                  </a:cubicBezTo>
                  <a:cubicBezTo>
                    <a:pt x="129498" y="13987"/>
                    <a:pt x="129586" y="13600"/>
                    <a:pt x="129586" y="13202"/>
                  </a:cubicBezTo>
                  <a:cubicBezTo>
                    <a:pt x="129586" y="12701"/>
                    <a:pt x="129509" y="12274"/>
                    <a:pt x="129354" y="11921"/>
                  </a:cubicBezTo>
                  <a:cubicBezTo>
                    <a:pt x="129199" y="11567"/>
                    <a:pt x="128982" y="11265"/>
                    <a:pt x="128702" y="11014"/>
                  </a:cubicBezTo>
                  <a:cubicBezTo>
                    <a:pt x="128422" y="10764"/>
                    <a:pt x="128091" y="10554"/>
                    <a:pt x="127708" y="10385"/>
                  </a:cubicBezTo>
                  <a:cubicBezTo>
                    <a:pt x="127325" y="10215"/>
                    <a:pt x="126905" y="10064"/>
                    <a:pt x="126448" y="9932"/>
                  </a:cubicBezTo>
                  <a:cubicBezTo>
                    <a:pt x="126286" y="9887"/>
                    <a:pt x="126117" y="9840"/>
                    <a:pt x="125940" y="9788"/>
                  </a:cubicBezTo>
                  <a:cubicBezTo>
                    <a:pt x="125763" y="9736"/>
                    <a:pt x="125597" y="9674"/>
                    <a:pt x="125442" y="9600"/>
                  </a:cubicBezTo>
                  <a:cubicBezTo>
                    <a:pt x="125288" y="9526"/>
                    <a:pt x="125148" y="9434"/>
                    <a:pt x="125023" y="9324"/>
                  </a:cubicBezTo>
                  <a:cubicBezTo>
                    <a:pt x="124897" y="9213"/>
                    <a:pt x="124791" y="9077"/>
                    <a:pt x="124702" y="8915"/>
                  </a:cubicBezTo>
                  <a:cubicBezTo>
                    <a:pt x="124658" y="8502"/>
                    <a:pt x="124739" y="8208"/>
                    <a:pt x="124945" y="8031"/>
                  </a:cubicBezTo>
                  <a:cubicBezTo>
                    <a:pt x="125152" y="7854"/>
                    <a:pt x="125409" y="7755"/>
                    <a:pt x="125719" y="7733"/>
                  </a:cubicBezTo>
                  <a:cubicBezTo>
                    <a:pt x="126028" y="7711"/>
                    <a:pt x="126341" y="7740"/>
                    <a:pt x="126658" y="7821"/>
                  </a:cubicBezTo>
                  <a:cubicBezTo>
                    <a:pt x="126975" y="7902"/>
                    <a:pt x="127221" y="7987"/>
                    <a:pt x="127398" y="8075"/>
                  </a:cubicBezTo>
                  <a:cubicBezTo>
                    <a:pt x="127619" y="8193"/>
                    <a:pt x="127829" y="8252"/>
                    <a:pt x="128028" y="8252"/>
                  </a:cubicBezTo>
                  <a:cubicBezTo>
                    <a:pt x="128227" y="8252"/>
                    <a:pt x="128404" y="8208"/>
                    <a:pt x="128559" y="8119"/>
                  </a:cubicBezTo>
                  <a:cubicBezTo>
                    <a:pt x="128713" y="8031"/>
                    <a:pt x="128838" y="7917"/>
                    <a:pt x="128934" y="7777"/>
                  </a:cubicBezTo>
                  <a:cubicBezTo>
                    <a:pt x="129030" y="7637"/>
                    <a:pt x="129078" y="7479"/>
                    <a:pt x="129078" y="7302"/>
                  </a:cubicBezTo>
                  <a:cubicBezTo>
                    <a:pt x="129078" y="7154"/>
                    <a:pt x="129026" y="7000"/>
                    <a:pt x="128923" y="6838"/>
                  </a:cubicBezTo>
                  <a:cubicBezTo>
                    <a:pt x="128820" y="6676"/>
                    <a:pt x="128665" y="6521"/>
                    <a:pt x="128459" y="6374"/>
                  </a:cubicBezTo>
                  <a:cubicBezTo>
                    <a:pt x="127929" y="6079"/>
                    <a:pt x="127328" y="5873"/>
                    <a:pt x="126658" y="5755"/>
                  </a:cubicBezTo>
                  <a:cubicBezTo>
                    <a:pt x="125988" y="5637"/>
                    <a:pt x="125343" y="5659"/>
                    <a:pt x="124724" y="5821"/>
                  </a:cubicBezTo>
                  <a:cubicBezTo>
                    <a:pt x="124415" y="5895"/>
                    <a:pt x="124124" y="6031"/>
                    <a:pt x="123851" y="6230"/>
                  </a:cubicBezTo>
                  <a:cubicBezTo>
                    <a:pt x="123579" y="6429"/>
                    <a:pt x="123343" y="6665"/>
                    <a:pt x="123144" y="6937"/>
                  </a:cubicBezTo>
                  <a:cubicBezTo>
                    <a:pt x="122945" y="7210"/>
                    <a:pt x="122787" y="7508"/>
                    <a:pt x="122669" y="7832"/>
                  </a:cubicBezTo>
                  <a:cubicBezTo>
                    <a:pt x="122551" y="8156"/>
                    <a:pt x="122492" y="8473"/>
                    <a:pt x="122492" y="8782"/>
                  </a:cubicBezTo>
                  <a:cubicBezTo>
                    <a:pt x="122492" y="9003"/>
                    <a:pt x="122536" y="9243"/>
                    <a:pt x="122625" y="9501"/>
                  </a:cubicBezTo>
                  <a:cubicBezTo>
                    <a:pt x="122713" y="9758"/>
                    <a:pt x="122838" y="9998"/>
                    <a:pt x="123000" y="10219"/>
                  </a:cubicBezTo>
                  <a:cubicBezTo>
                    <a:pt x="123177" y="10455"/>
                    <a:pt x="123361" y="10650"/>
                    <a:pt x="123553" y="10805"/>
                  </a:cubicBezTo>
                  <a:cubicBezTo>
                    <a:pt x="123745" y="10959"/>
                    <a:pt x="123943" y="11088"/>
                    <a:pt x="124150" y="11191"/>
                  </a:cubicBezTo>
                  <a:cubicBezTo>
                    <a:pt x="124356" y="11294"/>
                    <a:pt x="124570" y="11379"/>
                    <a:pt x="124791" y="11445"/>
                  </a:cubicBezTo>
                  <a:cubicBezTo>
                    <a:pt x="125012" y="11512"/>
                    <a:pt x="125233" y="11574"/>
                    <a:pt x="125454" y="11633"/>
                  </a:cubicBezTo>
                  <a:cubicBezTo>
                    <a:pt x="125586" y="11677"/>
                    <a:pt x="125730" y="11714"/>
                    <a:pt x="125884" y="11744"/>
                  </a:cubicBezTo>
                  <a:cubicBezTo>
                    <a:pt x="126039" y="11773"/>
                    <a:pt x="126201" y="11817"/>
                    <a:pt x="126371" y="11876"/>
                  </a:cubicBezTo>
                  <a:cubicBezTo>
                    <a:pt x="126540" y="11935"/>
                    <a:pt x="126702" y="12024"/>
                    <a:pt x="126857" y="12142"/>
                  </a:cubicBezTo>
                  <a:cubicBezTo>
                    <a:pt x="127012" y="12259"/>
                    <a:pt x="127155" y="12421"/>
                    <a:pt x="127288" y="12628"/>
                  </a:cubicBezTo>
                  <a:cubicBezTo>
                    <a:pt x="127391" y="12790"/>
                    <a:pt x="127442" y="12967"/>
                    <a:pt x="127442" y="13158"/>
                  </a:cubicBezTo>
                  <a:cubicBezTo>
                    <a:pt x="127442" y="13350"/>
                    <a:pt x="127402" y="13526"/>
                    <a:pt x="127321" y="13688"/>
                  </a:cubicBezTo>
                  <a:cubicBezTo>
                    <a:pt x="127240" y="13851"/>
                    <a:pt x="127115" y="13994"/>
                    <a:pt x="126945" y="14119"/>
                  </a:cubicBezTo>
                  <a:cubicBezTo>
                    <a:pt x="126776" y="14245"/>
                    <a:pt x="126581" y="14329"/>
                    <a:pt x="126360" y="14374"/>
                  </a:cubicBezTo>
                  <a:cubicBezTo>
                    <a:pt x="125888" y="14462"/>
                    <a:pt x="125439" y="14366"/>
                    <a:pt x="125012" y="14086"/>
                  </a:cubicBezTo>
                  <a:cubicBezTo>
                    <a:pt x="124584" y="13806"/>
                    <a:pt x="124216" y="13460"/>
                    <a:pt x="123907" y="13048"/>
                  </a:cubicBezTo>
                  <a:cubicBezTo>
                    <a:pt x="123612" y="12856"/>
                    <a:pt x="123339" y="12760"/>
                    <a:pt x="123089" y="12760"/>
                  </a:cubicBezTo>
                  <a:cubicBezTo>
                    <a:pt x="122706" y="12760"/>
                    <a:pt x="122415" y="12904"/>
                    <a:pt x="122216" y="13191"/>
                  </a:cubicBezTo>
                  <a:cubicBezTo>
                    <a:pt x="122017" y="13479"/>
                    <a:pt x="122021" y="13836"/>
                    <a:pt x="122227" y="14263"/>
                  </a:cubicBezTo>
                  <a:close/>
                  <a:moveTo>
                    <a:pt x="140260" y="14263"/>
                  </a:moveTo>
                  <a:cubicBezTo>
                    <a:pt x="140098" y="14072"/>
                    <a:pt x="139965" y="13825"/>
                    <a:pt x="139862" y="13523"/>
                  </a:cubicBezTo>
                  <a:cubicBezTo>
                    <a:pt x="139759" y="13221"/>
                    <a:pt x="139675" y="12886"/>
                    <a:pt x="139608" y="12517"/>
                  </a:cubicBezTo>
                  <a:cubicBezTo>
                    <a:pt x="139542" y="12149"/>
                    <a:pt x="139498" y="11762"/>
                    <a:pt x="139476" y="11357"/>
                  </a:cubicBezTo>
                  <a:cubicBezTo>
                    <a:pt x="139454" y="10952"/>
                    <a:pt x="139442" y="10550"/>
                    <a:pt x="139442" y="10153"/>
                  </a:cubicBezTo>
                  <a:cubicBezTo>
                    <a:pt x="139442" y="9858"/>
                    <a:pt x="139450" y="9571"/>
                    <a:pt x="139465" y="9291"/>
                  </a:cubicBezTo>
                  <a:cubicBezTo>
                    <a:pt x="139479" y="9011"/>
                    <a:pt x="139501" y="8746"/>
                    <a:pt x="139531" y="8495"/>
                  </a:cubicBezTo>
                  <a:cubicBezTo>
                    <a:pt x="139575" y="8097"/>
                    <a:pt x="139597" y="7744"/>
                    <a:pt x="139597" y="7434"/>
                  </a:cubicBezTo>
                  <a:cubicBezTo>
                    <a:pt x="139597" y="7081"/>
                    <a:pt x="139490" y="6816"/>
                    <a:pt x="139277" y="6639"/>
                  </a:cubicBezTo>
                  <a:cubicBezTo>
                    <a:pt x="139063" y="6462"/>
                    <a:pt x="138824" y="6374"/>
                    <a:pt x="138559" y="6374"/>
                  </a:cubicBezTo>
                  <a:cubicBezTo>
                    <a:pt x="138220" y="6374"/>
                    <a:pt x="137965" y="6488"/>
                    <a:pt x="137796" y="6716"/>
                  </a:cubicBezTo>
                  <a:cubicBezTo>
                    <a:pt x="137627" y="6944"/>
                    <a:pt x="137501" y="7239"/>
                    <a:pt x="137420" y="7600"/>
                  </a:cubicBezTo>
                  <a:cubicBezTo>
                    <a:pt x="137339" y="7961"/>
                    <a:pt x="137295" y="8363"/>
                    <a:pt x="137288" y="8805"/>
                  </a:cubicBezTo>
                  <a:cubicBezTo>
                    <a:pt x="137280" y="9247"/>
                    <a:pt x="137277" y="9681"/>
                    <a:pt x="137277" y="10108"/>
                  </a:cubicBezTo>
                  <a:cubicBezTo>
                    <a:pt x="137277" y="10845"/>
                    <a:pt x="137321" y="11567"/>
                    <a:pt x="137409" y="12274"/>
                  </a:cubicBezTo>
                  <a:cubicBezTo>
                    <a:pt x="137070" y="12701"/>
                    <a:pt x="136717" y="13081"/>
                    <a:pt x="136349" y="13412"/>
                  </a:cubicBezTo>
                  <a:cubicBezTo>
                    <a:pt x="135980" y="13744"/>
                    <a:pt x="135582" y="13909"/>
                    <a:pt x="135155" y="13909"/>
                  </a:cubicBezTo>
                  <a:cubicBezTo>
                    <a:pt x="134625" y="13909"/>
                    <a:pt x="134205" y="13659"/>
                    <a:pt x="133896" y="13158"/>
                  </a:cubicBezTo>
                  <a:cubicBezTo>
                    <a:pt x="133586" y="12657"/>
                    <a:pt x="133431" y="12009"/>
                    <a:pt x="133431" y="11213"/>
                  </a:cubicBezTo>
                  <a:cubicBezTo>
                    <a:pt x="133431" y="10845"/>
                    <a:pt x="133435" y="10499"/>
                    <a:pt x="133442" y="10175"/>
                  </a:cubicBezTo>
                  <a:cubicBezTo>
                    <a:pt x="133450" y="9851"/>
                    <a:pt x="133461" y="9519"/>
                    <a:pt x="133476" y="9180"/>
                  </a:cubicBezTo>
                  <a:cubicBezTo>
                    <a:pt x="133490" y="8856"/>
                    <a:pt x="133498" y="8532"/>
                    <a:pt x="133498" y="8208"/>
                  </a:cubicBezTo>
                  <a:lnTo>
                    <a:pt x="133498" y="7213"/>
                  </a:lnTo>
                  <a:cubicBezTo>
                    <a:pt x="133424" y="6919"/>
                    <a:pt x="133280" y="6701"/>
                    <a:pt x="133067" y="6561"/>
                  </a:cubicBezTo>
                  <a:cubicBezTo>
                    <a:pt x="132853" y="6421"/>
                    <a:pt x="132636" y="6351"/>
                    <a:pt x="132415" y="6351"/>
                  </a:cubicBezTo>
                  <a:cubicBezTo>
                    <a:pt x="132150" y="6351"/>
                    <a:pt x="131918" y="6425"/>
                    <a:pt x="131719" y="6572"/>
                  </a:cubicBezTo>
                  <a:cubicBezTo>
                    <a:pt x="131520" y="6720"/>
                    <a:pt x="131384" y="6956"/>
                    <a:pt x="131310" y="7280"/>
                  </a:cubicBezTo>
                  <a:cubicBezTo>
                    <a:pt x="131310" y="7486"/>
                    <a:pt x="131306" y="7707"/>
                    <a:pt x="131299" y="7943"/>
                  </a:cubicBezTo>
                  <a:cubicBezTo>
                    <a:pt x="131291" y="8178"/>
                    <a:pt x="131280" y="8421"/>
                    <a:pt x="131266" y="8672"/>
                  </a:cubicBezTo>
                  <a:cubicBezTo>
                    <a:pt x="131251" y="8967"/>
                    <a:pt x="131244" y="9269"/>
                    <a:pt x="131244" y="9578"/>
                  </a:cubicBezTo>
                  <a:lnTo>
                    <a:pt x="131244" y="10528"/>
                  </a:lnTo>
                  <a:cubicBezTo>
                    <a:pt x="131244" y="11029"/>
                    <a:pt x="131262" y="11508"/>
                    <a:pt x="131299" y="11965"/>
                  </a:cubicBezTo>
                  <a:cubicBezTo>
                    <a:pt x="131336" y="12421"/>
                    <a:pt x="131413" y="12841"/>
                    <a:pt x="131531" y="13224"/>
                  </a:cubicBezTo>
                  <a:cubicBezTo>
                    <a:pt x="131663" y="13593"/>
                    <a:pt x="131851" y="13939"/>
                    <a:pt x="132094" y="14263"/>
                  </a:cubicBezTo>
                  <a:cubicBezTo>
                    <a:pt x="132338" y="14587"/>
                    <a:pt x="132625" y="14871"/>
                    <a:pt x="132956" y="15114"/>
                  </a:cubicBezTo>
                  <a:cubicBezTo>
                    <a:pt x="133288" y="15357"/>
                    <a:pt x="133649" y="15549"/>
                    <a:pt x="134039" y="15688"/>
                  </a:cubicBezTo>
                  <a:cubicBezTo>
                    <a:pt x="134430" y="15828"/>
                    <a:pt x="134824" y="15898"/>
                    <a:pt x="135221" y="15898"/>
                  </a:cubicBezTo>
                  <a:cubicBezTo>
                    <a:pt x="135737" y="15898"/>
                    <a:pt x="136245" y="15773"/>
                    <a:pt x="136746" y="15523"/>
                  </a:cubicBezTo>
                  <a:cubicBezTo>
                    <a:pt x="137247" y="15272"/>
                    <a:pt x="137682" y="14978"/>
                    <a:pt x="138050" y="14639"/>
                  </a:cubicBezTo>
                  <a:cubicBezTo>
                    <a:pt x="138212" y="14978"/>
                    <a:pt x="138415" y="15272"/>
                    <a:pt x="138658" y="15523"/>
                  </a:cubicBezTo>
                  <a:cubicBezTo>
                    <a:pt x="138901" y="15773"/>
                    <a:pt x="139192" y="15898"/>
                    <a:pt x="139531" y="15898"/>
                  </a:cubicBezTo>
                  <a:cubicBezTo>
                    <a:pt x="139811" y="15898"/>
                    <a:pt x="140050" y="15814"/>
                    <a:pt x="140249" y="15644"/>
                  </a:cubicBezTo>
                  <a:cubicBezTo>
                    <a:pt x="140448" y="15475"/>
                    <a:pt x="140547" y="15258"/>
                    <a:pt x="140547" y="14992"/>
                  </a:cubicBezTo>
                  <a:cubicBezTo>
                    <a:pt x="140547" y="14771"/>
                    <a:pt x="140452" y="14528"/>
                    <a:pt x="140260" y="14263"/>
                  </a:cubicBezTo>
                  <a:close/>
                  <a:moveTo>
                    <a:pt x="147686" y="13401"/>
                  </a:moveTo>
                  <a:lnTo>
                    <a:pt x="147663" y="13401"/>
                  </a:lnTo>
                  <a:cubicBezTo>
                    <a:pt x="147413" y="13666"/>
                    <a:pt x="147148" y="13865"/>
                    <a:pt x="146868" y="13998"/>
                  </a:cubicBezTo>
                  <a:cubicBezTo>
                    <a:pt x="146588" y="14130"/>
                    <a:pt x="146323" y="14197"/>
                    <a:pt x="146072" y="14197"/>
                  </a:cubicBezTo>
                  <a:cubicBezTo>
                    <a:pt x="145733" y="14197"/>
                    <a:pt x="145409" y="14094"/>
                    <a:pt x="145100" y="13887"/>
                  </a:cubicBezTo>
                  <a:cubicBezTo>
                    <a:pt x="144791" y="13681"/>
                    <a:pt x="144540" y="13357"/>
                    <a:pt x="144349" y="12915"/>
                  </a:cubicBezTo>
                  <a:cubicBezTo>
                    <a:pt x="144245" y="12694"/>
                    <a:pt x="144175" y="12458"/>
                    <a:pt x="144139" y="12208"/>
                  </a:cubicBezTo>
                  <a:cubicBezTo>
                    <a:pt x="144102" y="11957"/>
                    <a:pt x="144083" y="11707"/>
                    <a:pt x="144083" y="11456"/>
                  </a:cubicBezTo>
                  <a:cubicBezTo>
                    <a:pt x="144083" y="11000"/>
                    <a:pt x="144150" y="10550"/>
                    <a:pt x="144282" y="10108"/>
                  </a:cubicBezTo>
                  <a:cubicBezTo>
                    <a:pt x="144415" y="9666"/>
                    <a:pt x="144592" y="9269"/>
                    <a:pt x="144813" y="8915"/>
                  </a:cubicBezTo>
                  <a:cubicBezTo>
                    <a:pt x="145034" y="8561"/>
                    <a:pt x="145299" y="8278"/>
                    <a:pt x="145608" y="8064"/>
                  </a:cubicBezTo>
                  <a:cubicBezTo>
                    <a:pt x="145918" y="7851"/>
                    <a:pt x="146249" y="7744"/>
                    <a:pt x="146603" y="7744"/>
                  </a:cubicBezTo>
                  <a:cubicBezTo>
                    <a:pt x="146868" y="7744"/>
                    <a:pt x="147144" y="7814"/>
                    <a:pt x="147431" y="7954"/>
                  </a:cubicBezTo>
                  <a:cubicBezTo>
                    <a:pt x="147719" y="8094"/>
                    <a:pt x="148017" y="8326"/>
                    <a:pt x="148326" y="8650"/>
                  </a:cubicBezTo>
                  <a:cubicBezTo>
                    <a:pt x="148562" y="8768"/>
                    <a:pt x="148787" y="8830"/>
                    <a:pt x="149000" y="8838"/>
                  </a:cubicBezTo>
                  <a:cubicBezTo>
                    <a:pt x="149214" y="8845"/>
                    <a:pt x="149398" y="8812"/>
                    <a:pt x="149553" y="8738"/>
                  </a:cubicBezTo>
                  <a:cubicBezTo>
                    <a:pt x="149708" y="8665"/>
                    <a:pt x="149829" y="8554"/>
                    <a:pt x="149918" y="8407"/>
                  </a:cubicBezTo>
                  <a:cubicBezTo>
                    <a:pt x="150006" y="8259"/>
                    <a:pt x="150050" y="8090"/>
                    <a:pt x="150050" y="7898"/>
                  </a:cubicBezTo>
                  <a:cubicBezTo>
                    <a:pt x="150050" y="7722"/>
                    <a:pt x="149977" y="7508"/>
                    <a:pt x="149829" y="7258"/>
                  </a:cubicBezTo>
                  <a:cubicBezTo>
                    <a:pt x="149490" y="6919"/>
                    <a:pt x="149155" y="6654"/>
                    <a:pt x="148824" y="6462"/>
                  </a:cubicBezTo>
                  <a:cubicBezTo>
                    <a:pt x="148492" y="6270"/>
                    <a:pt x="148120" y="6101"/>
                    <a:pt x="147708" y="5954"/>
                  </a:cubicBezTo>
                  <a:cubicBezTo>
                    <a:pt x="147501" y="5880"/>
                    <a:pt x="147303" y="5832"/>
                    <a:pt x="147111" y="5810"/>
                  </a:cubicBezTo>
                  <a:cubicBezTo>
                    <a:pt x="146919" y="5788"/>
                    <a:pt x="146721" y="5777"/>
                    <a:pt x="146514" y="5777"/>
                  </a:cubicBezTo>
                  <a:cubicBezTo>
                    <a:pt x="145851" y="5777"/>
                    <a:pt x="145244" y="5939"/>
                    <a:pt x="144691" y="6263"/>
                  </a:cubicBezTo>
                  <a:cubicBezTo>
                    <a:pt x="144139" y="6587"/>
                    <a:pt x="143663" y="7007"/>
                    <a:pt x="143266" y="7523"/>
                  </a:cubicBezTo>
                  <a:cubicBezTo>
                    <a:pt x="142868" y="8038"/>
                    <a:pt x="142555" y="8609"/>
                    <a:pt x="142326" y="9235"/>
                  </a:cubicBezTo>
                  <a:cubicBezTo>
                    <a:pt x="142098" y="9862"/>
                    <a:pt x="141962" y="10484"/>
                    <a:pt x="141918" y="11103"/>
                  </a:cubicBezTo>
                  <a:cubicBezTo>
                    <a:pt x="141844" y="11972"/>
                    <a:pt x="141991" y="12827"/>
                    <a:pt x="142360" y="13666"/>
                  </a:cubicBezTo>
                  <a:lnTo>
                    <a:pt x="142360" y="13644"/>
                  </a:lnTo>
                  <a:cubicBezTo>
                    <a:pt x="142507" y="14057"/>
                    <a:pt x="142713" y="14418"/>
                    <a:pt x="142978" y="14727"/>
                  </a:cubicBezTo>
                  <a:cubicBezTo>
                    <a:pt x="143244" y="15037"/>
                    <a:pt x="143542" y="15298"/>
                    <a:pt x="143873" y="15512"/>
                  </a:cubicBezTo>
                  <a:cubicBezTo>
                    <a:pt x="144205" y="15725"/>
                    <a:pt x="144559" y="15884"/>
                    <a:pt x="144934" y="15987"/>
                  </a:cubicBezTo>
                  <a:cubicBezTo>
                    <a:pt x="145310" y="16090"/>
                    <a:pt x="145689" y="16142"/>
                    <a:pt x="146072" y="16142"/>
                  </a:cubicBezTo>
                  <a:cubicBezTo>
                    <a:pt x="146662" y="16142"/>
                    <a:pt x="147229" y="16031"/>
                    <a:pt x="147774" y="15810"/>
                  </a:cubicBezTo>
                  <a:cubicBezTo>
                    <a:pt x="148319" y="15589"/>
                    <a:pt x="148798" y="15250"/>
                    <a:pt x="149210" y="14793"/>
                  </a:cubicBezTo>
                  <a:cubicBezTo>
                    <a:pt x="149431" y="14528"/>
                    <a:pt x="149542" y="14270"/>
                    <a:pt x="149542" y="14020"/>
                  </a:cubicBezTo>
                  <a:cubicBezTo>
                    <a:pt x="149542" y="13770"/>
                    <a:pt x="149446" y="13552"/>
                    <a:pt x="149255" y="13368"/>
                  </a:cubicBezTo>
                  <a:cubicBezTo>
                    <a:pt x="149063" y="13184"/>
                    <a:pt x="148820" y="13092"/>
                    <a:pt x="148525" y="13092"/>
                  </a:cubicBezTo>
                  <a:cubicBezTo>
                    <a:pt x="148378" y="13092"/>
                    <a:pt x="148231" y="13114"/>
                    <a:pt x="148083" y="13158"/>
                  </a:cubicBezTo>
                  <a:cubicBezTo>
                    <a:pt x="147936" y="13202"/>
                    <a:pt x="147803" y="13283"/>
                    <a:pt x="147686" y="13401"/>
                  </a:cubicBezTo>
                  <a:close/>
                  <a:moveTo>
                    <a:pt x="157542" y="13401"/>
                  </a:moveTo>
                  <a:lnTo>
                    <a:pt x="157520" y="13401"/>
                  </a:lnTo>
                  <a:cubicBezTo>
                    <a:pt x="157269" y="13666"/>
                    <a:pt x="157004" y="13865"/>
                    <a:pt x="156724" y="13998"/>
                  </a:cubicBezTo>
                  <a:cubicBezTo>
                    <a:pt x="156444" y="14130"/>
                    <a:pt x="156179" y="14197"/>
                    <a:pt x="155929" y="14197"/>
                  </a:cubicBezTo>
                  <a:cubicBezTo>
                    <a:pt x="155590" y="14197"/>
                    <a:pt x="155266" y="14094"/>
                    <a:pt x="154956" y="13887"/>
                  </a:cubicBezTo>
                  <a:cubicBezTo>
                    <a:pt x="154647" y="13681"/>
                    <a:pt x="154396" y="13357"/>
                    <a:pt x="154205" y="12915"/>
                  </a:cubicBezTo>
                  <a:cubicBezTo>
                    <a:pt x="154102" y="12694"/>
                    <a:pt x="154032" y="12458"/>
                    <a:pt x="153995" y="12208"/>
                  </a:cubicBezTo>
                  <a:cubicBezTo>
                    <a:pt x="153958" y="11957"/>
                    <a:pt x="153940" y="11707"/>
                    <a:pt x="153940" y="11456"/>
                  </a:cubicBezTo>
                  <a:cubicBezTo>
                    <a:pt x="153940" y="11000"/>
                    <a:pt x="154006" y="10550"/>
                    <a:pt x="154139" y="10108"/>
                  </a:cubicBezTo>
                  <a:cubicBezTo>
                    <a:pt x="154271" y="9666"/>
                    <a:pt x="154448" y="9269"/>
                    <a:pt x="154669" y="8915"/>
                  </a:cubicBezTo>
                  <a:cubicBezTo>
                    <a:pt x="154890" y="8561"/>
                    <a:pt x="155155" y="8278"/>
                    <a:pt x="155465" y="8064"/>
                  </a:cubicBezTo>
                  <a:cubicBezTo>
                    <a:pt x="155774" y="7851"/>
                    <a:pt x="156105" y="7744"/>
                    <a:pt x="156459" y="7744"/>
                  </a:cubicBezTo>
                  <a:cubicBezTo>
                    <a:pt x="156724" y="7744"/>
                    <a:pt x="157000" y="7814"/>
                    <a:pt x="157288" y="7954"/>
                  </a:cubicBezTo>
                  <a:cubicBezTo>
                    <a:pt x="157575" y="8094"/>
                    <a:pt x="157873" y="8326"/>
                    <a:pt x="158183" y="8650"/>
                  </a:cubicBezTo>
                  <a:cubicBezTo>
                    <a:pt x="158419" y="8768"/>
                    <a:pt x="158643" y="8830"/>
                    <a:pt x="158857" y="8838"/>
                  </a:cubicBezTo>
                  <a:cubicBezTo>
                    <a:pt x="159070" y="8845"/>
                    <a:pt x="159255" y="8812"/>
                    <a:pt x="159409" y="8738"/>
                  </a:cubicBezTo>
                  <a:cubicBezTo>
                    <a:pt x="159564" y="8665"/>
                    <a:pt x="159686" y="8554"/>
                    <a:pt x="159774" y="8407"/>
                  </a:cubicBezTo>
                  <a:cubicBezTo>
                    <a:pt x="159862" y="8259"/>
                    <a:pt x="159907" y="8090"/>
                    <a:pt x="159907" y="7898"/>
                  </a:cubicBezTo>
                  <a:cubicBezTo>
                    <a:pt x="159907" y="7722"/>
                    <a:pt x="159833" y="7508"/>
                    <a:pt x="159686" y="7258"/>
                  </a:cubicBezTo>
                  <a:cubicBezTo>
                    <a:pt x="159347" y="6919"/>
                    <a:pt x="159012" y="6654"/>
                    <a:pt x="158680" y="6462"/>
                  </a:cubicBezTo>
                  <a:cubicBezTo>
                    <a:pt x="158349" y="6270"/>
                    <a:pt x="157977" y="6101"/>
                    <a:pt x="157564" y="5954"/>
                  </a:cubicBezTo>
                  <a:cubicBezTo>
                    <a:pt x="157358" y="5880"/>
                    <a:pt x="157159" y="5832"/>
                    <a:pt x="156967" y="5810"/>
                  </a:cubicBezTo>
                  <a:cubicBezTo>
                    <a:pt x="156776" y="5788"/>
                    <a:pt x="156577" y="5777"/>
                    <a:pt x="156371" y="5777"/>
                  </a:cubicBezTo>
                  <a:cubicBezTo>
                    <a:pt x="155708" y="5777"/>
                    <a:pt x="155100" y="5939"/>
                    <a:pt x="154547" y="6263"/>
                  </a:cubicBezTo>
                  <a:cubicBezTo>
                    <a:pt x="153995" y="6587"/>
                    <a:pt x="153520" y="7007"/>
                    <a:pt x="153122" y="7523"/>
                  </a:cubicBezTo>
                  <a:cubicBezTo>
                    <a:pt x="152724" y="8038"/>
                    <a:pt x="152411" y="8609"/>
                    <a:pt x="152183" y="9235"/>
                  </a:cubicBezTo>
                  <a:cubicBezTo>
                    <a:pt x="151954" y="9862"/>
                    <a:pt x="151818" y="10484"/>
                    <a:pt x="151774" y="11103"/>
                  </a:cubicBezTo>
                  <a:cubicBezTo>
                    <a:pt x="151700" y="11972"/>
                    <a:pt x="151848" y="12827"/>
                    <a:pt x="152216" y="13666"/>
                  </a:cubicBezTo>
                  <a:lnTo>
                    <a:pt x="152216" y="13644"/>
                  </a:lnTo>
                  <a:cubicBezTo>
                    <a:pt x="152363" y="14057"/>
                    <a:pt x="152570" y="14418"/>
                    <a:pt x="152835" y="14727"/>
                  </a:cubicBezTo>
                  <a:cubicBezTo>
                    <a:pt x="153100" y="15037"/>
                    <a:pt x="153398" y="15298"/>
                    <a:pt x="153730" y="15512"/>
                  </a:cubicBezTo>
                  <a:cubicBezTo>
                    <a:pt x="154061" y="15725"/>
                    <a:pt x="154415" y="15884"/>
                    <a:pt x="154791" y="15987"/>
                  </a:cubicBezTo>
                  <a:cubicBezTo>
                    <a:pt x="155166" y="16090"/>
                    <a:pt x="155546" y="16142"/>
                    <a:pt x="155929" y="16142"/>
                  </a:cubicBezTo>
                  <a:cubicBezTo>
                    <a:pt x="156518" y="16142"/>
                    <a:pt x="157085" y="16031"/>
                    <a:pt x="157630" y="15810"/>
                  </a:cubicBezTo>
                  <a:cubicBezTo>
                    <a:pt x="158175" y="15589"/>
                    <a:pt x="158654" y="15250"/>
                    <a:pt x="159067" y="14793"/>
                  </a:cubicBezTo>
                  <a:cubicBezTo>
                    <a:pt x="159288" y="14528"/>
                    <a:pt x="159398" y="14270"/>
                    <a:pt x="159398" y="14020"/>
                  </a:cubicBezTo>
                  <a:cubicBezTo>
                    <a:pt x="159398" y="13770"/>
                    <a:pt x="159303" y="13552"/>
                    <a:pt x="159111" y="13368"/>
                  </a:cubicBezTo>
                  <a:cubicBezTo>
                    <a:pt x="158919" y="13184"/>
                    <a:pt x="158676" y="13092"/>
                    <a:pt x="158382" y="13092"/>
                  </a:cubicBezTo>
                  <a:cubicBezTo>
                    <a:pt x="158234" y="13092"/>
                    <a:pt x="158087" y="13114"/>
                    <a:pt x="157940" y="13158"/>
                  </a:cubicBezTo>
                  <a:cubicBezTo>
                    <a:pt x="157792" y="13202"/>
                    <a:pt x="157660" y="13283"/>
                    <a:pt x="157542" y="13401"/>
                  </a:cubicBezTo>
                  <a:close/>
                  <a:moveTo>
                    <a:pt x="169122" y="13180"/>
                  </a:moveTo>
                  <a:cubicBezTo>
                    <a:pt x="168695" y="13445"/>
                    <a:pt x="168227" y="13700"/>
                    <a:pt x="167719" y="13943"/>
                  </a:cubicBezTo>
                  <a:cubicBezTo>
                    <a:pt x="167210" y="14186"/>
                    <a:pt x="166721" y="14322"/>
                    <a:pt x="166249" y="14351"/>
                  </a:cubicBezTo>
                  <a:cubicBezTo>
                    <a:pt x="165689" y="14396"/>
                    <a:pt x="165218" y="14293"/>
                    <a:pt x="164835" y="14042"/>
                  </a:cubicBezTo>
                  <a:cubicBezTo>
                    <a:pt x="164452" y="13792"/>
                    <a:pt x="164157" y="13453"/>
                    <a:pt x="163951" y="13026"/>
                  </a:cubicBezTo>
                  <a:cubicBezTo>
                    <a:pt x="163980" y="13026"/>
                    <a:pt x="164058" y="13011"/>
                    <a:pt x="164183" y="12981"/>
                  </a:cubicBezTo>
                  <a:cubicBezTo>
                    <a:pt x="164308" y="12952"/>
                    <a:pt x="164599" y="12878"/>
                    <a:pt x="165056" y="12760"/>
                  </a:cubicBezTo>
                  <a:cubicBezTo>
                    <a:pt x="165483" y="12657"/>
                    <a:pt x="165940" y="12539"/>
                    <a:pt x="166426" y="12407"/>
                  </a:cubicBezTo>
                  <a:cubicBezTo>
                    <a:pt x="166912" y="12274"/>
                    <a:pt x="167384" y="12112"/>
                    <a:pt x="167840" y="11921"/>
                  </a:cubicBezTo>
                  <a:cubicBezTo>
                    <a:pt x="168297" y="11729"/>
                    <a:pt x="168717" y="11504"/>
                    <a:pt x="169100" y="11247"/>
                  </a:cubicBezTo>
                  <a:cubicBezTo>
                    <a:pt x="169483" y="10989"/>
                    <a:pt x="169785" y="10683"/>
                    <a:pt x="170006" y="10329"/>
                  </a:cubicBezTo>
                  <a:cubicBezTo>
                    <a:pt x="170124" y="10153"/>
                    <a:pt x="170205" y="9968"/>
                    <a:pt x="170249" y="9777"/>
                  </a:cubicBezTo>
                  <a:cubicBezTo>
                    <a:pt x="170293" y="9585"/>
                    <a:pt x="170315" y="9386"/>
                    <a:pt x="170315" y="9180"/>
                  </a:cubicBezTo>
                  <a:cubicBezTo>
                    <a:pt x="170315" y="8871"/>
                    <a:pt x="170256" y="8561"/>
                    <a:pt x="170139" y="8252"/>
                  </a:cubicBezTo>
                  <a:cubicBezTo>
                    <a:pt x="170021" y="7943"/>
                    <a:pt x="169859" y="7659"/>
                    <a:pt x="169652" y="7401"/>
                  </a:cubicBezTo>
                  <a:cubicBezTo>
                    <a:pt x="169446" y="7143"/>
                    <a:pt x="169203" y="6922"/>
                    <a:pt x="168923" y="6738"/>
                  </a:cubicBezTo>
                  <a:cubicBezTo>
                    <a:pt x="168643" y="6554"/>
                    <a:pt x="168341" y="6425"/>
                    <a:pt x="168017" y="6351"/>
                  </a:cubicBezTo>
                  <a:cubicBezTo>
                    <a:pt x="167678" y="6278"/>
                    <a:pt x="167332" y="6241"/>
                    <a:pt x="166978" y="6241"/>
                  </a:cubicBezTo>
                  <a:cubicBezTo>
                    <a:pt x="166315" y="6241"/>
                    <a:pt x="165675" y="6351"/>
                    <a:pt x="165056" y="6572"/>
                  </a:cubicBezTo>
                  <a:cubicBezTo>
                    <a:pt x="164437" y="6793"/>
                    <a:pt x="163862" y="7088"/>
                    <a:pt x="163332" y="7456"/>
                  </a:cubicBezTo>
                  <a:cubicBezTo>
                    <a:pt x="162669" y="7898"/>
                    <a:pt x="162186" y="8473"/>
                    <a:pt x="161884" y="9180"/>
                  </a:cubicBezTo>
                  <a:cubicBezTo>
                    <a:pt x="161582" y="9887"/>
                    <a:pt x="161431" y="10624"/>
                    <a:pt x="161431" y="11390"/>
                  </a:cubicBezTo>
                  <a:cubicBezTo>
                    <a:pt x="161431" y="12171"/>
                    <a:pt x="161605" y="12933"/>
                    <a:pt x="161951" y="13677"/>
                  </a:cubicBezTo>
                  <a:cubicBezTo>
                    <a:pt x="162297" y="14421"/>
                    <a:pt x="162779" y="15022"/>
                    <a:pt x="163398" y="15479"/>
                  </a:cubicBezTo>
                  <a:cubicBezTo>
                    <a:pt x="163781" y="15744"/>
                    <a:pt x="164194" y="15939"/>
                    <a:pt x="164636" y="16064"/>
                  </a:cubicBezTo>
                  <a:cubicBezTo>
                    <a:pt x="165078" y="16189"/>
                    <a:pt x="165512" y="16252"/>
                    <a:pt x="165940" y="16252"/>
                  </a:cubicBezTo>
                  <a:cubicBezTo>
                    <a:pt x="166662" y="16252"/>
                    <a:pt x="167380" y="16123"/>
                    <a:pt x="168094" y="15865"/>
                  </a:cubicBezTo>
                  <a:cubicBezTo>
                    <a:pt x="168809" y="15607"/>
                    <a:pt x="169476" y="15294"/>
                    <a:pt x="170094" y="14926"/>
                  </a:cubicBezTo>
                  <a:cubicBezTo>
                    <a:pt x="170315" y="14793"/>
                    <a:pt x="170477" y="14650"/>
                    <a:pt x="170581" y="14495"/>
                  </a:cubicBezTo>
                  <a:cubicBezTo>
                    <a:pt x="170684" y="14340"/>
                    <a:pt x="170735" y="14182"/>
                    <a:pt x="170735" y="14020"/>
                  </a:cubicBezTo>
                  <a:cubicBezTo>
                    <a:pt x="170735" y="13858"/>
                    <a:pt x="170695" y="13707"/>
                    <a:pt x="170614" y="13567"/>
                  </a:cubicBezTo>
                  <a:cubicBezTo>
                    <a:pt x="170533" y="13427"/>
                    <a:pt x="170422" y="13313"/>
                    <a:pt x="170282" y="13224"/>
                  </a:cubicBezTo>
                  <a:cubicBezTo>
                    <a:pt x="170142" y="13136"/>
                    <a:pt x="169973" y="13084"/>
                    <a:pt x="169774" y="13070"/>
                  </a:cubicBezTo>
                  <a:cubicBezTo>
                    <a:pt x="169575" y="13055"/>
                    <a:pt x="169358" y="13092"/>
                    <a:pt x="169122" y="13180"/>
                  </a:cubicBezTo>
                  <a:close/>
                  <a:moveTo>
                    <a:pt x="165056" y="8738"/>
                  </a:moveTo>
                  <a:cubicBezTo>
                    <a:pt x="165306" y="8620"/>
                    <a:pt x="165623" y="8499"/>
                    <a:pt x="166006" y="8374"/>
                  </a:cubicBezTo>
                  <a:cubicBezTo>
                    <a:pt x="166389" y="8248"/>
                    <a:pt x="166750" y="8186"/>
                    <a:pt x="167089" y="8186"/>
                  </a:cubicBezTo>
                  <a:cubicBezTo>
                    <a:pt x="167398" y="8186"/>
                    <a:pt x="167663" y="8267"/>
                    <a:pt x="167884" y="8429"/>
                  </a:cubicBezTo>
                  <a:cubicBezTo>
                    <a:pt x="168105" y="8591"/>
                    <a:pt x="168201" y="8886"/>
                    <a:pt x="168172" y="9313"/>
                  </a:cubicBezTo>
                  <a:cubicBezTo>
                    <a:pt x="168083" y="9490"/>
                    <a:pt x="167910" y="9652"/>
                    <a:pt x="167652" y="9799"/>
                  </a:cubicBezTo>
                  <a:cubicBezTo>
                    <a:pt x="167395" y="9946"/>
                    <a:pt x="167115" y="10075"/>
                    <a:pt x="166813" y="10186"/>
                  </a:cubicBezTo>
                  <a:cubicBezTo>
                    <a:pt x="166511" y="10296"/>
                    <a:pt x="166212" y="10392"/>
                    <a:pt x="165918" y="10473"/>
                  </a:cubicBezTo>
                  <a:cubicBezTo>
                    <a:pt x="165623" y="10554"/>
                    <a:pt x="165402" y="10617"/>
                    <a:pt x="165255" y="10661"/>
                  </a:cubicBezTo>
                  <a:cubicBezTo>
                    <a:pt x="164842" y="10779"/>
                    <a:pt x="164525" y="10871"/>
                    <a:pt x="164304" y="10937"/>
                  </a:cubicBezTo>
                  <a:cubicBezTo>
                    <a:pt x="164083" y="11003"/>
                    <a:pt x="163918" y="11051"/>
                    <a:pt x="163807" y="11081"/>
                  </a:cubicBezTo>
                  <a:cubicBezTo>
                    <a:pt x="163697" y="11110"/>
                    <a:pt x="163630" y="11129"/>
                    <a:pt x="163608" y="11136"/>
                  </a:cubicBezTo>
                  <a:lnTo>
                    <a:pt x="163575" y="11147"/>
                  </a:lnTo>
                  <a:cubicBezTo>
                    <a:pt x="163605" y="10631"/>
                    <a:pt x="163737" y="10164"/>
                    <a:pt x="163973" y="9744"/>
                  </a:cubicBezTo>
                  <a:cubicBezTo>
                    <a:pt x="164209" y="9324"/>
                    <a:pt x="164570" y="8989"/>
                    <a:pt x="165056" y="8738"/>
                  </a:cubicBezTo>
                  <a:close/>
                  <a:moveTo>
                    <a:pt x="171641" y="14263"/>
                  </a:moveTo>
                  <a:lnTo>
                    <a:pt x="171663" y="14263"/>
                  </a:lnTo>
                  <a:cubicBezTo>
                    <a:pt x="172135" y="14911"/>
                    <a:pt x="172761" y="15420"/>
                    <a:pt x="173542" y="15788"/>
                  </a:cubicBezTo>
                  <a:cubicBezTo>
                    <a:pt x="174323" y="16156"/>
                    <a:pt x="175126" y="16340"/>
                    <a:pt x="175951" y="16340"/>
                  </a:cubicBezTo>
                  <a:cubicBezTo>
                    <a:pt x="176319" y="16340"/>
                    <a:pt x="176687" y="16252"/>
                    <a:pt x="177056" y="16075"/>
                  </a:cubicBezTo>
                  <a:cubicBezTo>
                    <a:pt x="177424" y="15898"/>
                    <a:pt x="177752" y="15663"/>
                    <a:pt x="178039" y="15368"/>
                  </a:cubicBezTo>
                  <a:cubicBezTo>
                    <a:pt x="178326" y="15073"/>
                    <a:pt x="178559" y="14738"/>
                    <a:pt x="178735" y="14363"/>
                  </a:cubicBezTo>
                  <a:cubicBezTo>
                    <a:pt x="178912" y="13987"/>
                    <a:pt x="179000" y="13600"/>
                    <a:pt x="179000" y="13202"/>
                  </a:cubicBezTo>
                  <a:cubicBezTo>
                    <a:pt x="179000" y="12701"/>
                    <a:pt x="178923" y="12274"/>
                    <a:pt x="178768" y="11921"/>
                  </a:cubicBezTo>
                  <a:cubicBezTo>
                    <a:pt x="178614" y="11567"/>
                    <a:pt x="178396" y="11265"/>
                    <a:pt x="178117" y="11014"/>
                  </a:cubicBezTo>
                  <a:cubicBezTo>
                    <a:pt x="177837" y="10764"/>
                    <a:pt x="177505" y="10554"/>
                    <a:pt x="177122" y="10385"/>
                  </a:cubicBezTo>
                  <a:cubicBezTo>
                    <a:pt x="176739" y="10215"/>
                    <a:pt x="176319" y="10064"/>
                    <a:pt x="175862" y="9932"/>
                  </a:cubicBezTo>
                  <a:cubicBezTo>
                    <a:pt x="175700" y="9887"/>
                    <a:pt x="175531" y="9840"/>
                    <a:pt x="175354" y="9788"/>
                  </a:cubicBezTo>
                  <a:cubicBezTo>
                    <a:pt x="175177" y="9736"/>
                    <a:pt x="175012" y="9674"/>
                    <a:pt x="174857" y="9600"/>
                  </a:cubicBezTo>
                  <a:cubicBezTo>
                    <a:pt x="174702" y="9526"/>
                    <a:pt x="174562" y="9434"/>
                    <a:pt x="174437" y="9324"/>
                  </a:cubicBezTo>
                  <a:cubicBezTo>
                    <a:pt x="174312" y="9213"/>
                    <a:pt x="174205" y="9077"/>
                    <a:pt x="174117" y="8915"/>
                  </a:cubicBezTo>
                  <a:cubicBezTo>
                    <a:pt x="174072" y="8502"/>
                    <a:pt x="174153" y="8208"/>
                    <a:pt x="174360" y="8031"/>
                  </a:cubicBezTo>
                  <a:cubicBezTo>
                    <a:pt x="174566" y="7854"/>
                    <a:pt x="174824" y="7755"/>
                    <a:pt x="175133" y="7733"/>
                  </a:cubicBezTo>
                  <a:cubicBezTo>
                    <a:pt x="175442" y="7711"/>
                    <a:pt x="175756" y="7740"/>
                    <a:pt x="176072" y="7821"/>
                  </a:cubicBezTo>
                  <a:cubicBezTo>
                    <a:pt x="176389" y="7902"/>
                    <a:pt x="176636" y="7987"/>
                    <a:pt x="176813" y="8075"/>
                  </a:cubicBezTo>
                  <a:cubicBezTo>
                    <a:pt x="177034" y="8193"/>
                    <a:pt x="177244" y="8252"/>
                    <a:pt x="177442" y="8252"/>
                  </a:cubicBezTo>
                  <a:cubicBezTo>
                    <a:pt x="177641" y="8252"/>
                    <a:pt x="177818" y="8208"/>
                    <a:pt x="177973" y="8119"/>
                  </a:cubicBezTo>
                  <a:cubicBezTo>
                    <a:pt x="178128" y="8031"/>
                    <a:pt x="178253" y="7917"/>
                    <a:pt x="178349" y="7777"/>
                  </a:cubicBezTo>
                  <a:cubicBezTo>
                    <a:pt x="178444" y="7637"/>
                    <a:pt x="178492" y="7479"/>
                    <a:pt x="178492" y="7302"/>
                  </a:cubicBezTo>
                  <a:cubicBezTo>
                    <a:pt x="178492" y="7154"/>
                    <a:pt x="178441" y="7000"/>
                    <a:pt x="178338" y="6838"/>
                  </a:cubicBezTo>
                  <a:cubicBezTo>
                    <a:pt x="178234" y="6676"/>
                    <a:pt x="178080" y="6521"/>
                    <a:pt x="177873" y="6374"/>
                  </a:cubicBezTo>
                  <a:cubicBezTo>
                    <a:pt x="177343" y="6079"/>
                    <a:pt x="176743" y="5873"/>
                    <a:pt x="176072" y="5755"/>
                  </a:cubicBezTo>
                  <a:cubicBezTo>
                    <a:pt x="175402" y="5637"/>
                    <a:pt x="174757" y="5659"/>
                    <a:pt x="174139" y="5821"/>
                  </a:cubicBezTo>
                  <a:cubicBezTo>
                    <a:pt x="173829" y="5895"/>
                    <a:pt x="173538" y="6031"/>
                    <a:pt x="173266" y="6230"/>
                  </a:cubicBezTo>
                  <a:cubicBezTo>
                    <a:pt x="172993" y="6429"/>
                    <a:pt x="172757" y="6665"/>
                    <a:pt x="172559" y="6937"/>
                  </a:cubicBezTo>
                  <a:cubicBezTo>
                    <a:pt x="172360" y="7210"/>
                    <a:pt x="172201" y="7508"/>
                    <a:pt x="172083" y="7832"/>
                  </a:cubicBezTo>
                  <a:cubicBezTo>
                    <a:pt x="171965" y="8156"/>
                    <a:pt x="171907" y="8473"/>
                    <a:pt x="171907" y="8782"/>
                  </a:cubicBezTo>
                  <a:cubicBezTo>
                    <a:pt x="171907" y="9003"/>
                    <a:pt x="171951" y="9243"/>
                    <a:pt x="172039" y="9501"/>
                  </a:cubicBezTo>
                  <a:cubicBezTo>
                    <a:pt x="172128" y="9758"/>
                    <a:pt x="172253" y="9998"/>
                    <a:pt x="172415" y="10219"/>
                  </a:cubicBezTo>
                  <a:cubicBezTo>
                    <a:pt x="172592" y="10455"/>
                    <a:pt x="172776" y="10650"/>
                    <a:pt x="172967" y="10805"/>
                  </a:cubicBezTo>
                  <a:cubicBezTo>
                    <a:pt x="173159" y="10959"/>
                    <a:pt x="173358" y="11088"/>
                    <a:pt x="173564" y="11191"/>
                  </a:cubicBezTo>
                  <a:cubicBezTo>
                    <a:pt x="173770" y="11294"/>
                    <a:pt x="173984" y="11379"/>
                    <a:pt x="174205" y="11445"/>
                  </a:cubicBezTo>
                  <a:cubicBezTo>
                    <a:pt x="174426" y="11512"/>
                    <a:pt x="174647" y="11574"/>
                    <a:pt x="174868" y="11633"/>
                  </a:cubicBezTo>
                  <a:cubicBezTo>
                    <a:pt x="175000" y="11677"/>
                    <a:pt x="175144" y="11714"/>
                    <a:pt x="175299" y="11744"/>
                  </a:cubicBezTo>
                  <a:cubicBezTo>
                    <a:pt x="175454" y="11773"/>
                    <a:pt x="175616" y="11817"/>
                    <a:pt x="175785" y="11876"/>
                  </a:cubicBezTo>
                  <a:cubicBezTo>
                    <a:pt x="175954" y="11935"/>
                    <a:pt x="176117" y="12024"/>
                    <a:pt x="176271" y="12142"/>
                  </a:cubicBezTo>
                  <a:cubicBezTo>
                    <a:pt x="176426" y="12259"/>
                    <a:pt x="176570" y="12421"/>
                    <a:pt x="176702" y="12628"/>
                  </a:cubicBezTo>
                  <a:cubicBezTo>
                    <a:pt x="176805" y="12790"/>
                    <a:pt x="176857" y="12967"/>
                    <a:pt x="176857" y="13158"/>
                  </a:cubicBezTo>
                  <a:cubicBezTo>
                    <a:pt x="176857" y="13350"/>
                    <a:pt x="176816" y="13526"/>
                    <a:pt x="176735" y="13688"/>
                  </a:cubicBezTo>
                  <a:cubicBezTo>
                    <a:pt x="176654" y="13851"/>
                    <a:pt x="176529" y="13994"/>
                    <a:pt x="176360" y="14119"/>
                  </a:cubicBezTo>
                  <a:cubicBezTo>
                    <a:pt x="176190" y="14245"/>
                    <a:pt x="175995" y="14329"/>
                    <a:pt x="175774" y="14374"/>
                  </a:cubicBezTo>
                  <a:cubicBezTo>
                    <a:pt x="175303" y="14462"/>
                    <a:pt x="174853" y="14366"/>
                    <a:pt x="174426" y="14086"/>
                  </a:cubicBezTo>
                  <a:cubicBezTo>
                    <a:pt x="173999" y="13806"/>
                    <a:pt x="173630" y="13460"/>
                    <a:pt x="173321" y="13048"/>
                  </a:cubicBezTo>
                  <a:cubicBezTo>
                    <a:pt x="173026" y="12856"/>
                    <a:pt x="172754" y="12760"/>
                    <a:pt x="172503" y="12760"/>
                  </a:cubicBezTo>
                  <a:cubicBezTo>
                    <a:pt x="172120" y="12760"/>
                    <a:pt x="171829" y="12904"/>
                    <a:pt x="171630" y="13191"/>
                  </a:cubicBezTo>
                  <a:cubicBezTo>
                    <a:pt x="171431" y="13479"/>
                    <a:pt x="171435" y="13836"/>
                    <a:pt x="171641" y="14263"/>
                  </a:cubicBezTo>
                  <a:close/>
                  <a:moveTo>
                    <a:pt x="180260" y="14263"/>
                  </a:moveTo>
                  <a:lnTo>
                    <a:pt x="180282" y="14263"/>
                  </a:lnTo>
                  <a:cubicBezTo>
                    <a:pt x="180754" y="14911"/>
                    <a:pt x="181380" y="15420"/>
                    <a:pt x="182161" y="15788"/>
                  </a:cubicBezTo>
                  <a:cubicBezTo>
                    <a:pt x="182942" y="16156"/>
                    <a:pt x="183745" y="16340"/>
                    <a:pt x="184570" y="16340"/>
                  </a:cubicBezTo>
                  <a:cubicBezTo>
                    <a:pt x="184938" y="16340"/>
                    <a:pt x="185306" y="16252"/>
                    <a:pt x="185675" y="16075"/>
                  </a:cubicBezTo>
                  <a:cubicBezTo>
                    <a:pt x="186043" y="15898"/>
                    <a:pt x="186371" y="15663"/>
                    <a:pt x="186658" y="15368"/>
                  </a:cubicBezTo>
                  <a:cubicBezTo>
                    <a:pt x="186945" y="15073"/>
                    <a:pt x="187177" y="14738"/>
                    <a:pt x="187354" y="14363"/>
                  </a:cubicBezTo>
                  <a:cubicBezTo>
                    <a:pt x="187531" y="13987"/>
                    <a:pt x="187619" y="13600"/>
                    <a:pt x="187619" y="13202"/>
                  </a:cubicBezTo>
                  <a:cubicBezTo>
                    <a:pt x="187619" y="12701"/>
                    <a:pt x="187542" y="12274"/>
                    <a:pt x="187387" y="11921"/>
                  </a:cubicBezTo>
                  <a:cubicBezTo>
                    <a:pt x="187233" y="11567"/>
                    <a:pt x="187015" y="11265"/>
                    <a:pt x="186735" y="11014"/>
                  </a:cubicBezTo>
                  <a:cubicBezTo>
                    <a:pt x="186455" y="10764"/>
                    <a:pt x="186124" y="10554"/>
                    <a:pt x="185741" y="10385"/>
                  </a:cubicBezTo>
                  <a:cubicBezTo>
                    <a:pt x="185358" y="10215"/>
                    <a:pt x="184938" y="10064"/>
                    <a:pt x="184481" y="9932"/>
                  </a:cubicBezTo>
                  <a:cubicBezTo>
                    <a:pt x="184319" y="9887"/>
                    <a:pt x="184150" y="9840"/>
                    <a:pt x="183973" y="9788"/>
                  </a:cubicBezTo>
                  <a:cubicBezTo>
                    <a:pt x="183796" y="9736"/>
                    <a:pt x="183630" y="9674"/>
                    <a:pt x="183476" y="9600"/>
                  </a:cubicBezTo>
                  <a:cubicBezTo>
                    <a:pt x="183321" y="9526"/>
                    <a:pt x="183181" y="9434"/>
                    <a:pt x="183056" y="9324"/>
                  </a:cubicBezTo>
                  <a:cubicBezTo>
                    <a:pt x="182931" y="9213"/>
                    <a:pt x="182824" y="9077"/>
                    <a:pt x="182735" y="8915"/>
                  </a:cubicBezTo>
                  <a:cubicBezTo>
                    <a:pt x="182691" y="8502"/>
                    <a:pt x="182772" y="8208"/>
                    <a:pt x="182978" y="8031"/>
                  </a:cubicBezTo>
                  <a:cubicBezTo>
                    <a:pt x="183185" y="7854"/>
                    <a:pt x="183442" y="7755"/>
                    <a:pt x="183752" y="7733"/>
                  </a:cubicBezTo>
                  <a:cubicBezTo>
                    <a:pt x="184061" y="7711"/>
                    <a:pt x="184374" y="7740"/>
                    <a:pt x="184691" y="7821"/>
                  </a:cubicBezTo>
                  <a:cubicBezTo>
                    <a:pt x="185008" y="7902"/>
                    <a:pt x="185255" y="7987"/>
                    <a:pt x="185431" y="8075"/>
                  </a:cubicBezTo>
                  <a:cubicBezTo>
                    <a:pt x="185652" y="8193"/>
                    <a:pt x="185862" y="8252"/>
                    <a:pt x="186061" y="8252"/>
                  </a:cubicBezTo>
                  <a:cubicBezTo>
                    <a:pt x="186260" y="8252"/>
                    <a:pt x="186437" y="8208"/>
                    <a:pt x="186592" y="8119"/>
                  </a:cubicBezTo>
                  <a:cubicBezTo>
                    <a:pt x="186746" y="8031"/>
                    <a:pt x="186872" y="7917"/>
                    <a:pt x="186967" y="7777"/>
                  </a:cubicBezTo>
                  <a:cubicBezTo>
                    <a:pt x="187063" y="7637"/>
                    <a:pt x="187111" y="7479"/>
                    <a:pt x="187111" y="7302"/>
                  </a:cubicBezTo>
                  <a:cubicBezTo>
                    <a:pt x="187111" y="7154"/>
                    <a:pt x="187059" y="7000"/>
                    <a:pt x="186956" y="6838"/>
                  </a:cubicBezTo>
                  <a:cubicBezTo>
                    <a:pt x="186853" y="6676"/>
                    <a:pt x="186698" y="6521"/>
                    <a:pt x="186492" y="6374"/>
                  </a:cubicBezTo>
                  <a:cubicBezTo>
                    <a:pt x="185962" y="6079"/>
                    <a:pt x="185361" y="5873"/>
                    <a:pt x="184691" y="5755"/>
                  </a:cubicBezTo>
                  <a:cubicBezTo>
                    <a:pt x="184021" y="5637"/>
                    <a:pt x="183376" y="5659"/>
                    <a:pt x="182757" y="5821"/>
                  </a:cubicBezTo>
                  <a:cubicBezTo>
                    <a:pt x="182448" y="5895"/>
                    <a:pt x="182157" y="6031"/>
                    <a:pt x="181884" y="6230"/>
                  </a:cubicBezTo>
                  <a:cubicBezTo>
                    <a:pt x="181612" y="6429"/>
                    <a:pt x="181376" y="6665"/>
                    <a:pt x="181177" y="6937"/>
                  </a:cubicBezTo>
                  <a:cubicBezTo>
                    <a:pt x="180978" y="7210"/>
                    <a:pt x="180820" y="7508"/>
                    <a:pt x="180702" y="7832"/>
                  </a:cubicBezTo>
                  <a:cubicBezTo>
                    <a:pt x="180584" y="8156"/>
                    <a:pt x="180525" y="8473"/>
                    <a:pt x="180525" y="8782"/>
                  </a:cubicBezTo>
                  <a:cubicBezTo>
                    <a:pt x="180525" y="9003"/>
                    <a:pt x="180570" y="9243"/>
                    <a:pt x="180658" y="9501"/>
                  </a:cubicBezTo>
                  <a:cubicBezTo>
                    <a:pt x="180746" y="9758"/>
                    <a:pt x="180872" y="9998"/>
                    <a:pt x="181034" y="10219"/>
                  </a:cubicBezTo>
                  <a:cubicBezTo>
                    <a:pt x="181210" y="10455"/>
                    <a:pt x="181395" y="10650"/>
                    <a:pt x="181586" y="10805"/>
                  </a:cubicBezTo>
                  <a:cubicBezTo>
                    <a:pt x="181778" y="10959"/>
                    <a:pt x="181977" y="11088"/>
                    <a:pt x="182183" y="11191"/>
                  </a:cubicBezTo>
                  <a:cubicBezTo>
                    <a:pt x="182389" y="11294"/>
                    <a:pt x="182603" y="11379"/>
                    <a:pt x="182824" y="11445"/>
                  </a:cubicBezTo>
                  <a:cubicBezTo>
                    <a:pt x="183045" y="11512"/>
                    <a:pt x="183266" y="11574"/>
                    <a:pt x="183487" y="11633"/>
                  </a:cubicBezTo>
                  <a:cubicBezTo>
                    <a:pt x="183619" y="11677"/>
                    <a:pt x="183763" y="11714"/>
                    <a:pt x="183918" y="11744"/>
                  </a:cubicBezTo>
                  <a:cubicBezTo>
                    <a:pt x="184072" y="11773"/>
                    <a:pt x="184234" y="11817"/>
                    <a:pt x="184404" y="11876"/>
                  </a:cubicBezTo>
                  <a:cubicBezTo>
                    <a:pt x="184573" y="11935"/>
                    <a:pt x="184735" y="12024"/>
                    <a:pt x="184890" y="12142"/>
                  </a:cubicBezTo>
                  <a:cubicBezTo>
                    <a:pt x="185045" y="12259"/>
                    <a:pt x="185188" y="12421"/>
                    <a:pt x="185321" y="12628"/>
                  </a:cubicBezTo>
                  <a:cubicBezTo>
                    <a:pt x="185424" y="12790"/>
                    <a:pt x="185476" y="12967"/>
                    <a:pt x="185476" y="13158"/>
                  </a:cubicBezTo>
                  <a:cubicBezTo>
                    <a:pt x="185476" y="13350"/>
                    <a:pt x="185435" y="13526"/>
                    <a:pt x="185354" y="13688"/>
                  </a:cubicBezTo>
                  <a:cubicBezTo>
                    <a:pt x="185273" y="13851"/>
                    <a:pt x="185148" y="13994"/>
                    <a:pt x="184978" y="14119"/>
                  </a:cubicBezTo>
                  <a:cubicBezTo>
                    <a:pt x="184809" y="14245"/>
                    <a:pt x="184614" y="14329"/>
                    <a:pt x="184393" y="14374"/>
                  </a:cubicBezTo>
                  <a:cubicBezTo>
                    <a:pt x="183921" y="14462"/>
                    <a:pt x="183472" y="14366"/>
                    <a:pt x="183045" y="14086"/>
                  </a:cubicBezTo>
                  <a:cubicBezTo>
                    <a:pt x="182617" y="13806"/>
                    <a:pt x="182249" y="13460"/>
                    <a:pt x="181940" y="13048"/>
                  </a:cubicBezTo>
                  <a:cubicBezTo>
                    <a:pt x="181645" y="12856"/>
                    <a:pt x="181372" y="12760"/>
                    <a:pt x="181122" y="12760"/>
                  </a:cubicBezTo>
                  <a:cubicBezTo>
                    <a:pt x="180739" y="12760"/>
                    <a:pt x="180448" y="12904"/>
                    <a:pt x="180249" y="13191"/>
                  </a:cubicBezTo>
                  <a:cubicBezTo>
                    <a:pt x="180050" y="13479"/>
                    <a:pt x="180054" y="13836"/>
                    <a:pt x="180260" y="14263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153" name="task-checks-dvct-donor"/>
          <p:cNvGrpSpPr/>
          <p:nvPr/>
        </p:nvGrpSpPr>
        <p:grpSpPr>
          <a:xfrm>
            <a:off x="4240200" y="2120100"/>
            <a:ext cx="328162" cy="327450"/>
            <a:chOff x="4240200" y="2120100"/>
            <a:chExt cx="328162" cy="327450"/>
          </a:xfrm>
        </p:grpSpPr>
        <p:sp>
          <p:nvSpPr>
            <p:cNvPr id="154" name="task-checks-dvct-donor / native child 0" descr="task-checks-dvct-donor / native child 0"/>
            <p:cNvSpPr/>
            <p:nvPr/>
          </p:nvSpPr>
          <p:spPr>
            <a:xfrm>
              <a:off x="4245478" y="2152438"/>
              <a:ext cx="247208" cy="289830"/>
            </a:xfrm>
            <a:custGeom>
              <a:avLst/>
              <a:gdLst/>
              <a:ahLst/>
              <a:cxnLst/>
              <a:rect l="0" t="0" r="r" b="b"/>
              <a:pathLst>
                <a:path w="44542" h="52222">
                  <a:moveTo>
                    <a:pt x="41982" y="0"/>
                  </a:moveTo>
                  <a:cubicBezTo>
                    <a:pt x="43392" y="0"/>
                    <a:pt x="44542" y="1150"/>
                    <a:pt x="44542" y="2560"/>
                  </a:cubicBezTo>
                  <a:lnTo>
                    <a:pt x="44542" y="49662"/>
                  </a:lnTo>
                  <a:cubicBezTo>
                    <a:pt x="44542" y="51072"/>
                    <a:pt x="43392" y="52222"/>
                    <a:pt x="41982" y="52222"/>
                  </a:cubicBezTo>
                  <a:lnTo>
                    <a:pt x="2560" y="52222"/>
                  </a:lnTo>
                  <a:cubicBezTo>
                    <a:pt x="1150" y="52222"/>
                    <a:pt x="0" y="51072"/>
                    <a:pt x="0" y="49662"/>
                  </a:cubicBezTo>
                  <a:lnTo>
                    <a:pt x="0" y="2560"/>
                  </a:lnTo>
                  <a:cubicBezTo>
                    <a:pt x="0" y="1150"/>
                    <a:pt x="1150" y="0"/>
                    <a:pt x="2560" y="0"/>
                  </a:cubicBezTo>
                  <a:close/>
                </a:path>
              </a:pathLst>
            </a:custGeom>
            <a:solidFill>
              <a:srgbClr val="837683"/>
            </a:solidFill>
            <a:ln w="0" cap="rnd" cmpd="sng">
              <a:noFill/>
              <a:round/>
            </a:ln>
            <a:effectLst/>
          </p:spPr>
        </p:sp>
        <p:sp>
          <p:nvSpPr>
            <p:cNvPr id="155" name="task-checks-dvct-donor / native child 1" descr="task-checks-dvct-donor / native child 1"/>
            <p:cNvSpPr/>
            <p:nvPr/>
          </p:nvSpPr>
          <p:spPr>
            <a:xfrm>
              <a:off x="4460143" y="2152438"/>
              <a:ext cx="32542" cy="289830"/>
            </a:xfrm>
            <a:custGeom>
              <a:avLst/>
              <a:gdLst/>
              <a:ahLst/>
              <a:cxnLst/>
              <a:rect l="0" t="0" r="r" b="b"/>
              <a:pathLst>
                <a:path w="5863" h="52222">
                  <a:moveTo>
                    <a:pt x="0" y="52222"/>
                  </a:moveTo>
                  <a:lnTo>
                    <a:pt x="3304" y="52222"/>
                  </a:lnTo>
                  <a:cubicBezTo>
                    <a:pt x="4714" y="52222"/>
                    <a:pt x="5863" y="51072"/>
                    <a:pt x="5863" y="49662"/>
                  </a:cubicBezTo>
                  <a:lnTo>
                    <a:pt x="5863" y="2560"/>
                  </a:lnTo>
                  <a:cubicBezTo>
                    <a:pt x="5863" y="1150"/>
                    <a:pt x="4713" y="0"/>
                    <a:pt x="330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85E68"/>
            </a:solidFill>
            <a:ln w="0" cap="rnd" cmpd="sng">
              <a:noFill/>
              <a:round/>
            </a:ln>
            <a:effectLst/>
          </p:spPr>
        </p:sp>
        <p:sp>
          <p:nvSpPr>
            <p:cNvPr id="156" name="task-checks-dvct-donor / native child 2" descr="task-checks-dvct-donor / native child 2"/>
            <p:cNvSpPr/>
            <p:nvPr/>
          </p:nvSpPr>
          <p:spPr>
            <a:xfrm>
              <a:off x="4265242" y="2172202"/>
              <a:ext cx="207679" cy="250301"/>
            </a:xfrm>
            <a:custGeom>
              <a:avLst/>
              <a:gdLst/>
              <a:ahLst/>
              <a:cxnLst/>
              <a:rect l="0" t="0" r="r" b="b"/>
              <a:pathLst>
                <a:path w="37420" h="45099">
                  <a:moveTo>
                    <a:pt x="36269" y="0"/>
                  </a:moveTo>
                  <a:lnTo>
                    <a:pt x="1151" y="0"/>
                  </a:lnTo>
                  <a:cubicBezTo>
                    <a:pt x="517" y="0"/>
                    <a:pt x="0" y="517"/>
                    <a:pt x="0" y="1151"/>
                  </a:cubicBezTo>
                  <a:lnTo>
                    <a:pt x="0" y="43948"/>
                  </a:lnTo>
                  <a:cubicBezTo>
                    <a:pt x="0" y="44582"/>
                    <a:pt x="517" y="45099"/>
                    <a:pt x="1151" y="45099"/>
                  </a:cubicBezTo>
                  <a:lnTo>
                    <a:pt x="36269" y="45099"/>
                  </a:lnTo>
                  <a:cubicBezTo>
                    <a:pt x="36903" y="45099"/>
                    <a:pt x="37420" y="44582"/>
                    <a:pt x="37420" y="43948"/>
                  </a:cubicBezTo>
                  <a:lnTo>
                    <a:pt x="37420" y="1151"/>
                  </a:lnTo>
                  <a:cubicBezTo>
                    <a:pt x="37420" y="517"/>
                    <a:pt x="36903" y="0"/>
                    <a:pt x="36269" y="0"/>
                  </a:cubicBezTo>
                  <a:close/>
                </a:path>
              </a:pathLst>
            </a:custGeom>
            <a:solidFill>
              <a:srgbClr val="ECEFF1"/>
            </a:solidFill>
            <a:ln w="0" cap="rnd" cmpd="sng">
              <a:noFill/>
              <a:round/>
            </a:ln>
            <a:effectLst/>
          </p:spPr>
        </p:sp>
        <p:sp>
          <p:nvSpPr>
            <p:cNvPr id="157" name="task-checks-dvct-donor / native child 3" descr="task-checks-dvct-donor / native child 3"/>
            <p:cNvSpPr/>
            <p:nvPr/>
          </p:nvSpPr>
          <p:spPr>
            <a:xfrm>
              <a:off x="4460143" y="2172202"/>
              <a:ext cx="12778" cy="250302"/>
            </a:xfrm>
            <a:custGeom>
              <a:avLst/>
              <a:gdLst/>
              <a:ahLst/>
              <a:cxnLst/>
              <a:rect l="0" t="0" r="r" b="b"/>
              <a:pathLst>
                <a:path w="2302" h="45099">
                  <a:moveTo>
                    <a:pt x="0" y="45099"/>
                  </a:moveTo>
                  <a:lnTo>
                    <a:pt x="1151" y="45099"/>
                  </a:lnTo>
                  <a:cubicBezTo>
                    <a:pt x="1187" y="45099"/>
                    <a:pt x="1223" y="45098"/>
                    <a:pt x="1259" y="45094"/>
                  </a:cubicBezTo>
                  <a:cubicBezTo>
                    <a:pt x="1843" y="45040"/>
                    <a:pt x="2302" y="44546"/>
                    <a:pt x="2302" y="43948"/>
                  </a:cubicBezTo>
                  <a:lnTo>
                    <a:pt x="2302" y="1151"/>
                  </a:lnTo>
                  <a:cubicBezTo>
                    <a:pt x="2302" y="553"/>
                    <a:pt x="1843" y="59"/>
                    <a:pt x="1259" y="5"/>
                  </a:cubicBezTo>
                  <a:cubicBezTo>
                    <a:pt x="1223" y="2"/>
                    <a:pt x="1187" y="0"/>
                    <a:pt x="115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1D1D6"/>
            </a:solidFill>
            <a:ln w="0" cap="rnd" cmpd="sng">
              <a:noFill/>
              <a:round/>
            </a:ln>
            <a:effectLst/>
          </p:spPr>
        </p:sp>
        <p:sp>
          <p:nvSpPr>
            <p:cNvPr id="158" name="task-checks-dvct-donor / native child 4" descr="task-checks-dvct-donor / native child 4"/>
            <p:cNvSpPr/>
            <p:nvPr/>
          </p:nvSpPr>
          <p:spPr>
            <a:xfrm>
              <a:off x="4314383" y="2125381"/>
              <a:ext cx="109397" cy="55408"/>
            </a:xfrm>
            <a:custGeom>
              <a:avLst/>
              <a:gdLst/>
              <a:ahLst/>
              <a:cxnLst/>
              <a:rect l="0" t="0" r="r" b="b"/>
              <a:pathLst>
                <a:path w="19711" h="9983">
                  <a:moveTo>
                    <a:pt x="1151" y="3328"/>
                  </a:moveTo>
                  <a:lnTo>
                    <a:pt x="4800" y="3328"/>
                  </a:lnTo>
                  <a:cubicBezTo>
                    <a:pt x="5270" y="3328"/>
                    <a:pt x="5671" y="3063"/>
                    <a:pt x="5857" y="2632"/>
                  </a:cubicBezTo>
                  <a:cubicBezTo>
                    <a:pt x="6524" y="1084"/>
                    <a:pt x="8063" y="0"/>
                    <a:pt x="9856" y="0"/>
                  </a:cubicBezTo>
                  <a:cubicBezTo>
                    <a:pt x="11648" y="0"/>
                    <a:pt x="13187" y="1084"/>
                    <a:pt x="13854" y="2632"/>
                  </a:cubicBezTo>
                  <a:cubicBezTo>
                    <a:pt x="14040" y="3063"/>
                    <a:pt x="14441" y="3328"/>
                    <a:pt x="14911" y="3328"/>
                  </a:cubicBezTo>
                  <a:lnTo>
                    <a:pt x="18560" y="3328"/>
                  </a:lnTo>
                  <a:cubicBezTo>
                    <a:pt x="19194" y="3328"/>
                    <a:pt x="19711" y="3845"/>
                    <a:pt x="19711" y="4479"/>
                  </a:cubicBezTo>
                  <a:lnTo>
                    <a:pt x="19711" y="8832"/>
                  </a:lnTo>
                  <a:cubicBezTo>
                    <a:pt x="19711" y="9466"/>
                    <a:pt x="19194" y="9983"/>
                    <a:pt x="18560" y="9983"/>
                  </a:cubicBezTo>
                  <a:lnTo>
                    <a:pt x="1151" y="9983"/>
                  </a:lnTo>
                  <a:cubicBezTo>
                    <a:pt x="517" y="9983"/>
                    <a:pt x="0" y="9466"/>
                    <a:pt x="0" y="8832"/>
                  </a:cubicBezTo>
                  <a:lnTo>
                    <a:pt x="0" y="4479"/>
                  </a:lnTo>
                  <a:cubicBezTo>
                    <a:pt x="0" y="3845"/>
                    <a:pt x="517" y="3328"/>
                    <a:pt x="1151" y="3328"/>
                  </a:cubicBezTo>
                  <a:close/>
                </a:path>
              </a:pathLst>
            </a:custGeom>
            <a:solidFill>
              <a:srgbClr val="E3A76F"/>
            </a:solidFill>
            <a:ln w="0" cap="rnd" cmpd="sng">
              <a:noFill/>
              <a:round/>
            </a:ln>
            <a:effectLst/>
          </p:spPr>
        </p:sp>
        <p:sp>
          <p:nvSpPr>
            <p:cNvPr id="159" name="task-checks-dvct-donor / native child 5" descr="task-checks-dvct-donor / native child 5"/>
            <p:cNvSpPr/>
            <p:nvPr/>
          </p:nvSpPr>
          <p:spPr>
            <a:xfrm>
              <a:off x="4314383" y="2143849"/>
              <a:ext cx="109396" cy="36940"/>
            </a:xfrm>
            <a:custGeom>
              <a:avLst/>
              <a:gdLst/>
              <a:ahLst/>
              <a:cxnLst/>
              <a:rect l="0" t="0" r="r" b="b"/>
              <a:pathLst>
                <a:path w="19711" h="6656">
                  <a:moveTo>
                    <a:pt x="17409" y="5505"/>
                  </a:moveTo>
                  <a:lnTo>
                    <a:pt x="0" y="5505"/>
                  </a:lnTo>
                  <a:cubicBezTo>
                    <a:pt x="0" y="6139"/>
                    <a:pt x="517" y="6656"/>
                    <a:pt x="1151" y="6656"/>
                  </a:cubicBezTo>
                  <a:lnTo>
                    <a:pt x="18560" y="6656"/>
                  </a:lnTo>
                  <a:cubicBezTo>
                    <a:pt x="19194" y="6656"/>
                    <a:pt x="19711" y="6139"/>
                    <a:pt x="19711" y="5505"/>
                  </a:cubicBezTo>
                  <a:lnTo>
                    <a:pt x="19711" y="5109"/>
                  </a:lnTo>
                  <a:lnTo>
                    <a:pt x="19711" y="1547"/>
                  </a:lnTo>
                  <a:lnTo>
                    <a:pt x="19711" y="1151"/>
                  </a:lnTo>
                  <a:cubicBezTo>
                    <a:pt x="19711" y="517"/>
                    <a:pt x="19194" y="0"/>
                    <a:pt x="18560" y="0"/>
                  </a:cubicBezTo>
                  <a:lnTo>
                    <a:pt x="18560" y="1547"/>
                  </a:lnTo>
                  <a:lnTo>
                    <a:pt x="18560" y="4354"/>
                  </a:lnTo>
                  <a:cubicBezTo>
                    <a:pt x="18560" y="4642"/>
                    <a:pt x="18453" y="4906"/>
                    <a:pt x="18276" y="5109"/>
                  </a:cubicBezTo>
                  <a:cubicBezTo>
                    <a:pt x="18065" y="5351"/>
                    <a:pt x="17754" y="5505"/>
                    <a:pt x="17409" y="5505"/>
                  </a:cubicBezTo>
                  <a:close/>
                </a:path>
              </a:pathLst>
            </a:custGeom>
            <a:solidFill>
              <a:srgbClr val="C48958"/>
            </a:solidFill>
            <a:ln w="0" cap="rnd" cmpd="sng">
              <a:noFill/>
              <a:round/>
            </a:ln>
            <a:effectLst/>
          </p:spPr>
        </p:sp>
        <p:sp>
          <p:nvSpPr>
            <p:cNvPr id="160" name="task-checks-dvct-donor / native child 6" descr="task-checks-dvct-donor / native child 6"/>
            <p:cNvSpPr/>
            <p:nvPr/>
          </p:nvSpPr>
          <p:spPr>
            <a:xfrm>
              <a:off x="4292566" y="2202174"/>
              <a:ext cx="45115" cy="190359"/>
            </a:xfrm>
            <a:custGeom>
              <a:avLst/>
              <a:gdLst/>
              <a:ahLst/>
              <a:cxnLst/>
              <a:rect l="0" t="0" r="r" b="b"/>
              <a:pathLst>
                <a:path w="8129" h="34299">
                  <a:moveTo>
                    <a:pt x="841" y="26170"/>
                  </a:moveTo>
                  <a:lnTo>
                    <a:pt x="7287" y="26170"/>
                  </a:lnTo>
                  <a:cubicBezTo>
                    <a:pt x="7750" y="26170"/>
                    <a:pt x="8129" y="26549"/>
                    <a:pt x="8129" y="27012"/>
                  </a:cubicBezTo>
                  <a:lnTo>
                    <a:pt x="8129" y="33458"/>
                  </a:lnTo>
                  <a:cubicBezTo>
                    <a:pt x="8129" y="33920"/>
                    <a:pt x="7750" y="34299"/>
                    <a:pt x="7287" y="34299"/>
                  </a:cubicBezTo>
                  <a:lnTo>
                    <a:pt x="841" y="34299"/>
                  </a:lnTo>
                  <a:cubicBezTo>
                    <a:pt x="379" y="34299"/>
                    <a:pt x="0" y="33920"/>
                    <a:pt x="0" y="33458"/>
                  </a:cubicBezTo>
                  <a:lnTo>
                    <a:pt x="0" y="27012"/>
                  </a:lnTo>
                  <a:cubicBezTo>
                    <a:pt x="0" y="26549"/>
                    <a:pt x="379" y="26170"/>
                    <a:pt x="841" y="26170"/>
                  </a:cubicBezTo>
                  <a:close/>
                  <a:moveTo>
                    <a:pt x="841" y="0"/>
                  </a:moveTo>
                  <a:lnTo>
                    <a:pt x="7287" y="0"/>
                  </a:lnTo>
                  <a:cubicBezTo>
                    <a:pt x="7750" y="0"/>
                    <a:pt x="8129" y="379"/>
                    <a:pt x="8129" y="841"/>
                  </a:cubicBezTo>
                  <a:lnTo>
                    <a:pt x="8129" y="7287"/>
                  </a:lnTo>
                  <a:cubicBezTo>
                    <a:pt x="8129" y="7750"/>
                    <a:pt x="7750" y="8129"/>
                    <a:pt x="7287" y="8129"/>
                  </a:cubicBezTo>
                  <a:lnTo>
                    <a:pt x="841" y="8129"/>
                  </a:lnTo>
                  <a:cubicBezTo>
                    <a:pt x="379" y="8129"/>
                    <a:pt x="0" y="7750"/>
                    <a:pt x="0" y="7287"/>
                  </a:cubicBezTo>
                  <a:lnTo>
                    <a:pt x="0" y="841"/>
                  </a:lnTo>
                  <a:cubicBezTo>
                    <a:pt x="0" y="379"/>
                    <a:pt x="379" y="0"/>
                    <a:pt x="841" y="0"/>
                  </a:cubicBezTo>
                  <a:close/>
                  <a:moveTo>
                    <a:pt x="841" y="13085"/>
                  </a:moveTo>
                  <a:lnTo>
                    <a:pt x="7287" y="13085"/>
                  </a:lnTo>
                  <a:cubicBezTo>
                    <a:pt x="7750" y="13085"/>
                    <a:pt x="8129" y="13464"/>
                    <a:pt x="8129" y="13927"/>
                  </a:cubicBezTo>
                  <a:lnTo>
                    <a:pt x="8129" y="20372"/>
                  </a:lnTo>
                  <a:cubicBezTo>
                    <a:pt x="8129" y="20835"/>
                    <a:pt x="7750" y="21214"/>
                    <a:pt x="7287" y="21214"/>
                  </a:cubicBezTo>
                  <a:lnTo>
                    <a:pt x="841" y="21214"/>
                  </a:lnTo>
                  <a:cubicBezTo>
                    <a:pt x="379" y="21214"/>
                    <a:pt x="0" y="20835"/>
                    <a:pt x="0" y="20372"/>
                  </a:cubicBezTo>
                  <a:lnTo>
                    <a:pt x="0" y="13927"/>
                  </a:lnTo>
                  <a:cubicBezTo>
                    <a:pt x="0" y="13464"/>
                    <a:pt x="379" y="13085"/>
                    <a:pt x="841" y="13085"/>
                  </a:cubicBezTo>
                  <a:close/>
                </a:path>
              </a:pathLst>
            </a:custGeom>
            <a:solidFill>
              <a:srgbClr val="8AC9FE"/>
            </a:solidFill>
            <a:ln w="0" cap="rnd" cmpd="sng">
              <a:noFill/>
              <a:round/>
            </a:ln>
            <a:effectLst/>
          </p:spPr>
        </p:sp>
        <p:sp>
          <p:nvSpPr>
            <p:cNvPr id="161" name="task-checks-dvct-donor / native child 7" descr="task-checks-dvct-donor / native child 7"/>
            <p:cNvSpPr/>
            <p:nvPr/>
          </p:nvSpPr>
          <p:spPr>
            <a:xfrm>
              <a:off x="4326408" y="2202174"/>
              <a:ext cx="11272" cy="190359"/>
            </a:xfrm>
            <a:custGeom>
              <a:avLst/>
              <a:gdLst/>
              <a:ahLst/>
              <a:cxnLst/>
              <a:rect l="0" t="0" r="r" b="b"/>
              <a:pathLst>
                <a:path w="2031" h="34299">
                  <a:moveTo>
                    <a:pt x="0" y="26170"/>
                  </a:moveTo>
                  <a:lnTo>
                    <a:pt x="1190" y="26170"/>
                  </a:lnTo>
                  <a:cubicBezTo>
                    <a:pt x="1652" y="26170"/>
                    <a:pt x="2031" y="26549"/>
                    <a:pt x="2031" y="27012"/>
                  </a:cubicBezTo>
                  <a:lnTo>
                    <a:pt x="2031" y="33458"/>
                  </a:lnTo>
                  <a:cubicBezTo>
                    <a:pt x="2031" y="33920"/>
                    <a:pt x="1652" y="34299"/>
                    <a:pt x="1190" y="34299"/>
                  </a:cubicBezTo>
                  <a:lnTo>
                    <a:pt x="0" y="34299"/>
                  </a:lnTo>
                  <a:cubicBezTo>
                    <a:pt x="463" y="34299"/>
                    <a:pt x="841" y="33920"/>
                    <a:pt x="841" y="33458"/>
                  </a:cubicBezTo>
                  <a:lnTo>
                    <a:pt x="841" y="27012"/>
                  </a:lnTo>
                  <a:cubicBezTo>
                    <a:pt x="841" y="26549"/>
                    <a:pt x="463" y="26170"/>
                    <a:pt x="0" y="26170"/>
                  </a:cubicBezTo>
                  <a:close/>
                  <a:moveTo>
                    <a:pt x="0" y="0"/>
                  </a:moveTo>
                  <a:lnTo>
                    <a:pt x="1190" y="0"/>
                  </a:lnTo>
                  <a:cubicBezTo>
                    <a:pt x="1652" y="0"/>
                    <a:pt x="2031" y="379"/>
                    <a:pt x="2031" y="841"/>
                  </a:cubicBezTo>
                  <a:lnTo>
                    <a:pt x="2031" y="7287"/>
                  </a:lnTo>
                  <a:cubicBezTo>
                    <a:pt x="2031" y="7750"/>
                    <a:pt x="1652" y="8129"/>
                    <a:pt x="1190" y="8129"/>
                  </a:cubicBezTo>
                  <a:lnTo>
                    <a:pt x="0" y="8129"/>
                  </a:lnTo>
                  <a:cubicBezTo>
                    <a:pt x="463" y="8129"/>
                    <a:pt x="841" y="7750"/>
                    <a:pt x="841" y="7287"/>
                  </a:cubicBezTo>
                  <a:lnTo>
                    <a:pt x="841" y="841"/>
                  </a:lnTo>
                  <a:cubicBezTo>
                    <a:pt x="841" y="379"/>
                    <a:pt x="463" y="0"/>
                    <a:pt x="0" y="0"/>
                  </a:cubicBezTo>
                  <a:close/>
                  <a:moveTo>
                    <a:pt x="0" y="13085"/>
                  </a:moveTo>
                  <a:lnTo>
                    <a:pt x="1190" y="13085"/>
                  </a:lnTo>
                  <a:cubicBezTo>
                    <a:pt x="1652" y="13085"/>
                    <a:pt x="2031" y="13464"/>
                    <a:pt x="2031" y="13927"/>
                  </a:cubicBezTo>
                  <a:lnTo>
                    <a:pt x="2031" y="20372"/>
                  </a:lnTo>
                  <a:cubicBezTo>
                    <a:pt x="2031" y="20835"/>
                    <a:pt x="1652" y="21214"/>
                    <a:pt x="1190" y="21214"/>
                  </a:cubicBezTo>
                  <a:lnTo>
                    <a:pt x="0" y="21214"/>
                  </a:lnTo>
                  <a:cubicBezTo>
                    <a:pt x="463" y="21214"/>
                    <a:pt x="841" y="20835"/>
                    <a:pt x="841" y="20372"/>
                  </a:cubicBezTo>
                  <a:lnTo>
                    <a:pt x="841" y="13927"/>
                  </a:lnTo>
                  <a:cubicBezTo>
                    <a:pt x="841" y="13464"/>
                    <a:pt x="463" y="13085"/>
                    <a:pt x="0" y="13085"/>
                  </a:cubicBezTo>
                  <a:close/>
                </a:path>
              </a:pathLst>
            </a:custGeom>
            <a:solidFill>
              <a:srgbClr val="60B7FF"/>
            </a:solidFill>
            <a:ln w="0" cap="rnd" cmpd="sng">
              <a:noFill/>
              <a:round/>
            </a:ln>
            <a:effectLst/>
          </p:spPr>
        </p:sp>
        <p:sp>
          <p:nvSpPr>
            <p:cNvPr id="162" name="task-checks-dvct-donor / native child 8" descr="task-checks-dvct-donor / native child 8"/>
            <p:cNvSpPr/>
            <p:nvPr/>
          </p:nvSpPr>
          <p:spPr>
            <a:xfrm>
              <a:off x="4382896" y="2270482"/>
              <a:ext cx="171042" cy="171302"/>
            </a:xfrm>
            <a:custGeom>
              <a:avLst/>
              <a:gdLst/>
              <a:ahLst/>
              <a:cxnLst/>
              <a:rect l="0" t="0" r="r" b="b"/>
              <a:pathLst>
                <a:path w="30818" h="30865">
                  <a:moveTo>
                    <a:pt x="18684" y="29262"/>
                  </a:moveTo>
                  <a:lnTo>
                    <a:pt x="13201" y="23795"/>
                  </a:lnTo>
                  <a:cubicBezTo>
                    <a:pt x="9587" y="20191"/>
                    <a:pt x="10730" y="16802"/>
                    <a:pt x="9361" y="11713"/>
                  </a:cubicBezTo>
                  <a:cubicBezTo>
                    <a:pt x="8953" y="10193"/>
                    <a:pt x="7968" y="8969"/>
                    <a:pt x="6919" y="7096"/>
                  </a:cubicBezTo>
                  <a:cubicBezTo>
                    <a:pt x="0" y="9715"/>
                    <a:pt x="18" y="3911"/>
                    <a:pt x="2330" y="2970"/>
                  </a:cubicBezTo>
                  <a:lnTo>
                    <a:pt x="8054" y="641"/>
                  </a:lnTo>
                  <a:cubicBezTo>
                    <a:pt x="9335" y="120"/>
                    <a:pt x="10568" y="0"/>
                    <a:pt x="11925" y="264"/>
                  </a:cubicBezTo>
                  <a:lnTo>
                    <a:pt x="15815" y="1022"/>
                  </a:lnTo>
                  <a:cubicBezTo>
                    <a:pt x="21296" y="2089"/>
                    <a:pt x="25338" y="6225"/>
                    <a:pt x="26281" y="11728"/>
                  </a:cubicBezTo>
                  <a:cubicBezTo>
                    <a:pt x="26965" y="15725"/>
                    <a:pt x="26548" y="16064"/>
                    <a:pt x="29257" y="18774"/>
                  </a:cubicBezTo>
                  <a:lnTo>
                    <a:pt x="30508" y="20025"/>
                  </a:lnTo>
                  <a:cubicBezTo>
                    <a:pt x="30818" y="20335"/>
                    <a:pt x="30818" y="20840"/>
                    <a:pt x="30508" y="21150"/>
                  </a:cubicBezTo>
                  <a:lnTo>
                    <a:pt x="21103" y="30555"/>
                  </a:lnTo>
                  <a:cubicBezTo>
                    <a:pt x="20794" y="30865"/>
                    <a:pt x="20288" y="30865"/>
                    <a:pt x="19978" y="30555"/>
                  </a:cubicBezTo>
                  <a:close/>
                </a:path>
              </a:pathLst>
            </a:custGeom>
            <a:solidFill>
              <a:srgbClr val="F6DCCD"/>
            </a:solidFill>
            <a:ln w="0" cap="rnd" cmpd="sng">
              <a:noFill/>
              <a:round/>
            </a:ln>
            <a:effectLst/>
          </p:spPr>
        </p:sp>
        <p:sp>
          <p:nvSpPr>
            <p:cNvPr id="163" name="task-checks-dvct-donor / native child 9" descr="task-checks-dvct-donor / native child 9"/>
            <p:cNvSpPr/>
            <p:nvPr/>
          </p:nvSpPr>
          <p:spPr>
            <a:xfrm>
              <a:off x="4409187" y="2320103"/>
              <a:ext cx="52733" cy="57418"/>
            </a:xfrm>
            <a:custGeom>
              <a:avLst/>
              <a:gdLst/>
              <a:ahLst/>
              <a:cxnLst/>
              <a:rect l="0" t="0" r="r" b="b"/>
              <a:pathLst>
                <a:path w="9501" h="10346">
                  <a:moveTo>
                    <a:pt x="6439" y="9567"/>
                  </a:moveTo>
                  <a:lnTo>
                    <a:pt x="8723" y="7283"/>
                  </a:lnTo>
                  <a:cubicBezTo>
                    <a:pt x="9501" y="6505"/>
                    <a:pt x="9501" y="5231"/>
                    <a:pt x="8723" y="4453"/>
                  </a:cubicBezTo>
                  <a:cubicBezTo>
                    <a:pt x="7945" y="3674"/>
                    <a:pt x="6671" y="3674"/>
                    <a:pt x="5893" y="4453"/>
                  </a:cubicBezTo>
                  <a:lnTo>
                    <a:pt x="6737" y="3609"/>
                  </a:lnTo>
                  <a:cubicBezTo>
                    <a:pt x="7515" y="2830"/>
                    <a:pt x="7515" y="1557"/>
                    <a:pt x="6737" y="778"/>
                  </a:cubicBezTo>
                  <a:cubicBezTo>
                    <a:pt x="5959" y="0"/>
                    <a:pt x="4685" y="0"/>
                    <a:pt x="3907" y="778"/>
                  </a:cubicBezTo>
                  <a:lnTo>
                    <a:pt x="778" y="3907"/>
                  </a:lnTo>
                  <a:cubicBezTo>
                    <a:pt x="0" y="4685"/>
                    <a:pt x="0" y="5959"/>
                    <a:pt x="778" y="6737"/>
                  </a:cubicBezTo>
                  <a:cubicBezTo>
                    <a:pt x="1557" y="7515"/>
                    <a:pt x="2830" y="7515"/>
                    <a:pt x="3609" y="6737"/>
                  </a:cubicBezTo>
                  <a:cubicBezTo>
                    <a:pt x="2830" y="7515"/>
                    <a:pt x="2830" y="8789"/>
                    <a:pt x="3609" y="9567"/>
                  </a:cubicBezTo>
                  <a:cubicBezTo>
                    <a:pt x="4387" y="10346"/>
                    <a:pt x="5660" y="10346"/>
                    <a:pt x="6439" y="9567"/>
                  </a:cubicBezTo>
                  <a:close/>
                </a:path>
              </a:pathLst>
            </a:custGeom>
            <a:solidFill>
              <a:srgbClr val="F6DCCD"/>
            </a:solidFill>
            <a:ln w="0" cap="rnd" cmpd="sng">
              <a:noFill/>
              <a:round/>
            </a:ln>
            <a:effectLst/>
          </p:spPr>
        </p:sp>
        <p:sp>
          <p:nvSpPr>
            <p:cNvPr id="164" name="task-checks-dvct-donor / native child 10" descr="task-checks-dvct-donor / native child 10"/>
            <p:cNvSpPr/>
            <p:nvPr/>
          </p:nvSpPr>
          <p:spPr>
            <a:xfrm>
              <a:off x="4429215" y="2344815"/>
              <a:ext cx="32705" cy="32706"/>
            </a:xfrm>
            <a:custGeom>
              <a:avLst/>
              <a:gdLst/>
              <a:ahLst/>
              <a:cxnLst/>
              <a:rect l="0" t="0" r="r" b="b"/>
              <a:pathLst>
                <a:path w="5893" h="5893">
                  <a:moveTo>
                    <a:pt x="2830" y="5115"/>
                  </a:moveTo>
                  <a:lnTo>
                    <a:pt x="5114" y="2830"/>
                  </a:lnTo>
                  <a:cubicBezTo>
                    <a:pt x="5893" y="2052"/>
                    <a:pt x="5893" y="778"/>
                    <a:pt x="5115" y="0"/>
                  </a:cubicBezTo>
                  <a:lnTo>
                    <a:pt x="0" y="5115"/>
                  </a:lnTo>
                  <a:cubicBezTo>
                    <a:pt x="778" y="5893"/>
                    <a:pt x="2052" y="5893"/>
                    <a:pt x="2830" y="5115"/>
                  </a:cubicBezTo>
                  <a:close/>
                </a:path>
              </a:pathLst>
            </a:custGeom>
            <a:solidFill>
              <a:srgbClr val="F1CBBC"/>
            </a:solidFill>
            <a:ln w="0" cap="rnd" cmpd="sng">
              <a:noFill/>
              <a:round/>
            </a:ln>
            <a:effectLst/>
          </p:spPr>
        </p:sp>
        <p:sp>
          <p:nvSpPr>
            <p:cNvPr id="165" name="task-checks-dvct-donor / native child 11" descr="task-checks-dvct-donor / native child 11"/>
            <p:cNvSpPr/>
            <p:nvPr/>
          </p:nvSpPr>
          <p:spPr>
            <a:xfrm>
              <a:off x="4413505" y="2324422"/>
              <a:ext cx="37391" cy="37391"/>
            </a:xfrm>
            <a:custGeom>
              <a:avLst/>
              <a:gdLst/>
              <a:ahLst/>
              <a:cxnLst/>
              <a:rect l="0" t="0" r="r" b="b"/>
              <a:pathLst>
                <a:path w="6737" h="6737">
                  <a:moveTo>
                    <a:pt x="5115" y="3674"/>
                  </a:moveTo>
                  <a:lnTo>
                    <a:pt x="5959" y="2830"/>
                  </a:lnTo>
                  <a:cubicBezTo>
                    <a:pt x="6737" y="2052"/>
                    <a:pt x="6737" y="778"/>
                    <a:pt x="5959" y="0"/>
                  </a:cubicBezTo>
                  <a:lnTo>
                    <a:pt x="0" y="5959"/>
                  </a:lnTo>
                  <a:cubicBezTo>
                    <a:pt x="778" y="6737"/>
                    <a:pt x="2052" y="6737"/>
                    <a:pt x="2830" y="5959"/>
                  </a:cubicBezTo>
                  <a:close/>
                </a:path>
              </a:pathLst>
            </a:custGeom>
            <a:solidFill>
              <a:srgbClr val="F1CBBC"/>
            </a:solidFill>
            <a:ln w="0" cap="rnd" cmpd="sng">
              <a:noFill/>
              <a:round/>
            </a:ln>
            <a:effectLst/>
          </p:spPr>
        </p:sp>
        <p:sp>
          <p:nvSpPr>
            <p:cNvPr id="166" name="task-checks-dvct-donor / native child 12" descr="task-checks-dvct-donor / native child 12"/>
            <p:cNvSpPr/>
            <p:nvPr/>
          </p:nvSpPr>
          <p:spPr>
            <a:xfrm>
              <a:off x="4365803" y="2261862"/>
              <a:ext cx="198220" cy="77726"/>
            </a:xfrm>
            <a:custGeom>
              <a:avLst/>
              <a:gdLst/>
              <a:ahLst/>
              <a:cxnLst/>
              <a:rect l="0" t="0" r="r" b="b"/>
              <a:pathLst>
                <a:path w="35715" h="14005">
                  <a:moveTo>
                    <a:pt x="4669" y="7627"/>
                  </a:moveTo>
                  <a:lnTo>
                    <a:pt x="31669" y="392"/>
                  </a:lnTo>
                  <a:cubicBezTo>
                    <a:pt x="33132" y="0"/>
                    <a:pt x="34646" y="874"/>
                    <a:pt x="35038" y="2338"/>
                  </a:cubicBezTo>
                  <a:lnTo>
                    <a:pt x="35323" y="3401"/>
                  </a:lnTo>
                  <a:cubicBezTo>
                    <a:pt x="35715" y="4864"/>
                    <a:pt x="34841" y="6378"/>
                    <a:pt x="33378" y="6770"/>
                  </a:cubicBezTo>
                  <a:lnTo>
                    <a:pt x="6378" y="14005"/>
                  </a:lnTo>
                  <a:lnTo>
                    <a:pt x="0" y="12296"/>
                  </a:lnTo>
                  <a:close/>
                </a:path>
              </a:pathLst>
            </a:custGeom>
            <a:solidFill>
              <a:srgbClr val="FFD064"/>
            </a:solidFill>
            <a:ln w="0" cap="rnd" cmpd="sng">
              <a:noFill/>
              <a:round/>
            </a:ln>
            <a:effectLst/>
          </p:spPr>
        </p:sp>
        <p:sp>
          <p:nvSpPr>
            <p:cNvPr id="167" name="task-checks-dvct-donor / native child 13" descr="task-checks-dvct-donor / native child 13"/>
            <p:cNvSpPr/>
            <p:nvPr/>
          </p:nvSpPr>
          <p:spPr>
            <a:xfrm>
              <a:off x="4365802" y="2273381"/>
              <a:ext cx="198220" cy="66207"/>
            </a:xfrm>
            <a:custGeom>
              <a:avLst/>
              <a:gdLst/>
              <a:ahLst/>
              <a:cxnLst/>
              <a:rect l="0" t="0" r="r" b="b"/>
              <a:pathLst>
                <a:path w="35715" h="11929">
                  <a:moveTo>
                    <a:pt x="34954" y="0"/>
                  </a:moveTo>
                  <a:cubicBezTo>
                    <a:pt x="34986" y="85"/>
                    <a:pt x="35014" y="172"/>
                    <a:pt x="35038" y="262"/>
                  </a:cubicBezTo>
                  <a:lnTo>
                    <a:pt x="35323" y="1325"/>
                  </a:lnTo>
                  <a:cubicBezTo>
                    <a:pt x="35715" y="2789"/>
                    <a:pt x="34841" y="4302"/>
                    <a:pt x="33378" y="4695"/>
                  </a:cubicBezTo>
                  <a:lnTo>
                    <a:pt x="6378" y="11929"/>
                  </a:lnTo>
                  <a:lnTo>
                    <a:pt x="0" y="10220"/>
                  </a:lnTo>
                  <a:lnTo>
                    <a:pt x="1167" y="9053"/>
                  </a:lnTo>
                  <a:lnTo>
                    <a:pt x="5951" y="10335"/>
                  </a:lnTo>
                  <a:lnTo>
                    <a:pt x="32950" y="3100"/>
                  </a:lnTo>
                  <a:cubicBezTo>
                    <a:pt x="34324" y="2732"/>
                    <a:pt x="35179" y="1376"/>
                    <a:pt x="34954" y="0"/>
                  </a:cubicBezTo>
                  <a:close/>
                </a:path>
              </a:pathLst>
            </a:custGeom>
            <a:solidFill>
              <a:srgbClr val="FFC338"/>
            </a:solidFill>
            <a:ln w="0" cap="rnd" cmpd="sng">
              <a:noFill/>
              <a:round/>
            </a:ln>
            <a:effectLst/>
          </p:spPr>
        </p:sp>
        <p:sp>
          <p:nvSpPr>
            <p:cNvPr id="168" name="task-checks-dvct-donor / native child 14" descr="task-checks-dvct-donor / native child 14"/>
            <p:cNvSpPr/>
            <p:nvPr/>
          </p:nvSpPr>
          <p:spPr>
            <a:xfrm>
              <a:off x="4365803" y="2304190"/>
              <a:ext cx="35397" cy="35398"/>
            </a:xfrm>
            <a:custGeom>
              <a:avLst/>
              <a:gdLst/>
              <a:ahLst/>
              <a:cxnLst/>
              <a:rect l="0" t="0" r="r" b="b"/>
              <a:pathLst>
                <a:path w="6378" h="6378">
                  <a:moveTo>
                    <a:pt x="0" y="4669"/>
                  </a:moveTo>
                  <a:lnTo>
                    <a:pt x="4669" y="0"/>
                  </a:lnTo>
                  <a:lnTo>
                    <a:pt x="6378" y="6378"/>
                  </a:lnTo>
                  <a:close/>
                </a:path>
              </a:pathLst>
            </a:custGeom>
            <a:solidFill>
              <a:srgbClr val="837683"/>
            </a:solidFill>
            <a:ln w="0" cap="rnd" cmpd="sng">
              <a:noFill/>
              <a:round/>
            </a:ln>
            <a:effectLst/>
          </p:spPr>
        </p:sp>
        <p:sp>
          <p:nvSpPr>
            <p:cNvPr id="169" name="task-checks-dvct-donor / native child 15" descr="task-checks-dvct-donor / native child 15"/>
            <p:cNvSpPr/>
            <p:nvPr/>
          </p:nvSpPr>
          <p:spPr>
            <a:xfrm>
              <a:off x="4365802" y="2323625"/>
              <a:ext cx="35398" cy="15963"/>
            </a:xfrm>
            <a:custGeom>
              <a:avLst/>
              <a:gdLst/>
              <a:ahLst/>
              <a:cxnLst/>
              <a:rect l="0" t="0" r="r" b="b"/>
              <a:pathLst>
                <a:path w="6378" h="2876">
                  <a:moveTo>
                    <a:pt x="0" y="1167"/>
                  </a:moveTo>
                  <a:lnTo>
                    <a:pt x="1167" y="0"/>
                  </a:lnTo>
                  <a:lnTo>
                    <a:pt x="5951" y="1282"/>
                  </a:lnTo>
                  <a:lnTo>
                    <a:pt x="6378" y="2876"/>
                  </a:lnTo>
                  <a:close/>
                </a:path>
              </a:pathLst>
            </a:custGeom>
            <a:solidFill>
              <a:srgbClr val="685E68"/>
            </a:solidFill>
            <a:ln w="0" cap="rnd" cmpd="sng">
              <a:noFill/>
              <a:round/>
            </a:ln>
            <a:effectLst/>
          </p:spPr>
        </p:sp>
        <p:sp>
          <p:nvSpPr>
            <p:cNvPr id="170" name="task-checks-dvct-donor / native child 16" descr="task-checks-dvct-donor / native child 16"/>
            <p:cNvSpPr/>
            <p:nvPr/>
          </p:nvSpPr>
          <p:spPr>
            <a:xfrm>
              <a:off x="4419150" y="2282812"/>
              <a:ext cx="134787" cy="158971"/>
            </a:xfrm>
            <a:custGeom>
              <a:avLst/>
              <a:gdLst/>
              <a:ahLst/>
              <a:cxnLst/>
              <a:rect l="0" t="0" r="r" b="b"/>
              <a:pathLst>
                <a:path w="24286" h="28643">
                  <a:moveTo>
                    <a:pt x="12152" y="27040"/>
                  </a:moveTo>
                  <a:lnTo>
                    <a:pt x="6669" y="21574"/>
                  </a:lnTo>
                  <a:cubicBezTo>
                    <a:pt x="1975" y="16894"/>
                    <a:pt x="5304" y="12577"/>
                    <a:pt x="739" y="4427"/>
                  </a:cubicBezTo>
                  <a:cubicBezTo>
                    <a:pt x="0" y="3147"/>
                    <a:pt x="447" y="1481"/>
                    <a:pt x="1726" y="742"/>
                  </a:cubicBezTo>
                  <a:cubicBezTo>
                    <a:pt x="3011" y="0"/>
                    <a:pt x="4669" y="444"/>
                    <a:pt x="5411" y="1729"/>
                  </a:cubicBezTo>
                  <a:cubicBezTo>
                    <a:pt x="6501" y="3675"/>
                    <a:pt x="7033" y="5567"/>
                    <a:pt x="7601" y="7327"/>
                  </a:cubicBezTo>
                  <a:cubicBezTo>
                    <a:pt x="7612" y="7359"/>
                    <a:pt x="17858" y="4543"/>
                    <a:pt x="17868" y="4575"/>
                  </a:cubicBezTo>
                  <a:cubicBezTo>
                    <a:pt x="18792" y="6030"/>
                    <a:pt x="19438" y="7694"/>
                    <a:pt x="19748" y="9506"/>
                  </a:cubicBezTo>
                  <a:cubicBezTo>
                    <a:pt x="20433" y="13503"/>
                    <a:pt x="20015" y="13842"/>
                    <a:pt x="22725" y="16552"/>
                  </a:cubicBezTo>
                  <a:lnTo>
                    <a:pt x="23976" y="17803"/>
                  </a:lnTo>
                  <a:cubicBezTo>
                    <a:pt x="24286" y="18113"/>
                    <a:pt x="24286" y="18619"/>
                    <a:pt x="23976" y="18929"/>
                  </a:cubicBezTo>
                  <a:lnTo>
                    <a:pt x="14571" y="28333"/>
                  </a:lnTo>
                  <a:cubicBezTo>
                    <a:pt x="14261" y="28643"/>
                    <a:pt x="13756" y="28643"/>
                    <a:pt x="13446" y="28333"/>
                  </a:cubicBezTo>
                  <a:close/>
                </a:path>
              </a:pathLst>
            </a:custGeom>
            <a:solidFill>
              <a:srgbClr val="F6DCCD"/>
            </a:solidFill>
            <a:ln w="0" cap="rnd" cmpd="sng">
              <a:noFill/>
              <a:round/>
            </a:ln>
            <a:effectLst/>
          </p:spPr>
        </p:sp>
        <p:sp>
          <p:nvSpPr>
            <p:cNvPr id="171" name="task-checks-dvct-donor / native child 17" descr="task-checks-dvct-donor / native child 17"/>
            <p:cNvSpPr/>
            <p:nvPr/>
          </p:nvSpPr>
          <p:spPr>
            <a:xfrm>
              <a:off x="4483311" y="2371158"/>
              <a:ext cx="70626" cy="70626"/>
            </a:xfrm>
            <a:custGeom>
              <a:avLst/>
              <a:gdLst/>
              <a:ahLst/>
              <a:cxnLst/>
              <a:rect l="0" t="0" r="r" b="b"/>
              <a:pathLst>
                <a:path w="12725" h="12725">
                  <a:moveTo>
                    <a:pt x="0" y="10530"/>
                  </a:moveTo>
                  <a:lnTo>
                    <a:pt x="1885" y="12415"/>
                  </a:lnTo>
                  <a:cubicBezTo>
                    <a:pt x="2195" y="12725"/>
                    <a:pt x="2700" y="12725"/>
                    <a:pt x="3010" y="12415"/>
                  </a:cubicBezTo>
                  <a:lnTo>
                    <a:pt x="12415" y="3010"/>
                  </a:lnTo>
                  <a:cubicBezTo>
                    <a:pt x="12725" y="2700"/>
                    <a:pt x="12725" y="2195"/>
                    <a:pt x="12415" y="1885"/>
                  </a:cubicBezTo>
                  <a:lnTo>
                    <a:pt x="10530" y="0"/>
                  </a:lnTo>
                  <a:close/>
                </a:path>
              </a:pathLst>
            </a:custGeom>
            <a:solidFill>
              <a:srgbClr val="D1D1D6"/>
            </a:solidFill>
            <a:ln w="0" cap="rnd" cmpd="sng">
              <a:noFill/>
              <a:round/>
            </a:ln>
            <a:effectLst/>
          </p:spPr>
        </p:sp>
        <p:sp>
          <p:nvSpPr>
            <p:cNvPr id="172" name="task-checks-dvct-donor / native child 18" descr="task-checks-dvct-donor / native child 18"/>
            <p:cNvSpPr/>
            <p:nvPr/>
          </p:nvSpPr>
          <p:spPr>
            <a:xfrm>
              <a:off x="4422262" y="2282812"/>
              <a:ext cx="40195" cy="49157"/>
            </a:xfrm>
            <a:custGeom>
              <a:avLst/>
              <a:gdLst/>
              <a:ahLst/>
              <a:cxnLst/>
              <a:rect l="0" t="0" r="r" b="b"/>
              <a:pathLst>
                <a:path w="7242" h="8857">
                  <a:moveTo>
                    <a:pt x="0" y="2119"/>
                  </a:moveTo>
                  <a:cubicBezTo>
                    <a:pt x="213" y="1557"/>
                    <a:pt x="611" y="1062"/>
                    <a:pt x="1166" y="742"/>
                  </a:cubicBezTo>
                  <a:cubicBezTo>
                    <a:pt x="2451" y="0"/>
                    <a:pt x="4109" y="444"/>
                    <a:pt x="4851" y="1729"/>
                  </a:cubicBezTo>
                  <a:cubicBezTo>
                    <a:pt x="5861" y="3532"/>
                    <a:pt x="6411" y="5378"/>
                    <a:pt x="7041" y="7326"/>
                  </a:cubicBezTo>
                  <a:cubicBezTo>
                    <a:pt x="7242" y="7859"/>
                    <a:pt x="6974" y="8454"/>
                    <a:pt x="6442" y="8655"/>
                  </a:cubicBezTo>
                  <a:cubicBezTo>
                    <a:pt x="5909" y="8857"/>
                    <a:pt x="5314" y="8589"/>
                    <a:pt x="5113" y="8057"/>
                  </a:cubicBezTo>
                  <a:lnTo>
                    <a:pt x="3319" y="3282"/>
                  </a:lnTo>
                  <a:cubicBezTo>
                    <a:pt x="2846" y="2022"/>
                    <a:pt x="1219" y="1642"/>
                    <a:pt x="0" y="2119"/>
                  </a:cubicBezTo>
                  <a:close/>
                </a:path>
              </a:pathLst>
            </a:custGeom>
            <a:solidFill>
              <a:srgbClr val="F1CBBC"/>
            </a:solidFill>
            <a:ln w="0" cap="rnd" cmpd="sng">
              <a:noFill/>
              <a:round/>
            </a:ln>
            <a:effectLst/>
          </p:spPr>
        </p:sp>
        <p:sp>
          <p:nvSpPr>
            <p:cNvPr id="173" name="task-checks-dvct-donor / native child 19" descr="task-checks-dvct-donor / native child 19"/>
            <p:cNvSpPr/>
            <p:nvPr/>
          </p:nvSpPr>
          <p:spPr>
            <a:xfrm>
              <a:off x="4240200" y="2120100"/>
              <a:ext cx="328162" cy="327450"/>
            </a:xfrm>
            <a:custGeom>
              <a:avLst/>
              <a:gdLst/>
              <a:ahLst/>
              <a:cxnLst/>
              <a:rect l="0" t="0" r="r" b="b"/>
              <a:pathLst>
                <a:path w="59128" h="59000">
                  <a:moveTo>
                    <a:pt x="22070" y="4519"/>
                  </a:moveTo>
                  <a:cubicBezTo>
                    <a:pt x="22070" y="3885"/>
                    <a:pt x="22588" y="3368"/>
                    <a:pt x="23222" y="3368"/>
                  </a:cubicBezTo>
                  <a:cubicBezTo>
                    <a:pt x="23856" y="3368"/>
                    <a:pt x="24373" y="3885"/>
                    <a:pt x="24373" y="4519"/>
                  </a:cubicBezTo>
                  <a:cubicBezTo>
                    <a:pt x="24373" y="5153"/>
                    <a:pt x="23856" y="5670"/>
                    <a:pt x="23222" y="5670"/>
                  </a:cubicBezTo>
                  <a:cubicBezTo>
                    <a:pt x="22588" y="5670"/>
                    <a:pt x="22070" y="5153"/>
                    <a:pt x="22070" y="4519"/>
                  </a:cubicBezTo>
                  <a:close/>
                  <a:moveTo>
                    <a:pt x="15954" y="18205"/>
                  </a:moveTo>
                  <a:lnTo>
                    <a:pt x="13937" y="20697"/>
                  </a:lnTo>
                  <a:cubicBezTo>
                    <a:pt x="13769" y="20907"/>
                    <a:pt x="13517" y="21035"/>
                    <a:pt x="13247" y="21049"/>
                  </a:cubicBezTo>
                  <a:cubicBezTo>
                    <a:pt x="13231" y="21050"/>
                    <a:pt x="13214" y="21050"/>
                    <a:pt x="13197" y="21050"/>
                  </a:cubicBezTo>
                  <a:cubicBezTo>
                    <a:pt x="12947" y="21050"/>
                    <a:pt x="12704" y="20950"/>
                    <a:pt x="12525" y="20772"/>
                  </a:cubicBezTo>
                  <a:lnTo>
                    <a:pt x="11112" y="19359"/>
                  </a:lnTo>
                  <a:cubicBezTo>
                    <a:pt x="10740" y="18987"/>
                    <a:pt x="10740" y="18384"/>
                    <a:pt x="11112" y="18013"/>
                  </a:cubicBezTo>
                  <a:cubicBezTo>
                    <a:pt x="11483" y="17641"/>
                    <a:pt x="12086" y="17641"/>
                    <a:pt x="12458" y="18013"/>
                  </a:cubicBezTo>
                  <a:lnTo>
                    <a:pt x="13122" y="18678"/>
                  </a:lnTo>
                  <a:lnTo>
                    <a:pt x="14474" y="17007"/>
                  </a:lnTo>
                  <a:cubicBezTo>
                    <a:pt x="14804" y="16599"/>
                    <a:pt x="15404" y="16536"/>
                    <a:pt x="15813" y="16866"/>
                  </a:cubicBezTo>
                  <a:cubicBezTo>
                    <a:pt x="16221" y="17197"/>
                    <a:pt x="16284" y="17796"/>
                    <a:pt x="15954" y="18205"/>
                  </a:cubicBezTo>
                  <a:close/>
                  <a:moveTo>
                    <a:pt x="21749" y="21171"/>
                  </a:moveTo>
                  <a:cubicBezTo>
                    <a:pt x="21749" y="20646"/>
                    <a:pt x="22175" y="20220"/>
                    <a:pt x="22701" y="20220"/>
                  </a:cubicBezTo>
                  <a:lnTo>
                    <a:pt x="37008" y="20220"/>
                  </a:lnTo>
                  <a:cubicBezTo>
                    <a:pt x="37534" y="20220"/>
                    <a:pt x="37960" y="20646"/>
                    <a:pt x="37960" y="21171"/>
                  </a:cubicBezTo>
                  <a:cubicBezTo>
                    <a:pt x="37960" y="21697"/>
                    <a:pt x="37534" y="22123"/>
                    <a:pt x="37008" y="22123"/>
                  </a:cubicBezTo>
                  <a:lnTo>
                    <a:pt x="22701" y="22123"/>
                  </a:lnTo>
                  <a:cubicBezTo>
                    <a:pt x="22175" y="22123"/>
                    <a:pt x="21749" y="21697"/>
                    <a:pt x="21749" y="21171"/>
                  </a:cubicBezTo>
                  <a:close/>
                  <a:moveTo>
                    <a:pt x="21749" y="16534"/>
                  </a:moveTo>
                  <a:cubicBezTo>
                    <a:pt x="21749" y="16008"/>
                    <a:pt x="22175" y="15582"/>
                    <a:pt x="22701" y="15582"/>
                  </a:cubicBezTo>
                  <a:lnTo>
                    <a:pt x="37008" y="15582"/>
                  </a:lnTo>
                  <a:cubicBezTo>
                    <a:pt x="37534" y="15582"/>
                    <a:pt x="37960" y="16008"/>
                    <a:pt x="37960" y="16534"/>
                  </a:cubicBezTo>
                  <a:cubicBezTo>
                    <a:pt x="37960" y="17059"/>
                    <a:pt x="37534" y="17485"/>
                    <a:pt x="37008" y="17485"/>
                  </a:cubicBezTo>
                  <a:lnTo>
                    <a:pt x="22701" y="17485"/>
                  </a:lnTo>
                  <a:cubicBezTo>
                    <a:pt x="22175" y="17485"/>
                    <a:pt x="21749" y="17059"/>
                    <a:pt x="21749" y="16534"/>
                  </a:cubicBezTo>
                  <a:close/>
                  <a:moveTo>
                    <a:pt x="10386" y="15740"/>
                  </a:moveTo>
                  <a:lnTo>
                    <a:pt x="10386" y="21965"/>
                  </a:lnTo>
                  <a:lnTo>
                    <a:pt x="16613" y="21965"/>
                  </a:lnTo>
                  <a:lnTo>
                    <a:pt x="16613" y="15740"/>
                  </a:lnTo>
                  <a:close/>
                  <a:moveTo>
                    <a:pt x="8484" y="15629"/>
                  </a:moveTo>
                  <a:lnTo>
                    <a:pt x="8484" y="22075"/>
                  </a:lnTo>
                  <a:cubicBezTo>
                    <a:pt x="8484" y="23064"/>
                    <a:pt x="9288" y="23868"/>
                    <a:pt x="10277" y="23868"/>
                  </a:cubicBezTo>
                  <a:lnTo>
                    <a:pt x="16722" y="23868"/>
                  </a:lnTo>
                  <a:cubicBezTo>
                    <a:pt x="17712" y="23868"/>
                    <a:pt x="18516" y="23064"/>
                    <a:pt x="18516" y="22075"/>
                  </a:cubicBezTo>
                  <a:lnTo>
                    <a:pt x="18516" y="15629"/>
                  </a:lnTo>
                  <a:cubicBezTo>
                    <a:pt x="18516" y="14640"/>
                    <a:pt x="17712" y="13836"/>
                    <a:pt x="16722" y="13836"/>
                  </a:cubicBezTo>
                  <a:lnTo>
                    <a:pt x="10277" y="13836"/>
                  </a:lnTo>
                  <a:cubicBezTo>
                    <a:pt x="9288" y="13836"/>
                    <a:pt x="8484" y="14640"/>
                    <a:pt x="8484" y="15629"/>
                  </a:cubicBezTo>
                  <a:close/>
                  <a:moveTo>
                    <a:pt x="11112" y="32444"/>
                  </a:moveTo>
                  <a:cubicBezTo>
                    <a:pt x="10740" y="32072"/>
                    <a:pt x="10740" y="31469"/>
                    <a:pt x="11112" y="31098"/>
                  </a:cubicBezTo>
                  <a:cubicBezTo>
                    <a:pt x="11483" y="30726"/>
                    <a:pt x="12087" y="30726"/>
                    <a:pt x="12458" y="31098"/>
                  </a:cubicBezTo>
                  <a:lnTo>
                    <a:pt x="13123" y="31763"/>
                  </a:lnTo>
                  <a:lnTo>
                    <a:pt x="14474" y="30092"/>
                  </a:lnTo>
                  <a:cubicBezTo>
                    <a:pt x="14805" y="29684"/>
                    <a:pt x="15404" y="29621"/>
                    <a:pt x="15813" y="29951"/>
                  </a:cubicBezTo>
                  <a:cubicBezTo>
                    <a:pt x="16221" y="30282"/>
                    <a:pt x="16284" y="30881"/>
                    <a:pt x="15954" y="31290"/>
                  </a:cubicBezTo>
                  <a:lnTo>
                    <a:pt x="13937" y="33782"/>
                  </a:lnTo>
                  <a:cubicBezTo>
                    <a:pt x="13769" y="33992"/>
                    <a:pt x="13517" y="34120"/>
                    <a:pt x="13247" y="34134"/>
                  </a:cubicBezTo>
                  <a:cubicBezTo>
                    <a:pt x="13231" y="34135"/>
                    <a:pt x="13214" y="34135"/>
                    <a:pt x="13198" y="34135"/>
                  </a:cubicBezTo>
                  <a:cubicBezTo>
                    <a:pt x="12947" y="34135"/>
                    <a:pt x="12704" y="34036"/>
                    <a:pt x="12526" y="33857"/>
                  </a:cubicBezTo>
                  <a:close/>
                  <a:moveTo>
                    <a:pt x="16613" y="35050"/>
                  </a:moveTo>
                  <a:lnTo>
                    <a:pt x="16613" y="28824"/>
                  </a:lnTo>
                  <a:lnTo>
                    <a:pt x="10386" y="28824"/>
                  </a:lnTo>
                  <a:lnTo>
                    <a:pt x="10386" y="35050"/>
                  </a:lnTo>
                  <a:close/>
                  <a:moveTo>
                    <a:pt x="16722" y="26922"/>
                  </a:moveTo>
                  <a:lnTo>
                    <a:pt x="10277" y="26922"/>
                  </a:lnTo>
                  <a:cubicBezTo>
                    <a:pt x="9288" y="26922"/>
                    <a:pt x="8484" y="27726"/>
                    <a:pt x="8484" y="28715"/>
                  </a:cubicBezTo>
                  <a:lnTo>
                    <a:pt x="8484" y="35159"/>
                  </a:lnTo>
                  <a:cubicBezTo>
                    <a:pt x="8484" y="36150"/>
                    <a:pt x="9288" y="36954"/>
                    <a:pt x="10277" y="36954"/>
                  </a:cubicBezTo>
                  <a:lnTo>
                    <a:pt x="16722" y="36954"/>
                  </a:lnTo>
                  <a:cubicBezTo>
                    <a:pt x="17712" y="36954"/>
                    <a:pt x="18516" y="36150"/>
                    <a:pt x="18516" y="35159"/>
                  </a:cubicBezTo>
                  <a:lnTo>
                    <a:pt x="18516" y="28715"/>
                  </a:lnTo>
                  <a:cubicBezTo>
                    <a:pt x="18516" y="27726"/>
                    <a:pt x="17712" y="26922"/>
                    <a:pt x="16722" y="26922"/>
                  </a:cubicBezTo>
                  <a:close/>
                  <a:moveTo>
                    <a:pt x="55762" y="31228"/>
                  </a:moveTo>
                  <a:lnTo>
                    <a:pt x="49868" y="32808"/>
                  </a:lnTo>
                  <a:cubicBezTo>
                    <a:pt x="49866" y="32809"/>
                    <a:pt x="49863" y="32809"/>
                    <a:pt x="49861" y="32810"/>
                  </a:cubicBezTo>
                  <a:lnTo>
                    <a:pt x="40484" y="35322"/>
                  </a:lnTo>
                  <a:cubicBezTo>
                    <a:pt x="40037" y="33920"/>
                    <a:pt x="39563" y="32473"/>
                    <a:pt x="38756" y="30920"/>
                  </a:cubicBezTo>
                  <a:lnTo>
                    <a:pt x="54547" y="26689"/>
                  </a:lnTo>
                  <a:cubicBezTo>
                    <a:pt x="55008" y="26565"/>
                    <a:pt x="55493" y="26629"/>
                    <a:pt x="55911" y="26871"/>
                  </a:cubicBezTo>
                  <a:cubicBezTo>
                    <a:pt x="56328" y="27111"/>
                    <a:pt x="56626" y="27499"/>
                    <a:pt x="56749" y="27961"/>
                  </a:cubicBezTo>
                  <a:lnTo>
                    <a:pt x="57035" y="29024"/>
                  </a:lnTo>
                  <a:cubicBezTo>
                    <a:pt x="57292" y="29983"/>
                    <a:pt x="56721" y="30972"/>
                    <a:pt x="55762" y="31228"/>
                  </a:cubicBezTo>
                  <a:close/>
                  <a:moveTo>
                    <a:pt x="51054" y="38819"/>
                  </a:moveTo>
                  <a:cubicBezTo>
                    <a:pt x="50809" y="37391"/>
                    <a:pt x="50342" y="36054"/>
                    <a:pt x="49662" y="34834"/>
                  </a:cubicBezTo>
                  <a:lnTo>
                    <a:pt x="41080" y="37133"/>
                  </a:lnTo>
                  <a:cubicBezTo>
                    <a:pt x="41654" y="38754"/>
                    <a:pt x="42388" y="40347"/>
                    <a:pt x="43826" y="42023"/>
                  </a:cubicBezTo>
                  <a:cubicBezTo>
                    <a:pt x="44168" y="42423"/>
                    <a:pt x="44123" y="43024"/>
                    <a:pt x="43723" y="43365"/>
                  </a:cubicBezTo>
                  <a:cubicBezTo>
                    <a:pt x="43325" y="43707"/>
                    <a:pt x="42724" y="43661"/>
                    <a:pt x="42381" y="43263"/>
                  </a:cubicBezTo>
                  <a:cubicBezTo>
                    <a:pt x="40209" y="40729"/>
                    <a:pt x="39452" y="38356"/>
                    <a:pt x="38722" y="36060"/>
                  </a:cubicBezTo>
                  <a:cubicBezTo>
                    <a:pt x="38241" y="34551"/>
                    <a:pt x="37744" y="32988"/>
                    <a:pt x="36827" y="31353"/>
                  </a:cubicBezTo>
                  <a:cubicBezTo>
                    <a:pt x="36596" y="30953"/>
                    <a:pt x="36221" y="30668"/>
                    <a:pt x="35770" y="30547"/>
                  </a:cubicBezTo>
                  <a:cubicBezTo>
                    <a:pt x="35317" y="30425"/>
                    <a:pt x="34847" y="30486"/>
                    <a:pt x="34446" y="30718"/>
                  </a:cubicBezTo>
                  <a:cubicBezTo>
                    <a:pt x="34047" y="30948"/>
                    <a:pt x="33760" y="31326"/>
                    <a:pt x="33638" y="31780"/>
                  </a:cubicBezTo>
                  <a:cubicBezTo>
                    <a:pt x="33517" y="32235"/>
                    <a:pt x="33576" y="32704"/>
                    <a:pt x="33806" y="33103"/>
                  </a:cubicBezTo>
                  <a:cubicBezTo>
                    <a:pt x="33809" y="33107"/>
                    <a:pt x="33811" y="33110"/>
                    <a:pt x="33812" y="33114"/>
                  </a:cubicBezTo>
                  <a:cubicBezTo>
                    <a:pt x="34693" y="34687"/>
                    <a:pt x="35293" y="36134"/>
                    <a:pt x="35716" y="37467"/>
                  </a:cubicBezTo>
                  <a:cubicBezTo>
                    <a:pt x="35729" y="37502"/>
                    <a:pt x="35743" y="37537"/>
                    <a:pt x="35752" y="37576"/>
                  </a:cubicBezTo>
                  <a:cubicBezTo>
                    <a:pt x="35756" y="37585"/>
                    <a:pt x="35757" y="37593"/>
                    <a:pt x="35760" y="37603"/>
                  </a:cubicBezTo>
                  <a:cubicBezTo>
                    <a:pt x="36126" y="38785"/>
                    <a:pt x="36354" y="39878"/>
                    <a:pt x="36517" y="40888"/>
                  </a:cubicBezTo>
                  <a:cubicBezTo>
                    <a:pt x="36520" y="40903"/>
                    <a:pt x="36522" y="40919"/>
                    <a:pt x="36524" y="40933"/>
                  </a:cubicBezTo>
                  <a:cubicBezTo>
                    <a:pt x="36644" y="41684"/>
                    <a:pt x="36730" y="42390"/>
                    <a:pt x="36809" y="43053"/>
                  </a:cubicBezTo>
                  <a:cubicBezTo>
                    <a:pt x="36921" y="43985"/>
                    <a:pt x="37024" y="44832"/>
                    <a:pt x="37191" y="45626"/>
                  </a:cubicBezTo>
                  <a:cubicBezTo>
                    <a:pt x="37197" y="45652"/>
                    <a:pt x="37203" y="45677"/>
                    <a:pt x="37207" y="45702"/>
                  </a:cubicBezTo>
                  <a:cubicBezTo>
                    <a:pt x="37545" y="47256"/>
                    <a:pt x="38146" y="48616"/>
                    <a:pt x="39585" y="50051"/>
                  </a:cubicBezTo>
                  <a:lnTo>
                    <a:pt x="42605" y="53063"/>
                  </a:lnTo>
                  <a:lnTo>
                    <a:pt x="43802" y="54256"/>
                  </a:lnTo>
                  <a:lnTo>
                    <a:pt x="53036" y="45023"/>
                  </a:lnTo>
                  <a:cubicBezTo>
                    <a:pt x="51822" y="43568"/>
                    <a:pt x="51631" y="42626"/>
                    <a:pt x="51323" y="40534"/>
                  </a:cubicBezTo>
                  <a:cubicBezTo>
                    <a:pt x="51251" y="40040"/>
                    <a:pt x="51167" y="39481"/>
                    <a:pt x="51054" y="38819"/>
                  </a:cubicBezTo>
                  <a:close/>
                  <a:moveTo>
                    <a:pt x="46252" y="56702"/>
                  </a:moveTo>
                  <a:lnTo>
                    <a:pt x="45754" y="56203"/>
                  </a:lnTo>
                  <a:cubicBezTo>
                    <a:pt x="45751" y="56202"/>
                    <a:pt x="45750" y="56200"/>
                    <a:pt x="45748" y="56199"/>
                  </a:cubicBezTo>
                  <a:lnTo>
                    <a:pt x="45149" y="55600"/>
                  </a:lnTo>
                  <a:lnTo>
                    <a:pt x="54335" y="46416"/>
                  </a:lnTo>
                  <a:lnTo>
                    <a:pt x="55436" y="47518"/>
                  </a:lnTo>
                  <a:close/>
                  <a:moveTo>
                    <a:pt x="42933" y="57097"/>
                  </a:moveTo>
                  <a:cubicBezTo>
                    <a:pt x="43220" y="57097"/>
                    <a:pt x="43496" y="57018"/>
                    <a:pt x="43736" y="56878"/>
                  </a:cubicBezTo>
                  <a:lnTo>
                    <a:pt x="43724" y="56867"/>
                  </a:lnTo>
                  <a:cubicBezTo>
                    <a:pt x="43724" y="56867"/>
                    <a:pt x="43724" y="56866"/>
                    <a:pt x="43723" y="56866"/>
                  </a:cubicBezTo>
                  <a:lnTo>
                    <a:pt x="42240" y="55386"/>
                  </a:lnTo>
                  <a:cubicBezTo>
                    <a:pt x="42143" y="55419"/>
                    <a:pt x="42040" y="55438"/>
                    <a:pt x="41931" y="55438"/>
                  </a:cubicBezTo>
                  <a:lnTo>
                    <a:pt x="4512" y="55438"/>
                  </a:lnTo>
                  <a:cubicBezTo>
                    <a:pt x="3987" y="55438"/>
                    <a:pt x="3560" y="55013"/>
                    <a:pt x="3560" y="54487"/>
                  </a:cubicBezTo>
                  <a:lnTo>
                    <a:pt x="3560" y="9387"/>
                  </a:lnTo>
                  <a:cubicBezTo>
                    <a:pt x="3560" y="8862"/>
                    <a:pt x="3987" y="8436"/>
                    <a:pt x="4512" y="8436"/>
                  </a:cubicBezTo>
                  <a:lnTo>
                    <a:pt x="12415" y="8436"/>
                  </a:lnTo>
                  <a:lnTo>
                    <a:pt x="12415" y="6778"/>
                  </a:lnTo>
                  <a:lnTo>
                    <a:pt x="3511" y="6778"/>
                  </a:lnTo>
                  <a:cubicBezTo>
                    <a:pt x="2624" y="6778"/>
                    <a:pt x="1903" y="7500"/>
                    <a:pt x="1903" y="8387"/>
                  </a:cubicBezTo>
                  <a:lnTo>
                    <a:pt x="1903" y="55488"/>
                  </a:lnTo>
                  <a:cubicBezTo>
                    <a:pt x="1903" y="56375"/>
                    <a:pt x="2624" y="57097"/>
                    <a:pt x="3511" y="57097"/>
                  </a:cubicBezTo>
                  <a:lnTo>
                    <a:pt x="42933" y="57097"/>
                  </a:lnTo>
                  <a:close/>
                  <a:moveTo>
                    <a:pt x="14318" y="5231"/>
                  </a:moveTo>
                  <a:lnTo>
                    <a:pt x="14318" y="9984"/>
                  </a:lnTo>
                  <a:lnTo>
                    <a:pt x="32126" y="9984"/>
                  </a:lnTo>
                  <a:lnTo>
                    <a:pt x="32126" y="5231"/>
                  </a:lnTo>
                  <a:lnTo>
                    <a:pt x="27453" y="5231"/>
                  </a:lnTo>
                  <a:cubicBezTo>
                    <a:pt x="27013" y="5231"/>
                    <a:pt x="26631" y="4930"/>
                    <a:pt x="26527" y="4502"/>
                  </a:cubicBezTo>
                  <a:cubicBezTo>
                    <a:pt x="26159" y="2972"/>
                    <a:pt x="24799" y="1903"/>
                    <a:pt x="23222" y="1903"/>
                  </a:cubicBezTo>
                  <a:cubicBezTo>
                    <a:pt x="21646" y="1903"/>
                    <a:pt x="20286" y="2972"/>
                    <a:pt x="19917" y="4503"/>
                  </a:cubicBezTo>
                  <a:cubicBezTo>
                    <a:pt x="19814" y="4930"/>
                    <a:pt x="19431" y="5231"/>
                    <a:pt x="18992" y="5231"/>
                  </a:cubicBezTo>
                  <a:lnTo>
                    <a:pt x="14318" y="5231"/>
                  </a:lnTo>
                  <a:close/>
                  <a:moveTo>
                    <a:pt x="42933" y="6778"/>
                  </a:moveTo>
                  <a:lnTo>
                    <a:pt x="34030" y="6778"/>
                  </a:lnTo>
                  <a:lnTo>
                    <a:pt x="34030" y="8436"/>
                  </a:lnTo>
                  <a:lnTo>
                    <a:pt x="41931" y="8436"/>
                  </a:lnTo>
                  <a:cubicBezTo>
                    <a:pt x="42457" y="8436"/>
                    <a:pt x="42883" y="8862"/>
                    <a:pt x="42883" y="9387"/>
                  </a:cubicBezTo>
                  <a:lnTo>
                    <a:pt x="42883" y="27297"/>
                  </a:lnTo>
                  <a:cubicBezTo>
                    <a:pt x="43199" y="27386"/>
                    <a:pt x="43508" y="27487"/>
                    <a:pt x="43813" y="27594"/>
                  </a:cubicBezTo>
                  <a:lnTo>
                    <a:pt x="44541" y="27399"/>
                  </a:lnTo>
                  <a:lnTo>
                    <a:pt x="44541" y="8387"/>
                  </a:lnTo>
                  <a:cubicBezTo>
                    <a:pt x="44541" y="7500"/>
                    <a:pt x="43819" y="6778"/>
                    <a:pt x="42933" y="6778"/>
                  </a:cubicBezTo>
                  <a:close/>
                  <a:moveTo>
                    <a:pt x="29682" y="38217"/>
                  </a:moveTo>
                  <a:lnTo>
                    <a:pt x="28466" y="33677"/>
                  </a:lnTo>
                  <a:lnTo>
                    <a:pt x="31718" y="32806"/>
                  </a:lnTo>
                  <a:cubicBezTo>
                    <a:pt x="31785" y="33239"/>
                    <a:pt x="31931" y="33660"/>
                    <a:pt x="32155" y="34049"/>
                  </a:cubicBezTo>
                  <a:cubicBezTo>
                    <a:pt x="32776" y="35159"/>
                    <a:pt x="33244" y="36192"/>
                    <a:pt x="33602" y="37167"/>
                  </a:cubicBezTo>
                  <a:close/>
                  <a:moveTo>
                    <a:pt x="26808" y="34842"/>
                  </a:moveTo>
                  <a:lnTo>
                    <a:pt x="27663" y="38036"/>
                  </a:lnTo>
                  <a:lnTo>
                    <a:pt x="24470" y="37180"/>
                  </a:lnTo>
                  <a:close/>
                  <a:moveTo>
                    <a:pt x="34565" y="40753"/>
                  </a:moveTo>
                  <a:lnTo>
                    <a:pt x="33912" y="41403"/>
                  </a:lnTo>
                  <a:lnTo>
                    <a:pt x="33460" y="41859"/>
                  </a:lnTo>
                  <a:cubicBezTo>
                    <a:pt x="33448" y="41872"/>
                    <a:pt x="33437" y="41885"/>
                    <a:pt x="33425" y="41898"/>
                  </a:cubicBezTo>
                  <a:cubicBezTo>
                    <a:pt x="33411" y="41910"/>
                    <a:pt x="33397" y="41922"/>
                    <a:pt x="33383" y="41935"/>
                  </a:cubicBezTo>
                  <a:cubicBezTo>
                    <a:pt x="33187" y="42131"/>
                    <a:pt x="32923" y="42241"/>
                    <a:pt x="32641" y="42241"/>
                  </a:cubicBezTo>
                  <a:cubicBezTo>
                    <a:pt x="32359" y="42241"/>
                    <a:pt x="32096" y="42131"/>
                    <a:pt x="31900" y="41935"/>
                  </a:cubicBezTo>
                  <a:cubicBezTo>
                    <a:pt x="31703" y="41738"/>
                    <a:pt x="31595" y="41475"/>
                    <a:pt x="31595" y="41193"/>
                  </a:cubicBezTo>
                  <a:cubicBezTo>
                    <a:pt x="31595" y="40911"/>
                    <a:pt x="31703" y="40648"/>
                    <a:pt x="31900" y="40451"/>
                  </a:cubicBezTo>
                  <a:lnTo>
                    <a:pt x="33072" y="39279"/>
                  </a:lnTo>
                  <a:lnTo>
                    <a:pt x="34177" y="38983"/>
                  </a:lnTo>
                  <a:cubicBezTo>
                    <a:pt x="34339" y="39596"/>
                    <a:pt x="34464" y="40184"/>
                    <a:pt x="34565" y="40753"/>
                  </a:cubicBezTo>
                  <a:close/>
                  <a:moveTo>
                    <a:pt x="34919" y="43281"/>
                  </a:moveTo>
                  <a:cubicBezTo>
                    <a:pt x="34991" y="43866"/>
                    <a:pt x="35060" y="44445"/>
                    <a:pt x="35150" y="45018"/>
                  </a:cubicBezTo>
                  <a:cubicBezTo>
                    <a:pt x="34995" y="44968"/>
                    <a:pt x="34850" y="44885"/>
                    <a:pt x="34729" y="44765"/>
                  </a:cubicBezTo>
                  <a:cubicBezTo>
                    <a:pt x="34533" y="44569"/>
                    <a:pt x="34424" y="44305"/>
                    <a:pt x="34424" y="44023"/>
                  </a:cubicBezTo>
                  <a:cubicBezTo>
                    <a:pt x="34424" y="43740"/>
                    <a:pt x="34533" y="43478"/>
                    <a:pt x="34729" y="43281"/>
                  </a:cubicBezTo>
                  <a:cubicBezTo>
                    <a:pt x="34743" y="43268"/>
                    <a:pt x="34754" y="43255"/>
                    <a:pt x="34766" y="43241"/>
                  </a:cubicBezTo>
                  <a:cubicBezTo>
                    <a:pt x="34781" y="43227"/>
                    <a:pt x="34796" y="43215"/>
                    <a:pt x="34810" y="43201"/>
                  </a:cubicBezTo>
                  <a:lnTo>
                    <a:pt x="34899" y="43112"/>
                  </a:lnTo>
                  <a:cubicBezTo>
                    <a:pt x="34906" y="43168"/>
                    <a:pt x="34913" y="43225"/>
                    <a:pt x="34919" y="43281"/>
                  </a:cubicBezTo>
                  <a:close/>
                  <a:moveTo>
                    <a:pt x="13367" y="11886"/>
                  </a:moveTo>
                  <a:cubicBezTo>
                    <a:pt x="12841" y="11886"/>
                    <a:pt x="12415" y="11460"/>
                    <a:pt x="12415" y="10935"/>
                  </a:cubicBezTo>
                  <a:lnTo>
                    <a:pt x="12415" y="10339"/>
                  </a:lnTo>
                  <a:lnTo>
                    <a:pt x="5463" y="10339"/>
                  </a:lnTo>
                  <a:lnTo>
                    <a:pt x="5463" y="53536"/>
                  </a:lnTo>
                  <a:lnTo>
                    <a:pt x="40383" y="53536"/>
                  </a:lnTo>
                  <a:lnTo>
                    <a:pt x="38241" y="51399"/>
                  </a:lnTo>
                  <a:cubicBezTo>
                    <a:pt x="37211" y="50373"/>
                    <a:pt x="36533" y="49347"/>
                    <a:pt x="36067" y="48313"/>
                  </a:cubicBezTo>
                  <a:lnTo>
                    <a:pt x="22698" y="48293"/>
                  </a:lnTo>
                  <a:cubicBezTo>
                    <a:pt x="22174" y="48292"/>
                    <a:pt x="21748" y="47865"/>
                    <a:pt x="21749" y="47341"/>
                  </a:cubicBezTo>
                  <a:cubicBezTo>
                    <a:pt x="21749" y="46815"/>
                    <a:pt x="22175" y="46390"/>
                    <a:pt x="22701" y="46390"/>
                  </a:cubicBezTo>
                  <a:lnTo>
                    <a:pt x="22702" y="46390"/>
                  </a:lnTo>
                  <a:lnTo>
                    <a:pt x="33730" y="46407"/>
                  </a:lnTo>
                  <a:cubicBezTo>
                    <a:pt x="33608" y="46318"/>
                    <a:pt x="33492" y="46220"/>
                    <a:pt x="33383" y="46111"/>
                  </a:cubicBezTo>
                  <a:cubicBezTo>
                    <a:pt x="32855" y="45583"/>
                    <a:pt x="32552" y="44887"/>
                    <a:pt x="32524" y="44142"/>
                  </a:cubicBezTo>
                  <a:cubicBezTo>
                    <a:pt x="31978" y="44120"/>
                    <a:pt x="31460" y="43952"/>
                    <a:pt x="31013" y="43655"/>
                  </a:cubicBezTo>
                  <a:lnTo>
                    <a:pt x="22701" y="43655"/>
                  </a:lnTo>
                  <a:cubicBezTo>
                    <a:pt x="22175" y="43655"/>
                    <a:pt x="21749" y="43229"/>
                    <a:pt x="21749" y="42704"/>
                  </a:cubicBezTo>
                  <a:cubicBezTo>
                    <a:pt x="21749" y="42178"/>
                    <a:pt x="22175" y="41752"/>
                    <a:pt x="22701" y="41752"/>
                  </a:cubicBezTo>
                  <a:lnTo>
                    <a:pt x="29744" y="41752"/>
                  </a:lnTo>
                  <a:cubicBezTo>
                    <a:pt x="29709" y="41570"/>
                    <a:pt x="29692" y="41383"/>
                    <a:pt x="29692" y="41193"/>
                  </a:cubicBezTo>
                  <a:cubicBezTo>
                    <a:pt x="29692" y="40824"/>
                    <a:pt x="29759" y="40466"/>
                    <a:pt x="29886" y="40132"/>
                  </a:cubicBezTo>
                  <a:lnTo>
                    <a:pt x="29256" y="40301"/>
                  </a:lnTo>
                  <a:cubicBezTo>
                    <a:pt x="29215" y="40311"/>
                    <a:pt x="29174" y="40320"/>
                    <a:pt x="29134" y="40326"/>
                  </a:cubicBezTo>
                  <a:cubicBezTo>
                    <a:pt x="29092" y="40332"/>
                    <a:pt x="29050" y="40334"/>
                    <a:pt x="29008" y="40334"/>
                  </a:cubicBezTo>
                  <a:cubicBezTo>
                    <a:pt x="29004" y="40334"/>
                    <a:pt x="28998" y="40333"/>
                    <a:pt x="28993" y="40333"/>
                  </a:cubicBezTo>
                  <a:cubicBezTo>
                    <a:pt x="28952" y="40332"/>
                    <a:pt x="28910" y="40328"/>
                    <a:pt x="28870" y="40322"/>
                  </a:cubicBezTo>
                  <a:cubicBezTo>
                    <a:pt x="28852" y="40320"/>
                    <a:pt x="28835" y="40316"/>
                    <a:pt x="28819" y="40313"/>
                  </a:cubicBezTo>
                  <a:cubicBezTo>
                    <a:pt x="28801" y="40309"/>
                    <a:pt x="28782" y="40307"/>
                    <a:pt x="28763" y="40301"/>
                  </a:cubicBezTo>
                  <a:lnTo>
                    <a:pt x="22386" y="38593"/>
                  </a:lnTo>
                  <a:cubicBezTo>
                    <a:pt x="22057" y="38505"/>
                    <a:pt x="21800" y="38248"/>
                    <a:pt x="21712" y="37919"/>
                  </a:cubicBezTo>
                  <a:cubicBezTo>
                    <a:pt x="21624" y="37591"/>
                    <a:pt x="21718" y="37241"/>
                    <a:pt x="21958" y="37001"/>
                  </a:cubicBezTo>
                  <a:lnTo>
                    <a:pt x="23751" y="35207"/>
                  </a:lnTo>
                  <a:lnTo>
                    <a:pt x="22701" y="35207"/>
                  </a:lnTo>
                  <a:cubicBezTo>
                    <a:pt x="22175" y="35207"/>
                    <a:pt x="21749" y="34782"/>
                    <a:pt x="21749" y="34256"/>
                  </a:cubicBezTo>
                  <a:cubicBezTo>
                    <a:pt x="21749" y="33731"/>
                    <a:pt x="22175" y="33305"/>
                    <a:pt x="22701" y="33305"/>
                  </a:cubicBezTo>
                  <a:lnTo>
                    <a:pt x="25654" y="33305"/>
                  </a:lnTo>
                  <a:lnTo>
                    <a:pt x="25829" y="33131"/>
                  </a:lnTo>
                  <a:cubicBezTo>
                    <a:pt x="25693" y="32616"/>
                    <a:pt x="25668" y="32059"/>
                    <a:pt x="25768" y="31507"/>
                  </a:cubicBezTo>
                  <a:cubicBezTo>
                    <a:pt x="25829" y="31173"/>
                    <a:pt x="25934" y="30859"/>
                    <a:pt x="26073" y="30570"/>
                  </a:cubicBezTo>
                  <a:lnTo>
                    <a:pt x="22701" y="30570"/>
                  </a:lnTo>
                  <a:cubicBezTo>
                    <a:pt x="22175" y="30570"/>
                    <a:pt x="21749" y="30145"/>
                    <a:pt x="21749" y="29619"/>
                  </a:cubicBezTo>
                  <a:cubicBezTo>
                    <a:pt x="21749" y="29093"/>
                    <a:pt x="22175" y="28668"/>
                    <a:pt x="22701" y="28668"/>
                  </a:cubicBezTo>
                  <a:lnTo>
                    <a:pt x="28549" y="28668"/>
                  </a:lnTo>
                  <a:lnTo>
                    <a:pt x="33408" y="26691"/>
                  </a:lnTo>
                  <a:cubicBezTo>
                    <a:pt x="34869" y="26096"/>
                    <a:pt x="36270" y="25960"/>
                    <a:pt x="37818" y="26261"/>
                  </a:cubicBezTo>
                  <a:lnTo>
                    <a:pt x="40980" y="26877"/>
                  </a:lnTo>
                  <a:lnTo>
                    <a:pt x="40980" y="10339"/>
                  </a:lnTo>
                  <a:lnTo>
                    <a:pt x="34030" y="10339"/>
                  </a:lnTo>
                  <a:lnTo>
                    <a:pt x="34030" y="10935"/>
                  </a:lnTo>
                  <a:cubicBezTo>
                    <a:pt x="34030" y="11460"/>
                    <a:pt x="33603" y="11886"/>
                    <a:pt x="33078" y="11886"/>
                  </a:cubicBezTo>
                  <a:close/>
                  <a:moveTo>
                    <a:pt x="37480" y="29292"/>
                  </a:moveTo>
                  <a:lnTo>
                    <a:pt x="39982" y="28621"/>
                  </a:lnTo>
                  <a:lnTo>
                    <a:pt x="37454" y="28129"/>
                  </a:lnTo>
                  <a:cubicBezTo>
                    <a:pt x="36286" y="27901"/>
                    <a:pt x="35227" y="28004"/>
                    <a:pt x="34125" y="28453"/>
                  </a:cubicBezTo>
                  <a:lnTo>
                    <a:pt x="29107" y="30494"/>
                  </a:lnTo>
                  <a:cubicBezTo>
                    <a:pt x="29105" y="30495"/>
                    <a:pt x="29102" y="30496"/>
                    <a:pt x="29100" y="30497"/>
                  </a:cubicBezTo>
                  <a:lnTo>
                    <a:pt x="28400" y="30782"/>
                  </a:lnTo>
                  <a:cubicBezTo>
                    <a:pt x="28018" y="30937"/>
                    <a:pt x="27734" y="31336"/>
                    <a:pt x="27640" y="31848"/>
                  </a:cubicBezTo>
                  <a:cubicBezTo>
                    <a:pt x="27636" y="31876"/>
                    <a:pt x="27634" y="31903"/>
                    <a:pt x="27630" y="31931"/>
                  </a:cubicBezTo>
                  <a:lnTo>
                    <a:pt x="31982" y="30764"/>
                  </a:lnTo>
                  <a:cubicBezTo>
                    <a:pt x="32291" y="30053"/>
                    <a:pt x="32815" y="29462"/>
                    <a:pt x="33494" y="29070"/>
                  </a:cubicBezTo>
                  <a:cubicBezTo>
                    <a:pt x="34335" y="28584"/>
                    <a:pt x="35319" y="28456"/>
                    <a:pt x="36262" y="28709"/>
                  </a:cubicBezTo>
                  <a:cubicBezTo>
                    <a:pt x="36709" y="28829"/>
                    <a:pt x="37119" y="29027"/>
                    <a:pt x="37480" y="29292"/>
                  </a:cubicBezTo>
                  <a:close/>
                  <a:moveTo>
                    <a:pt x="58873" y="28532"/>
                  </a:moveTo>
                  <a:lnTo>
                    <a:pt x="58588" y="27469"/>
                  </a:lnTo>
                  <a:cubicBezTo>
                    <a:pt x="58332" y="26516"/>
                    <a:pt x="57720" y="25718"/>
                    <a:pt x="56863" y="25223"/>
                  </a:cubicBezTo>
                  <a:cubicBezTo>
                    <a:pt x="56005" y="24727"/>
                    <a:pt x="55007" y="24595"/>
                    <a:pt x="54054" y="24851"/>
                  </a:cubicBezTo>
                  <a:lnTo>
                    <a:pt x="46445" y="26889"/>
                  </a:lnTo>
                  <a:lnTo>
                    <a:pt x="46445" y="8387"/>
                  </a:lnTo>
                  <a:cubicBezTo>
                    <a:pt x="46445" y="6450"/>
                    <a:pt x="44870" y="4875"/>
                    <a:pt x="42933" y="4875"/>
                  </a:cubicBezTo>
                  <a:lnTo>
                    <a:pt x="34030" y="4875"/>
                  </a:lnTo>
                  <a:lnTo>
                    <a:pt x="34030" y="4279"/>
                  </a:lnTo>
                  <a:cubicBezTo>
                    <a:pt x="34030" y="3754"/>
                    <a:pt x="33602" y="3328"/>
                    <a:pt x="33078" y="3328"/>
                  </a:cubicBezTo>
                  <a:lnTo>
                    <a:pt x="28147" y="3328"/>
                  </a:lnTo>
                  <a:cubicBezTo>
                    <a:pt x="27351" y="1335"/>
                    <a:pt x="25422" y="0"/>
                    <a:pt x="23222" y="0"/>
                  </a:cubicBezTo>
                  <a:cubicBezTo>
                    <a:pt x="21021" y="0"/>
                    <a:pt x="19093" y="1335"/>
                    <a:pt x="18298" y="3328"/>
                  </a:cubicBezTo>
                  <a:lnTo>
                    <a:pt x="13367" y="3328"/>
                  </a:lnTo>
                  <a:cubicBezTo>
                    <a:pt x="12841" y="3328"/>
                    <a:pt x="12415" y="3754"/>
                    <a:pt x="12415" y="4279"/>
                  </a:cubicBezTo>
                  <a:lnTo>
                    <a:pt x="12415" y="4875"/>
                  </a:lnTo>
                  <a:lnTo>
                    <a:pt x="3511" y="4875"/>
                  </a:lnTo>
                  <a:cubicBezTo>
                    <a:pt x="1575" y="4875"/>
                    <a:pt x="0" y="6450"/>
                    <a:pt x="0" y="8387"/>
                  </a:cubicBezTo>
                  <a:lnTo>
                    <a:pt x="0" y="55488"/>
                  </a:lnTo>
                  <a:cubicBezTo>
                    <a:pt x="0" y="57425"/>
                    <a:pt x="1575" y="59000"/>
                    <a:pt x="3511" y="59000"/>
                  </a:cubicBezTo>
                  <a:lnTo>
                    <a:pt x="42933" y="59000"/>
                  </a:lnTo>
                  <a:cubicBezTo>
                    <a:pt x="43734" y="59000"/>
                    <a:pt x="44494" y="58729"/>
                    <a:pt x="45104" y="58246"/>
                  </a:cubicBezTo>
                  <a:lnTo>
                    <a:pt x="45579" y="58722"/>
                  </a:lnTo>
                  <a:cubicBezTo>
                    <a:pt x="45757" y="58900"/>
                    <a:pt x="46000" y="59000"/>
                    <a:pt x="46252" y="59000"/>
                  </a:cubicBezTo>
                  <a:cubicBezTo>
                    <a:pt x="46504" y="59000"/>
                    <a:pt x="46746" y="58900"/>
                    <a:pt x="46924" y="58722"/>
                  </a:cubicBezTo>
                  <a:lnTo>
                    <a:pt x="57455" y="48191"/>
                  </a:lnTo>
                  <a:cubicBezTo>
                    <a:pt x="57633" y="48013"/>
                    <a:pt x="57734" y="47770"/>
                    <a:pt x="57734" y="47518"/>
                  </a:cubicBezTo>
                  <a:cubicBezTo>
                    <a:pt x="57734" y="47266"/>
                    <a:pt x="57633" y="47024"/>
                    <a:pt x="57455" y="46846"/>
                  </a:cubicBezTo>
                  <a:lnTo>
                    <a:pt x="55641" y="45031"/>
                  </a:lnTo>
                  <a:cubicBezTo>
                    <a:pt x="53610" y="43001"/>
                    <a:pt x="53557" y="42635"/>
                    <a:pt x="53206" y="40257"/>
                  </a:cubicBezTo>
                  <a:cubicBezTo>
                    <a:pt x="53131" y="39752"/>
                    <a:pt x="53046" y="39181"/>
                    <a:pt x="52930" y="38498"/>
                  </a:cubicBezTo>
                  <a:cubicBezTo>
                    <a:pt x="52676" y="37018"/>
                    <a:pt x="52213" y="35621"/>
                    <a:pt x="51549" y="34329"/>
                  </a:cubicBezTo>
                  <a:lnTo>
                    <a:pt x="56255" y="33067"/>
                  </a:lnTo>
                  <a:cubicBezTo>
                    <a:pt x="57209" y="32812"/>
                    <a:pt x="58007" y="32199"/>
                    <a:pt x="58502" y="31341"/>
                  </a:cubicBezTo>
                  <a:cubicBezTo>
                    <a:pt x="58996" y="30483"/>
                    <a:pt x="59128" y="29485"/>
                    <a:pt x="58873" y="28532"/>
                  </a:cubicBezTo>
                  <a:close/>
                  <a:moveTo>
                    <a:pt x="11112" y="45529"/>
                  </a:moveTo>
                  <a:cubicBezTo>
                    <a:pt x="10740" y="45158"/>
                    <a:pt x="10740" y="44555"/>
                    <a:pt x="11112" y="44183"/>
                  </a:cubicBezTo>
                  <a:cubicBezTo>
                    <a:pt x="11483" y="43811"/>
                    <a:pt x="12087" y="43811"/>
                    <a:pt x="12458" y="44183"/>
                  </a:cubicBezTo>
                  <a:lnTo>
                    <a:pt x="13123" y="44848"/>
                  </a:lnTo>
                  <a:lnTo>
                    <a:pt x="14474" y="43178"/>
                  </a:lnTo>
                  <a:cubicBezTo>
                    <a:pt x="14805" y="42769"/>
                    <a:pt x="15404" y="42706"/>
                    <a:pt x="15813" y="43037"/>
                  </a:cubicBezTo>
                  <a:cubicBezTo>
                    <a:pt x="16221" y="43368"/>
                    <a:pt x="16284" y="43966"/>
                    <a:pt x="15954" y="44375"/>
                  </a:cubicBezTo>
                  <a:lnTo>
                    <a:pt x="13937" y="46867"/>
                  </a:lnTo>
                  <a:cubicBezTo>
                    <a:pt x="13769" y="47077"/>
                    <a:pt x="13517" y="47205"/>
                    <a:pt x="13247" y="47219"/>
                  </a:cubicBezTo>
                  <a:cubicBezTo>
                    <a:pt x="13231" y="47220"/>
                    <a:pt x="13214" y="47220"/>
                    <a:pt x="13198" y="47220"/>
                  </a:cubicBezTo>
                  <a:cubicBezTo>
                    <a:pt x="12947" y="47220"/>
                    <a:pt x="12704" y="47121"/>
                    <a:pt x="12526" y="46942"/>
                  </a:cubicBezTo>
                  <a:close/>
                  <a:moveTo>
                    <a:pt x="16613" y="48135"/>
                  </a:moveTo>
                  <a:lnTo>
                    <a:pt x="10386" y="48135"/>
                  </a:lnTo>
                  <a:lnTo>
                    <a:pt x="10386" y="41910"/>
                  </a:lnTo>
                  <a:lnTo>
                    <a:pt x="16613" y="41910"/>
                  </a:lnTo>
                  <a:close/>
                  <a:moveTo>
                    <a:pt x="16722" y="40007"/>
                  </a:moveTo>
                  <a:cubicBezTo>
                    <a:pt x="17712" y="40007"/>
                    <a:pt x="18516" y="40811"/>
                    <a:pt x="18516" y="41800"/>
                  </a:cubicBezTo>
                  <a:lnTo>
                    <a:pt x="18516" y="48246"/>
                  </a:lnTo>
                  <a:cubicBezTo>
                    <a:pt x="18516" y="49234"/>
                    <a:pt x="17712" y="50038"/>
                    <a:pt x="16722" y="50038"/>
                  </a:cubicBezTo>
                  <a:lnTo>
                    <a:pt x="10277" y="50038"/>
                  </a:lnTo>
                  <a:cubicBezTo>
                    <a:pt x="9288" y="50038"/>
                    <a:pt x="8484" y="49234"/>
                    <a:pt x="8484" y="48246"/>
                  </a:cubicBezTo>
                  <a:lnTo>
                    <a:pt x="8484" y="41800"/>
                  </a:lnTo>
                  <a:cubicBezTo>
                    <a:pt x="8484" y="40811"/>
                    <a:pt x="9288" y="40007"/>
                    <a:pt x="10277" y="40007"/>
                  </a:cubicBezTo>
                  <a:close/>
                </a:path>
              </a:pathLst>
            </a:custGeom>
            <a:solidFill>
              <a:srgbClr val="242222"/>
            </a:solidFill>
            <a:ln w="0" cap="rnd" cmpd="sng">
              <a:noFill/>
              <a:round/>
            </a:ln>
            <a:effectLst/>
          </p:spPr>
        </p:sp>
      </p:grpSp>
      <p:grpSp>
        <p:nvGrpSpPr>
          <p:cNvPr id="174" name="deterministic-check-node"/>
          <p:cNvGrpSpPr/>
          <p:nvPr/>
        </p:nvGrpSpPr>
        <p:grpSpPr>
          <a:xfrm>
            <a:off x="3939844" y="2485364"/>
            <a:ext cx="918859" cy="197494"/>
            <a:chOff x="3939844" y="2485364"/>
            <a:chExt cx="918859" cy="197494"/>
          </a:xfrm>
        </p:grpSpPr>
        <p:sp>
          <p:nvSpPr>
            <p:cNvPr id="175" name="deterministic-check-label line 1" descr="Task-specific"/>
            <p:cNvSpPr/>
            <p:nvPr/>
          </p:nvSpPr>
          <p:spPr>
            <a:xfrm>
              <a:off x="4105461" y="2485364"/>
              <a:ext cx="588987" cy="100121"/>
            </a:xfrm>
            <a:custGeom>
              <a:avLst/>
              <a:gdLst/>
              <a:ahLst/>
              <a:cxnLst/>
              <a:rect l="0" t="0" r="r" b="b"/>
              <a:pathLst>
                <a:path w="106124" h="18040">
                  <a:moveTo>
                    <a:pt x="8944" y="1313"/>
                  </a:moveTo>
                  <a:lnTo>
                    <a:pt x="8277" y="1313"/>
                  </a:lnTo>
                  <a:cubicBezTo>
                    <a:pt x="7966" y="1313"/>
                    <a:pt x="7512" y="1316"/>
                    <a:pt x="6915" y="1323"/>
                  </a:cubicBezTo>
                  <a:cubicBezTo>
                    <a:pt x="6318" y="1329"/>
                    <a:pt x="5549" y="1333"/>
                    <a:pt x="4608" y="1333"/>
                  </a:cubicBezTo>
                  <a:lnTo>
                    <a:pt x="1107" y="1333"/>
                  </a:lnTo>
                  <a:cubicBezTo>
                    <a:pt x="736" y="1333"/>
                    <a:pt x="464" y="1419"/>
                    <a:pt x="292" y="1591"/>
                  </a:cubicBezTo>
                  <a:cubicBezTo>
                    <a:pt x="119" y="1764"/>
                    <a:pt x="27" y="1956"/>
                    <a:pt x="13" y="2168"/>
                  </a:cubicBezTo>
                  <a:cubicBezTo>
                    <a:pt x="0" y="2380"/>
                    <a:pt x="70" y="2572"/>
                    <a:pt x="222" y="2745"/>
                  </a:cubicBezTo>
                  <a:cubicBezTo>
                    <a:pt x="375" y="2917"/>
                    <a:pt x="617" y="3036"/>
                    <a:pt x="948" y="3103"/>
                  </a:cubicBezTo>
                  <a:lnTo>
                    <a:pt x="3912" y="3103"/>
                  </a:lnTo>
                  <a:lnTo>
                    <a:pt x="3931" y="12670"/>
                  </a:lnTo>
                  <a:cubicBezTo>
                    <a:pt x="3971" y="12975"/>
                    <a:pt x="4087" y="13203"/>
                    <a:pt x="4280" y="13356"/>
                  </a:cubicBezTo>
                  <a:cubicBezTo>
                    <a:pt x="4472" y="13508"/>
                    <a:pt x="4681" y="13585"/>
                    <a:pt x="4906" y="13585"/>
                  </a:cubicBezTo>
                  <a:cubicBezTo>
                    <a:pt x="5145" y="13585"/>
                    <a:pt x="5367" y="13505"/>
                    <a:pt x="5572" y="13346"/>
                  </a:cubicBezTo>
                  <a:cubicBezTo>
                    <a:pt x="5778" y="13187"/>
                    <a:pt x="5887" y="12935"/>
                    <a:pt x="5901" y="12590"/>
                  </a:cubicBezTo>
                  <a:cubicBezTo>
                    <a:pt x="5901" y="11012"/>
                    <a:pt x="5897" y="9431"/>
                    <a:pt x="5891" y="7846"/>
                  </a:cubicBezTo>
                  <a:cubicBezTo>
                    <a:pt x="5884" y="6262"/>
                    <a:pt x="5881" y="4681"/>
                    <a:pt x="5881" y="3103"/>
                  </a:cubicBezTo>
                  <a:lnTo>
                    <a:pt x="8804" y="3083"/>
                  </a:lnTo>
                  <a:cubicBezTo>
                    <a:pt x="9109" y="3017"/>
                    <a:pt x="9338" y="2907"/>
                    <a:pt x="9491" y="2755"/>
                  </a:cubicBezTo>
                  <a:cubicBezTo>
                    <a:pt x="9643" y="2602"/>
                    <a:pt x="9726" y="2427"/>
                    <a:pt x="9739" y="2228"/>
                  </a:cubicBezTo>
                  <a:cubicBezTo>
                    <a:pt x="9752" y="2055"/>
                    <a:pt x="9690" y="1883"/>
                    <a:pt x="9550" y="1710"/>
                  </a:cubicBezTo>
                  <a:cubicBezTo>
                    <a:pt x="9411" y="1538"/>
                    <a:pt x="9209" y="1406"/>
                    <a:pt x="8944" y="1313"/>
                  </a:cubicBezTo>
                  <a:close/>
                  <a:moveTo>
                    <a:pt x="19028" y="12252"/>
                  </a:moveTo>
                  <a:cubicBezTo>
                    <a:pt x="19054" y="12225"/>
                    <a:pt x="19038" y="12166"/>
                    <a:pt x="18978" y="12073"/>
                  </a:cubicBezTo>
                  <a:cubicBezTo>
                    <a:pt x="18918" y="11980"/>
                    <a:pt x="18842" y="11861"/>
                    <a:pt x="18749" y="11715"/>
                  </a:cubicBezTo>
                  <a:lnTo>
                    <a:pt x="18769" y="11715"/>
                  </a:lnTo>
                  <a:cubicBezTo>
                    <a:pt x="18663" y="11556"/>
                    <a:pt x="18560" y="11377"/>
                    <a:pt x="18461" y="11178"/>
                  </a:cubicBezTo>
                  <a:cubicBezTo>
                    <a:pt x="18361" y="10979"/>
                    <a:pt x="18298" y="10807"/>
                    <a:pt x="18272" y="10661"/>
                  </a:cubicBezTo>
                  <a:cubicBezTo>
                    <a:pt x="18206" y="10183"/>
                    <a:pt x="18159" y="9696"/>
                    <a:pt x="18133" y="9199"/>
                  </a:cubicBezTo>
                  <a:cubicBezTo>
                    <a:pt x="18106" y="8702"/>
                    <a:pt x="18093" y="8221"/>
                    <a:pt x="18093" y="7757"/>
                  </a:cubicBezTo>
                  <a:lnTo>
                    <a:pt x="18093" y="7419"/>
                  </a:lnTo>
                  <a:cubicBezTo>
                    <a:pt x="18093" y="7299"/>
                    <a:pt x="18096" y="7150"/>
                    <a:pt x="18103" y="6971"/>
                  </a:cubicBezTo>
                  <a:cubicBezTo>
                    <a:pt x="18109" y="6792"/>
                    <a:pt x="18113" y="6570"/>
                    <a:pt x="18113" y="6305"/>
                  </a:cubicBezTo>
                  <a:lnTo>
                    <a:pt x="18113" y="5310"/>
                  </a:lnTo>
                  <a:cubicBezTo>
                    <a:pt x="17967" y="4926"/>
                    <a:pt x="17731" y="4684"/>
                    <a:pt x="17407" y="4585"/>
                  </a:cubicBezTo>
                  <a:cubicBezTo>
                    <a:pt x="17082" y="4485"/>
                    <a:pt x="16714" y="4435"/>
                    <a:pt x="16303" y="4435"/>
                  </a:cubicBezTo>
                  <a:cubicBezTo>
                    <a:pt x="16091" y="4435"/>
                    <a:pt x="15872" y="4452"/>
                    <a:pt x="15646" y="4485"/>
                  </a:cubicBezTo>
                  <a:cubicBezTo>
                    <a:pt x="15421" y="4518"/>
                    <a:pt x="15202" y="4565"/>
                    <a:pt x="14990" y="4624"/>
                  </a:cubicBezTo>
                  <a:cubicBezTo>
                    <a:pt x="14778" y="4684"/>
                    <a:pt x="14589" y="4747"/>
                    <a:pt x="14423" y="4813"/>
                  </a:cubicBezTo>
                  <a:cubicBezTo>
                    <a:pt x="14257" y="4880"/>
                    <a:pt x="14128" y="4939"/>
                    <a:pt x="14035" y="4992"/>
                  </a:cubicBezTo>
                  <a:cubicBezTo>
                    <a:pt x="13598" y="5271"/>
                    <a:pt x="13190" y="5589"/>
                    <a:pt x="12812" y="5947"/>
                  </a:cubicBezTo>
                  <a:cubicBezTo>
                    <a:pt x="12434" y="6305"/>
                    <a:pt x="12099" y="6699"/>
                    <a:pt x="11808" y="7130"/>
                  </a:cubicBezTo>
                  <a:cubicBezTo>
                    <a:pt x="11516" y="7561"/>
                    <a:pt x="11287" y="8025"/>
                    <a:pt x="11122" y="8523"/>
                  </a:cubicBezTo>
                  <a:cubicBezTo>
                    <a:pt x="10956" y="9020"/>
                    <a:pt x="10873" y="9547"/>
                    <a:pt x="10873" y="10104"/>
                  </a:cubicBezTo>
                  <a:cubicBezTo>
                    <a:pt x="10873" y="10648"/>
                    <a:pt x="10979" y="11165"/>
                    <a:pt x="11191" y="11655"/>
                  </a:cubicBezTo>
                  <a:cubicBezTo>
                    <a:pt x="11403" y="12146"/>
                    <a:pt x="11761" y="12570"/>
                    <a:pt x="12265" y="12928"/>
                  </a:cubicBezTo>
                  <a:cubicBezTo>
                    <a:pt x="12610" y="13154"/>
                    <a:pt x="12951" y="13303"/>
                    <a:pt x="13290" y="13376"/>
                  </a:cubicBezTo>
                  <a:cubicBezTo>
                    <a:pt x="13628" y="13449"/>
                    <a:pt x="13976" y="13485"/>
                    <a:pt x="14334" y="13485"/>
                  </a:cubicBezTo>
                  <a:cubicBezTo>
                    <a:pt x="14824" y="13485"/>
                    <a:pt x="15278" y="13435"/>
                    <a:pt x="15696" y="13336"/>
                  </a:cubicBezTo>
                  <a:cubicBezTo>
                    <a:pt x="16114" y="13236"/>
                    <a:pt x="16561" y="13008"/>
                    <a:pt x="17039" y="12650"/>
                  </a:cubicBezTo>
                  <a:cubicBezTo>
                    <a:pt x="17105" y="12756"/>
                    <a:pt x="17188" y="12865"/>
                    <a:pt x="17287" y="12978"/>
                  </a:cubicBezTo>
                  <a:cubicBezTo>
                    <a:pt x="17387" y="13091"/>
                    <a:pt x="17490" y="13200"/>
                    <a:pt x="17596" y="13306"/>
                  </a:cubicBezTo>
                  <a:cubicBezTo>
                    <a:pt x="17834" y="13425"/>
                    <a:pt x="18060" y="13475"/>
                    <a:pt x="18272" y="13455"/>
                  </a:cubicBezTo>
                  <a:cubicBezTo>
                    <a:pt x="18484" y="13435"/>
                    <a:pt x="18660" y="13369"/>
                    <a:pt x="18799" y="13256"/>
                  </a:cubicBezTo>
                  <a:cubicBezTo>
                    <a:pt x="18938" y="13144"/>
                    <a:pt x="19031" y="12998"/>
                    <a:pt x="19077" y="12819"/>
                  </a:cubicBezTo>
                  <a:cubicBezTo>
                    <a:pt x="19124" y="12640"/>
                    <a:pt x="19107" y="12451"/>
                    <a:pt x="19028" y="12252"/>
                  </a:cubicBezTo>
                  <a:close/>
                  <a:moveTo>
                    <a:pt x="16343" y="10840"/>
                  </a:moveTo>
                  <a:cubicBezTo>
                    <a:pt x="15892" y="11211"/>
                    <a:pt x="15520" y="11483"/>
                    <a:pt x="15229" y="11655"/>
                  </a:cubicBezTo>
                  <a:cubicBezTo>
                    <a:pt x="14990" y="11735"/>
                    <a:pt x="14741" y="11775"/>
                    <a:pt x="14483" y="11775"/>
                  </a:cubicBezTo>
                  <a:cubicBezTo>
                    <a:pt x="14224" y="11775"/>
                    <a:pt x="13982" y="11725"/>
                    <a:pt x="13757" y="11625"/>
                  </a:cubicBezTo>
                  <a:cubicBezTo>
                    <a:pt x="13531" y="11526"/>
                    <a:pt x="13336" y="11380"/>
                    <a:pt x="13170" y="11188"/>
                  </a:cubicBezTo>
                  <a:cubicBezTo>
                    <a:pt x="13004" y="10996"/>
                    <a:pt x="12902" y="10754"/>
                    <a:pt x="12862" y="10462"/>
                  </a:cubicBezTo>
                  <a:cubicBezTo>
                    <a:pt x="12796" y="10091"/>
                    <a:pt x="12806" y="9709"/>
                    <a:pt x="12892" y="9318"/>
                  </a:cubicBezTo>
                  <a:cubicBezTo>
                    <a:pt x="12978" y="8927"/>
                    <a:pt x="13114" y="8552"/>
                    <a:pt x="13299" y="8194"/>
                  </a:cubicBezTo>
                  <a:cubicBezTo>
                    <a:pt x="13485" y="7836"/>
                    <a:pt x="13720" y="7512"/>
                    <a:pt x="14006" y="7220"/>
                  </a:cubicBezTo>
                  <a:cubicBezTo>
                    <a:pt x="14291" y="6928"/>
                    <a:pt x="14612" y="6703"/>
                    <a:pt x="14970" y="6544"/>
                  </a:cubicBezTo>
                  <a:cubicBezTo>
                    <a:pt x="15063" y="6504"/>
                    <a:pt x="15225" y="6438"/>
                    <a:pt x="15457" y="6345"/>
                  </a:cubicBezTo>
                  <a:cubicBezTo>
                    <a:pt x="15690" y="6252"/>
                    <a:pt x="15918" y="6192"/>
                    <a:pt x="16144" y="6166"/>
                  </a:cubicBezTo>
                  <a:cubicBezTo>
                    <a:pt x="16144" y="6431"/>
                    <a:pt x="16137" y="6703"/>
                    <a:pt x="16124" y="6981"/>
                  </a:cubicBezTo>
                  <a:cubicBezTo>
                    <a:pt x="16110" y="7260"/>
                    <a:pt x="16104" y="7571"/>
                    <a:pt x="16104" y="7916"/>
                  </a:cubicBezTo>
                  <a:cubicBezTo>
                    <a:pt x="16104" y="8407"/>
                    <a:pt x="16117" y="8901"/>
                    <a:pt x="16144" y="9398"/>
                  </a:cubicBezTo>
                  <a:cubicBezTo>
                    <a:pt x="16170" y="9895"/>
                    <a:pt x="16236" y="10376"/>
                    <a:pt x="16343" y="10840"/>
                  </a:cubicBezTo>
                  <a:close/>
                  <a:moveTo>
                    <a:pt x="20141" y="11715"/>
                  </a:moveTo>
                  <a:lnTo>
                    <a:pt x="20161" y="11715"/>
                  </a:lnTo>
                  <a:cubicBezTo>
                    <a:pt x="20586" y="12298"/>
                    <a:pt x="21149" y="12756"/>
                    <a:pt x="21852" y="13087"/>
                  </a:cubicBezTo>
                  <a:cubicBezTo>
                    <a:pt x="22555" y="13419"/>
                    <a:pt x="23277" y="13585"/>
                    <a:pt x="24020" y="13585"/>
                  </a:cubicBezTo>
                  <a:cubicBezTo>
                    <a:pt x="24351" y="13585"/>
                    <a:pt x="24683" y="13505"/>
                    <a:pt x="25014" y="13346"/>
                  </a:cubicBezTo>
                  <a:cubicBezTo>
                    <a:pt x="25346" y="13187"/>
                    <a:pt x="25641" y="12975"/>
                    <a:pt x="25899" y="12709"/>
                  </a:cubicBezTo>
                  <a:cubicBezTo>
                    <a:pt x="26158" y="12444"/>
                    <a:pt x="26367" y="12143"/>
                    <a:pt x="26526" y="11804"/>
                  </a:cubicBezTo>
                  <a:cubicBezTo>
                    <a:pt x="26685" y="11466"/>
                    <a:pt x="26765" y="11118"/>
                    <a:pt x="26765" y="10760"/>
                  </a:cubicBezTo>
                  <a:cubicBezTo>
                    <a:pt x="26765" y="10309"/>
                    <a:pt x="26695" y="9925"/>
                    <a:pt x="26556" y="9607"/>
                  </a:cubicBezTo>
                  <a:cubicBezTo>
                    <a:pt x="26417" y="9288"/>
                    <a:pt x="26221" y="9017"/>
                    <a:pt x="25969" y="8791"/>
                  </a:cubicBezTo>
                  <a:cubicBezTo>
                    <a:pt x="25717" y="8566"/>
                    <a:pt x="25419" y="8377"/>
                    <a:pt x="25074" y="8224"/>
                  </a:cubicBezTo>
                  <a:cubicBezTo>
                    <a:pt x="24729" y="8072"/>
                    <a:pt x="24351" y="7936"/>
                    <a:pt x="23940" y="7817"/>
                  </a:cubicBezTo>
                  <a:cubicBezTo>
                    <a:pt x="23794" y="7777"/>
                    <a:pt x="23642" y="7734"/>
                    <a:pt x="23483" y="7687"/>
                  </a:cubicBezTo>
                  <a:cubicBezTo>
                    <a:pt x="23324" y="7641"/>
                    <a:pt x="23175" y="7585"/>
                    <a:pt x="23035" y="7518"/>
                  </a:cubicBezTo>
                  <a:cubicBezTo>
                    <a:pt x="22896" y="7452"/>
                    <a:pt x="22770" y="7369"/>
                    <a:pt x="22657" y="7270"/>
                  </a:cubicBezTo>
                  <a:cubicBezTo>
                    <a:pt x="22545" y="7170"/>
                    <a:pt x="22449" y="7048"/>
                    <a:pt x="22369" y="6902"/>
                  </a:cubicBezTo>
                  <a:cubicBezTo>
                    <a:pt x="22329" y="6530"/>
                    <a:pt x="22402" y="6265"/>
                    <a:pt x="22588" y="6106"/>
                  </a:cubicBezTo>
                  <a:cubicBezTo>
                    <a:pt x="22773" y="5947"/>
                    <a:pt x="23006" y="5857"/>
                    <a:pt x="23284" y="5838"/>
                  </a:cubicBezTo>
                  <a:cubicBezTo>
                    <a:pt x="23562" y="5818"/>
                    <a:pt x="23844" y="5844"/>
                    <a:pt x="24129" y="5917"/>
                  </a:cubicBezTo>
                  <a:cubicBezTo>
                    <a:pt x="24414" y="5990"/>
                    <a:pt x="24636" y="6066"/>
                    <a:pt x="24796" y="6146"/>
                  </a:cubicBezTo>
                  <a:cubicBezTo>
                    <a:pt x="24994" y="6252"/>
                    <a:pt x="25183" y="6305"/>
                    <a:pt x="25362" y="6305"/>
                  </a:cubicBezTo>
                  <a:cubicBezTo>
                    <a:pt x="25541" y="6305"/>
                    <a:pt x="25701" y="6265"/>
                    <a:pt x="25840" y="6186"/>
                  </a:cubicBezTo>
                  <a:cubicBezTo>
                    <a:pt x="25979" y="6106"/>
                    <a:pt x="26092" y="6003"/>
                    <a:pt x="26178" y="5877"/>
                  </a:cubicBezTo>
                  <a:cubicBezTo>
                    <a:pt x="26264" y="5751"/>
                    <a:pt x="26307" y="5609"/>
                    <a:pt x="26307" y="5450"/>
                  </a:cubicBezTo>
                  <a:cubicBezTo>
                    <a:pt x="26307" y="5317"/>
                    <a:pt x="26261" y="5178"/>
                    <a:pt x="26168" y="5032"/>
                  </a:cubicBezTo>
                  <a:cubicBezTo>
                    <a:pt x="26075" y="4886"/>
                    <a:pt x="25936" y="4747"/>
                    <a:pt x="25750" y="4614"/>
                  </a:cubicBezTo>
                  <a:cubicBezTo>
                    <a:pt x="25273" y="4349"/>
                    <a:pt x="24733" y="4164"/>
                    <a:pt x="24129" y="4057"/>
                  </a:cubicBezTo>
                  <a:cubicBezTo>
                    <a:pt x="23526" y="3951"/>
                    <a:pt x="22946" y="3971"/>
                    <a:pt x="22389" y="4117"/>
                  </a:cubicBezTo>
                  <a:cubicBezTo>
                    <a:pt x="22110" y="4183"/>
                    <a:pt x="21849" y="4306"/>
                    <a:pt x="21603" y="4485"/>
                  </a:cubicBezTo>
                  <a:cubicBezTo>
                    <a:pt x="21358" y="4664"/>
                    <a:pt x="21146" y="4876"/>
                    <a:pt x="20967" y="5122"/>
                  </a:cubicBezTo>
                  <a:cubicBezTo>
                    <a:pt x="20788" y="5367"/>
                    <a:pt x="20645" y="5635"/>
                    <a:pt x="20539" y="5927"/>
                  </a:cubicBezTo>
                  <a:cubicBezTo>
                    <a:pt x="20433" y="6219"/>
                    <a:pt x="20380" y="6504"/>
                    <a:pt x="20380" y="6782"/>
                  </a:cubicBezTo>
                  <a:cubicBezTo>
                    <a:pt x="20380" y="6981"/>
                    <a:pt x="20420" y="7197"/>
                    <a:pt x="20499" y="7429"/>
                  </a:cubicBezTo>
                  <a:cubicBezTo>
                    <a:pt x="20579" y="7661"/>
                    <a:pt x="20692" y="7876"/>
                    <a:pt x="20838" y="8075"/>
                  </a:cubicBezTo>
                  <a:cubicBezTo>
                    <a:pt x="20997" y="8287"/>
                    <a:pt x="21162" y="8463"/>
                    <a:pt x="21335" y="8602"/>
                  </a:cubicBezTo>
                  <a:cubicBezTo>
                    <a:pt x="21507" y="8741"/>
                    <a:pt x="21686" y="8857"/>
                    <a:pt x="21872" y="8950"/>
                  </a:cubicBezTo>
                  <a:cubicBezTo>
                    <a:pt x="22057" y="9043"/>
                    <a:pt x="22250" y="9119"/>
                    <a:pt x="22449" y="9179"/>
                  </a:cubicBezTo>
                  <a:cubicBezTo>
                    <a:pt x="22648" y="9239"/>
                    <a:pt x="22846" y="9295"/>
                    <a:pt x="23045" y="9348"/>
                  </a:cubicBezTo>
                  <a:cubicBezTo>
                    <a:pt x="23165" y="9388"/>
                    <a:pt x="23294" y="9421"/>
                    <a:pt x="23433" y="9448"/>
                  </a:cubicBezTo>
                  <a:cubicBezTo>
                    <a:pt x="23572" y="9474"/>
                    <a:pt x="23718" y="9514"/>
                    <a:pt x="23871" y="9567"/>
                  </a:cubicBezTo>
                  <a:cubicBezTo>
                    <a:pt x="24023" y="9620"/>
                    <a:pt x="24169" y="9699"/>
                    <a:pt x="24308" y="9806"/>
                  </a:cubicBezTo>
                  <a:cubicBezTo>
                    <a:pt x="24448" y="9912"/>
                    <a:pt x="24577" y="10057"/>
                    <a:pt x="24696" y="10243"/>
                  </a:cubicBezTo>
                  <a:cubicBezTo>
                    <a:pt x="24789" y="10389"/>
                    <a:pt x="24835" y="10548"/>
                    <a:pt x="24835" y="10720"/>
                  </a:cubicBezTo>
                  <a:cubicBezTo>
                    <a:pt x="24835" y="10893"/>
                    <a:pt x="24799" y="11052"/>
                    <a:pt x="24726" y="11198"/>
                  </a:cubicBezTo>
                  <a:cubicBezTo>
                    <a:pt x="24653" y="11344"/>
                    <a:pt x="24540" y="11473"/>
                    <a:pt x="24388" y="11586"/>
                  </a:cubicBezTo>
                  <a:cubicBezTo>
                    <a:pt x="24235" y="11698"/>
                    <a:pt x="24060" y="11775"/>
                    <a:pt x="23861" y="11814"/>
                  </a:cubicBezTo>
                  <a:cubicBezTo>
                    <a:pt x="23436" y="11894"/>
                    <a:pt x="23032" y="11808"/>
                    <a:pt x="22648" y="11556"/>
                  </a:cubicBezTo>
                  <a:cubicBezTo>
                    <a:pt x="22263" y="11304"/>
                    <a:pt x="21931" y="10992"/>
                    <a:pt x="21653" y="10621"/>
                  </a:cubicBezTo>
                  <a:cubicBezTo>
                    <a:pt x="21388" y="10449"/>
                    <a:pt x="21143" y="10362"/>
                    <a:pt x="20917" y="10362"/>
                  </a:cubicBezTo>
                  <a:cubicBezTo>
                    <a:pt x="20572" y="10362"/>
                    <a:pt x="20310" y="10492"/>
                    <a:pt x="20131" y="10750"/>
                  </a:cubicBezTo>
                  <a:cubicBezTo>
                    <a:pt x="19952" y="11009"/>
                    <a:pt x="19956" y="11330"/>
                    <a:pt x="20141" y="11715"/>
                  </a:cubicBezTo>
                  <a:close/>
                  <a:moveTo>
                    <a:pt x="30544" y="12411"/>
                  </a:moveTo>
                  <a:lnTo>
                    <a:pt x="30544" y="8811"/>
                  </a:lnTo>
                  <a:cubicBezTo>
                    <a:pt x="30597" y="8785"/>
                    <a:pt x="30636" y="8768"/>
                    <a:pt x="30663" y="8761"/>
                  </a:cubicBezTo>
                  <a:cubicBezTo>
                    <a:pt x="30690" y="8755"/>
                    <a:pt x="30723" y="8738"/>
                    <a:pt x="30762" y="8712"/>
                  </a:cubicBezTo>
                  <a:cubicBezTo>
                    <a:pt x="31213" y="9189"/>
                    <a:pt x="31628" y="9640"/>
                    <a:pt x="32006" y="10064"/>
                  </a:cubicBezTo>
                  <a:cubicBezTo>
                    <a:pt x="32383" y="10488"/>
                    <a:pt x="32771" y="10933"/>
                    <a:pt x="33169" y="11397"/>
                  </a:cubicBezTo>
                  <a:lnTo>
                    <a:pt x="34601" y="12988"/>
                  </a:lnTo>
                  <a:cubicBezTo>
                    <a:pt x="34734" y="13120"/>
                    <a:pt x="34870" y="13213"/>
                    <a:pt x="35009" y="13266"/>
                  </a:cubicBezTo>
                  <a:cubicBezTo>
                    <a:pt x="35148" y="13319"/>
                    <a:pt x="35291" y="13346"/>
                    <a:pt x="35436" y="13346"/>
                  </a:cubicBezTo>
                  <a:cubicBezTo>
                    <a:pt x="35702" y="13346"/>
                    <a:pt x="35917" y="13263"/>
                    <a:pt x="36083" y="13097"/>
                  </a:cubicBezTo>
                  <a:cubicBezTo>
                    <a:pt x="36249" y="12931"/>
                    <a:pt x="36331" y="12736"/>
                    <a:pt x="36331" y="12510"/>
                  </a:cubicBezTo>
                  <a:cubicBezTo>
                    <a:pt x="36331" y="12338"/>
                    <a:pt x="36225" y="12086"/>
                    <a:pt x="36013" y="11755"/>
                  </a:cubicBezTo>
                  <a:lnTo>
                    <a:pt x="32373" y="7697"/>
                  </a:lnTo>
                  <a:cubicBezTo>
                    <a:pt x="32851" y="7339"/>
                    <a:pt x="33295" y="6955"/>
                    <a:pt x="33706" y="6544"/>
                  </a:cubicBezTo>
                  <a:cubicBezTo>
                    <a:pt x="34117" y="6133"/>
                    <a:pt x="34555" y="5655"/>
                    <a:pt x="35019" y="5112"/>
                  </a:cubicBezTo>
                  <a:cubicBezTo>
                    <a:pt x="35204" y="4860"/>
                    <a:pt x="35297" y="4628"/>
                    <a:pt x="35297" y="4415"/>
                  </a:cubicBezTo>
                  <a:cubicBezTo>
                    <a:pt x="35297" y="4190"/>
                    <a:pt x="35211" y="3998"/>
                    <a:pt x="35039" y="3839"/>
                  </a:cubicBezTo>
                  <a:cubicBezTo>
                    <a:pt x="34866" y="3680"/>
                    <a:pt x="34648" y="3600"/>
                    <a:pt x="34382" y="3600"/>
                  </a:cubicBezTo>
                  <a:cubicBezTo>
                    <a:pt x="34250" y="3600"/>
                    <a:pt x="34114" y="3623"/>
                    <a:pt x="33975" y="3670"/>
                  </a:cubicBezTo>
                  <a:cubicBezTo>
                    <a:pt x="33835" y="3716"/>
                    <a:pt x="33693" y="3799"/>
                    <a:pt x="33547" y="3918"/>
                  </a:cubicBezTo>
                  <a:cubicBezTo>
                    <a:pt x="33242" y="4250"/>
                    <a:pt x="32967" y="4555"/>
                    <a:pt x="32722" y="4833"/>
                  </a:cubicBezTo>
                  <a:cubicBezTo>
                    <a:pt x="32476" y="5112"/>
                    <a:pt x="32238" y="5367"/>
                    <a:pt x="32006" y="5599"/>
                  </a:cubicBezTo>
                  <a:cubicBezTo>
                    <a:pt x="31773" y="5831"/>
                    <a:pt x="31541" y="6043"/>
                    <a:pt x="31309" y="6235"/>
                  </a:cubicBezTo>
                  <a:cubicBezTo>
                    <a:pt x="31077" y="6428"/>
                    <a:pt x="30822" y="6610"/>
                    <a:pt x="30544" y="6782"/>
                  </a:cubicBezTo>
                  <a:lnTo>
                    <a:pt x="30544" y="1253"/>
                  </a:lnTo>
                  <a:cubicBezTo>
                    <a:pt x="30464" y="988"/>
                    <a:pt x="30335" y="792"/>
                    <a:pt x="30156" y="666"/>
                  </a:cubicBezTo>
                  <a:cubicBezTo>
                    <a:pt x="29977" y="540"/>
                    <a:pt x="29775" y="477"/>
                    <a:pt x="29549" y="477"/>
                  </a:cubicBezTo>
                  <a:cubicBezTo>
                    <a:pt x="29324" y="477"/>
                    <a:pt x="29125" y="547"/>
                    <a:pt x="28952" y="686"/>
                  </a:cubicBezTo>
                  <a:cubicBezTo>
                    <a:pt x="28780" y="825"/>
                    <a:pt x="28661" y="1034"/>
                    <a:pt x="28594" y="1313"/>
                  </a:cubicBezTo>
                  <a:lnTo>
                    <a:pt x="28594" y="12491"/>
                  </a:lnTo>
                  <a:cubicBezTo>
                    <a:pt x="28634" y="12782"/>
                    <a:pt x="28754" y="13001"/>
                    <a:pt x="28952" y="13147"/>
                  </a:cubicBezTo>
                  <a:cubicBezTo>
                    <a:pt x="29151" y="13293"/>
                    <a:pt x="29364" y="13366"/>
                    <a:pt x="29589" y="13366"/>
                  </a:cubicBezTo>
                  <a:cubicBezTo>
                    <a:pt x="29841" y="13366"/>
                    <a:pt x="30060" y="13286"/>
                    <a:pt x="30245" y="13127"/>
                  </a:cubicBezTo>
                  <a:cubicBezTo>
                    <a:pt x="30431" y="12968"/>
                    <a:pt x="30530" y="12729"/>
                    <a:pt x="30544" y="12411"/>
                  </a:cubicBezTo>
                  <a:close/>
                  <a:moveTo>
                    <a:pt x="38639" y="10044"/>
                  </a:moveTo>
                  <a:lnTo>
                    <a:pt x="41264" y="10044"/>
                  </a:lnTo>
                  <a:cubicBezTo>
                    <a:pt x="41688" y="10044"/>
                    <a:pt x="42129" y="10041"/>
                    <a:pt x="42587" y="10034"/>
                  </a:cubicBezTo>
                  <a:cubicBezTo>
                    <a:pt x="43044" y="10028"/>
                    <a:pt x="43492" y="10024"/>
                    <a:pt x="43929" y="10024"/>
                  </a:cubicBezTo>
                  <a:cubicBezTo>
                    <a:pt x="44234" y="9945"/>
                    <a:pt x="44463" y="9825"/>
                    <a:pt x="44615" y="9666"/>
                  </a:cubicBezTo>
                  <a:cubicBezTo>
                    <a:pt x="44768" y="9507"/>
                    <a:pt x="44844" y="9335"/>
                    <a:pt x="44844" y="9149"/>
                  </a:cubicBezTo>
                  <a:cubicBezTo>
                    <a:pt x="44844" y="8964"/>
                    <a:pt x="44775" y="8788"/>
                    <a:pt x="44635" y="8622"/>
                  </a:cubicBezTo>
                  <a:cubicBezTo>
                    <a:pt x="44496" y="8456"/>
                    <a:pt x="44281" y="8334"/>
                    <a:pt x="43989" y="8254"/>
                  </a:cubicBezTo>
                  <a:lnTo>
                    <a:pt x="43601" y="8254"/>
                  </a:lnTo>
                  <a:cubicBezTo>
                    <a:pt x="43422" y="8254"/>
                    <a:pt x="43213" y="8257"/>
                    <a:pt x="42975" y="8264"/>
                  </a:cubicBezTo>
                  <a:cubicBezTo>
                    <a:pt x="42736" y="8271"/>
                    <a:pt x="42474" y="8274"/>
                    <a:pt x="42189" y="8274"/>
                  </a:cubicBezTo>
                  <a:lnTo>
                    <a:pt x="38718" y="8274"/>
                  </a:lnTo>
                  <a:cubicBezTo>
                    <a:pt x="38360" y="8274"/>
                    <a:pt x="38092" y="8370"/>
                    <a:pt x="37913" y="8562"/>
                  </a:cubicBezTo>
                  <a:cubicBezTo>
                    <a:pt x="37734" y="8755"/>
                    <a:pt x="37644" y="8957"/>
                    <a:pt x="37644" y="9169"/>
                  </a:cubicBezTo>
                  <a:cubicBezTo>
                    <a:pt x="37644" y="9368"/>
                    <a:pt x="37727" y="9550"/>
                    <a:pt x="37893" y="9716"/>
                  </a:cubicBezTo>
                  <a:cubicBezTo>
                    <a:pt x="38059" y="9882"/>
                    <a:pt x="38307" y="9991"/>
                    <a:pt x="38639" y="10044"/>
                  </a:cubicBezTo>
                  <a:close/>
                  <a:moveTo>
                    <a:pt x="45978" y="11715"/>
                  </a:moveTo>
                  <a:lnTo>
                    <a:pt x="45998" y="11715"/>
                  </a:lnTo>
                  <a:cubicBezTo>
                    <a:pt x="46422" y="12298"/>
                    <a:pt x="46986" y="12756"/>
                    <a:pt x="47688" y="13087"/>
                  </a:cubicBezTo>
                  <a:cubicBezTo>
                    <a:pt x="48391" y="13419"/>
                    <a:pt x="49114" y="13585"/>
                    <a:pt x="49856" y="13585"/>
                  </a:cubicBezTo>
                  <a:cubicBezTo>
                    <a:pt x="50188" y="13585"/>
                    <a:pt x="50519" y="13505"/>
                    <a:pt x="50851" y="13346"/>
                  </a:cubicBezTo>
                  <a:cubicBezTo>
                    <a:pt x="51182" y="13187"/>
                    <a:pt x="51477" y="12975"/>
                    <a:pt x="51736" y="12709"/>
                  </a:cubicBezTo>
                  <a:cubicBezTo>
                    <a:pt x="51994" y="12444"/>
                    <a:pt x="52203" y="12143"/>
                    <a:pt x="52362" y="11804"/>
                  </a:cubicBezTo>
                  <a:cubicBezTo>
                    <a:pt x="52522" y="11466"/>
                    <a:pt x="52601" y="11118"/>
                    <a:pt x="52601" y="10760"/>
                  </a:cubicBezTo>
                  <a:cubicBezTo>
                    <a:pt x="52601" y="10309"/>
                    <a:pt x="52531" y="9925"/>
                    <a:pt x="52392" y="9607"/>
                  </a:cubicBezTo>
                  <a:cubicBezTo>
                    <a:pt x="52253" y="9288"/>
                    <a:pt x="52057" y="9017"/>
                    <a:pt x="51806" y="8791"/>
                  </a:cubicBezTo>
                  <a:cubicBezTo>
                    <a:pt x="51554" y="8566"/>
                    <a:pt x="51255" y="8377"/>
                    <a:pt x="50910" y="8224"/>
                  </a:cubicBezTo>
                  <a:cubicBezTo>
                    <a:pt x="50566" y="8072"/>
                    <a:pt x="50188" y="7936"/>
                    <a:pt x="49777" y="7817"/>
                  </a:cubicBezTo>
                  <a:cubicBezTo>
                    <a:pt x="49631" y="7777"/>
                    <a:pt x="49478" y="7734"/>
                    <a:pt x="49319" y="7687"/>
                  </a:cubicBezTo>
                  <a:cubicBezTo>
                    <a:pt x="49160" y="7641"/>
                    <a:pt x="49011" y="7585"/>
                    <a:pt x="48872" y="7518"/>
                  </a:cubicBezTo>
                  <a:cubicBezTo>
                    <a:pt x="48733" y="7452"/>
                    <a:pt x="48607" y="7369"/>
                    <a:pt x="48494" y="7270"/>
                  </a:cubicBezTo>
                  <a:cubicBezTo>
                    <a:pt x="48381" y="7170"/>
                    <a:pt x="48285" y="7048"/>
                    <a:pt x="48206" y="6902"/>
                  </a:cubicBezTo>
                  <a:cubicBezTo>
                    <a:pt x="48166" y="6530"/>
                    <a:pt x="48239" y="6265"/>
                    <a:pt x="48424" y="6106"/>
                  </a:cubicBezTo>
                  <a:cubicBezTo>
                    <a:pt x="48610" y="5947"/>
                    <a:pt x="48842" y="5857"/>
                    <a:pt x="49120" y="5838"/>
                  </a:cubicBezTo>
                  <a:cubicBezTo>
                    <a:pt x="49399" y="5818"/>
                    <a:pt x="49681" y="5844"/>
                    <a:pt x="49966" y="5917"/>
                  </a:cubicBezTo>
                  <a:cubicBezTo>
                    <a:pt x="50251" y="5990"/>
                    <a:pt x="50473" y="6066"/>
                    <a:pt x="50632" y="6146"/>
                  </a:cubicBezTo>
                  <a:cubicBezTo>
                    <a:pt x="50831" y="6252"/>
                    <a:pt x="51020" y="6305"/>
                    <a:pt x="51199" y="6305"/>
                  </a:cubicBezTo>
                  <a:cubicBezTo>
                    <a:pt x="51378" y="6305"/>
                    <a:pt x="51537" y="6265"/>
                    <a:pt x="51676" y="6186"/>
                  </a:cubicBezTo>
                  <a:cubicBezTo>
                    <a:pt x="51815" y="6106"/>
                    <a:pt x="51928" y="6003"/>
                    <a:pt x="52014" y="5877"/>
                  </a:cubicBezTo>
                  <a:cubicBezTo>
                    <a:pt x="52101" y="5751"/>
                    <a:pt x="52144" y="5609"/>
                    <a:pt x="52144" y="5450"/>
                  </a:cubicBezTo>
                  <a:cubicBezTo>
                    <a:pt x="52144" y="5317"/>
                    <a:pt x="52097" y="5178"/>
                    <a:pt x="52004" y="5032"/>
                  </a:cubicBezTo>
                  <a:cubicBezTo>
                    <a:pt x="51912" y="4886"/>
                    <a:pt x="51772" y="4747"/>
                    <a:pt x="51587" y="4614"/>
                  </a:cubicBezTo>
                  <a:cubicBezTo>
                    <a:pt x="51109" y="4349"/>
                    <a:pt x="50569" y="4164"/>
                    <a:pt x="49966" y="4057"/>
                  </a:cubicBezTo>
                  <a:cubicBezTo>
                    <a:pt x="49362" y="3951"/>
                    <a:pt x="48782" y="3971"/>
                    <a:pt x="48225" y="4117"/>
                  </a:cubicBezTo>
                  <a:cubicBezTo>
                    <a:pt x="47947" y="4183"/>
                    <a:pt x="47685" y="4306"/>
                    <a:pt x="47440" y="4485"/>
                  </a:cubicBezTo>
                  <a:cubicBezTo>
                    <a:pt x="47194" y="4664"/>
                    <a:pt x="46982" y="4876"/>
                    <a:pt x="46803" y="5122"/>
                  </a:cubicBezTo>
                  <a:cubicBezTo>
                    <a:pt x="46624" y="5367"/>
                    <a:pt x="46482" y="5635"/>
                    <a:pt x="46376" y="5927"/>
                  </a:cubicBezTo>
                  <a:cubicBezTo>
                    <a:pt x="46270" y="6219"/>
                    <a:pt x="46217" y="6504"/>
                    <a:pt x="46217" y="6782"/>
                  </a:cubicBezTo>
                  <a:cubicBezTo>
                    <a:pt x="46217" y="6981"/>
                    <a:pt x="46256" y="7197"/>
                    <a:pt x="46336" y="7429"/>
                  </a:cubicBezTo>
                  <a:cubicBezTo>
                    <a:pt x="46415" y="7661"/>
                    <a:pt x="46528" y="7876"/>
                    <a:pt x="46674" y="8075"/>
                  </a:cubicBezTo>
                  <a:cubicBezTo>
                    <a:pt x="46833" y="8287"/>
                    <a:pt x="46999" y="8463"/>
                    <a:pt x="47171" y="8602"/>
                  </a:cubicBezTo>
                  <a:cubicBezTo>
                    <a:pt x="47344" y="8741"/>
                    <a:pt x="47523" y="8857"/>
                    <a:pt x="47708" y="8950"/>
                  </a:cubicBezTo>
                  <a:cubicBezTo>
                    <a:pt x="47894" y="9043"/>
                    <a:pt x="48086" y="9119"/>
                    <a:pt x="48285" y="9179"/>
                  </a:cubicBezTo>
                  <a:cubicBezTo>
                    <a:pt x="48484" y="9239"/>
                    <a:pt x="48683" y="9295"/>
                    <a:pt x="48882" y="9348"/>
                  </a:cubicBezTo>
                  <a:cubicBezTo>
                    <a:pt x="49001" y="9388"/>
                    <a:pt x="49130" y="9421"/>
                    <a:pt x="49270" y="9448"/>
                  </a:cubicBezTo>
                  <a:cubicBezTo>
                    <a:pt x="49409" y="9474"/>
                    <a:pt x="49555" y="9514"/>
                    <a:pt x="49707" y="9567"/>
                  </a:cubicBezTo>
                  <a:cubicBezTo>
                    <a:pt x="49860" y="9620"/>
                    <a:pt x="50006" y="9699"/>
                    <a:pt x="50145" y="9806"/>
                  </a:cubicBezTo>
                  <a:cubicBezTo>
                    <a:pt x="50284" y="9912"/>
                    <a:pt x="50413" y="10057"/>
                    <a:pt x="50533" y="10243"/>
                  </a:cubicBezTo>
                  <a:cubicBezTo>
                    <a:pt x="50625" y="10389"/>
                    <a:pt x="50672" y="10548"/>
                    <a:pt x="50672" y="10720"/>
                  </a:cubicBezTo>
                  <a:cubicBezTo>
                    <a:pt x="50672" y="10893"/>
                    <a:pt x="50635" y="11052"/>
                    <a:pt x="50562" y="11198"/>
                  </a:cubicBezTo>
                  <a:cubicBezTo>
                    <a:pt x="50490" y="11344"/>
                    <a:pt x="50377" y="11473"/>
                    <a:pt x="50224" y="11586"/>
                  </a:cubicBezTo>
                  <a:cubicBezTo>
                    <a:pt x="50072" y="11698"/>
                    <a:pt x="49896" y="11775"/>
                    <a:pt x="49697" y="11814"/>
                  </a:cubicBezTo>
                  <a:cubicBezTo>
                    <a:pt x="49273" y="11894"/>
                    <a:pt x="48869" y="11808"/>
                    <a:pt x="48484" y="11556"/>
                  </a:cubicBezTo>
                  <a:cubicBezTo>
                    <a:pt x="48099" y="11304"/>
                    <a:pt x="47768" y="10992"/>
                    <a:pt x="47490" y="10621"/>
                  </a:cubicBezTo>
                  <a:cubicBezTo>
                    <a:pt x="47224" y="10449"/>
                    <a:pt x="46979" y="10362"/>
                    <a:pt x="46754" y="10362"/>
                  </a:cubicBezTo>
                  <a:cubicBezTo>
                    <a:pt x="46409" y="10362"/>
                    <a:pt x="46147" y="10492"/>
                    <a:pt x="45968" y="10750"/>
                  </a:cubicBezTo>
                  <a:cubicBezTo>
                    <a:pt x="45789" y="11009"/>
                    <a:pt x="45792" y="11330"/>
                    <a:pt x="45978" y="11715"/>
                  </a:cubicBezTo>
                  <a:close/>
                  <a:moveTo>
                    <a:pt x="54351" y="5191"/>
                  </a:moveTo>
                  <a:lnTo>
                    <a:pt x="54351" y="17145"/>
                  </a:lnTo>
                  <a:cubicBezTo>
                    <a:pt x="54391" y="17450"/>
                    <a:pt x="54507" y="17675"/>
                    <a:pt x="54699" y="17821"/>
                  </a:cubicBezTo>
                  <a:cubicBezTo>
                    <a:pt x="54892" y="17967"/>
                    <a:pt x="55101" y="18040"/>
                    <a:pt x="55326" y="18040"/>
                  </a:cubicBezTo>
                  <a:cubicBezTo>
                    <a:pt x="55565" y="18040"/>
                    <a:pt x="55787" y="17960"/>
                    <a:pt x="55992" y="17801"/>
                  </a:cubicBezTo>
                  <a:cubicBezTo>
                    <a:pt x="56198" y="17642"/>
                    <a:pt x="56307" y="17397"/>
                    <a:pt x="56320" y="17065"/>
                  </a:cubicBezTo>
                  <a:lnTo>
                    <a:pt x="56320" y="13048"/>
                  </a:lnTo>
                  <a:cubicBezTo>
                    <a:pt x="56466" y="13074"/>
                    <a:pt x="56612" y="13087"/>
                    <a:pt x="56758" y="13087"/>
                  </a:cubicBezTo>
                  <a:lnTo>
                    <a:pt x="57215" y="13087"/>
                  </a:lnTo>
                  <a:cubicBezTo>
                    <a:pt x="58011" y="13087"/>
                    <a:pt x="58707" y="12978"/>
                    <a:pt x="59304" y="12759"/>
                  </a:cubicBezTo>
                  <a:cubicBezTo>
                    <a:pt x="59901" y="12540"/>
                    <a:pt x="60404" y="12239"/>
                    <a:pt x="60815" y="11854"/>
                  </a:cubicBezTo>
                  <a:cubicBezTo>
                    <a:pt x="61227" y="11470"/>
                    <a:pt x="61535" y="11012"/>
                    <a:pt x="61740" y="10482"/>
                  </a:cubicBezTo>
                  <a:cubicBezTo>
                    <a:pt x="61946" y="9951"/>
                    <a:pt x="62049" y="9368"/>
                    <a:pt x="62049" y="8731"/>
                  </a:cubicBezTo>
                  <a:cubicBezTo>
                    <a:pt x="62049" y="8161"/>
                    <a:pt x="61952" y="7618"/>
                    <a:pt x="61760" y="7101"/>
                  </a:cubicBezTo>
                  <a:cubicBezTo>
                    <a:pt x="61568" y="6583"/>
                    <a:pt x="61303" y="6133"/>
                    <a:pt x="60965" y="5748"/>
                  </a:cubicBezTo>
                  <a:cubicBezTo>
                    <a:pt x="60627" y="5364"/>
                    <a:pt x="60229" y="5059"/>
                    <a:pt x="59771" y="4833"/>
                  </a:cubicBezTo>
                  <a:cubicBezTo>
                    <a:pt x="59314" y="4608"/>
                    <a:pt x="58820" y="4495"/>
                    <a:pt x="58290" y="4495"/>
                  </a:cubicBezTo>
                  <a:cubicBezTo>
                    <a:pt x="57945" y="4495"/>
                    <a:pt x="57600" y="4541"/>
                    <a:pt x="57255" y="4634"/>
                  </a:cubicBezTo>
                  <a:cubicBezTo>
                    <a:pt x="56910" y="4727"/>
                    <a:pt x="56592" y="4866"/>
                    <a:pt x="56301" y="5052"/>
                  </a:cubicBezTo>
                  <a:cubicBezTo>
                    <a:pt x="56221" y="4827"/>
                    <a:pt x="56088" y="4654"/>
                    <a:pt x="55903" y="4535"/>
                  </a:cubicBezTo>
                  <a:cubicBezTo>
                    <a:pt x="55717" y="4415"/>
                    <a:pt x="55525" y="4356"/>
                    <a:pt x="55326" y="4356"/>
                  </a:cubicBezTo>
                  <a:cubicBezTo>
                    <a:pt x="55101" y="4356"/>
                    <a:pt x="54898" y="4425"/>
                    <a:pt x="54719" y="4565"/>
                  </a:cubicBezTo>
                  <a:cubicBezTo>
                    <a:pt x="54540" y="4704"/>
                    <a:pt x="54418" y="4913"/>
                    <a:pt x="54351" y="5191"/>
                  </a:cubicBezTo>
                  <a:close/>
                  <a:moveTo>
                    <a:pt x="56320" y="7618"/>
                  </a:moveTo>
                  <a:lnTo>
                    <a:pt x="56460" y="7459"/>
                  </a:lnTo>
                  <a:cubicBezTo>
                    <a:pt x="56685" y="7167"/>
                    <a:pt x="56957" y="6885"/>
                    <a:pt x="57275" y="6613"/>
                  </a:cubicBezTo>
                  <a:cubicBezTo>
                    <a:pt x="57593" y="6341"/>
                    <a:pt x="57958" y="6206"/>
                    <a:pt x="58369" y="6206"/>
                  </a:cubicBezTo>
                  <a:cubicBezTo>
                    <a:pt x="58621" y="6206"/>
                    <a:pt x="58856" y="6285"/>
                    <a:pt x="59075" y="6444"/>
                  </a:cubicBezTo>
                  <a:cubicBezTo>
                    <a:pt x="59294" y="6603"/>
                    <a:pt x="59483" y="6809"/>
                    <a:pt x="59642" y="7061"/>
                  </a:cubicBezTo>
                  <a:cubicBezTo>
                    <a:pt x="59801" y="7313"/>
                    <a:pt x="59924" y="7594"/>
                    <a:pt x="60010" y="7906"/>
                  </a:cubicBezTo>
                  <a:cubicBezTo>
                    <a:pt x="60096" y="8218"/>
                    <a:pt x="60139" y="8526"/>
                    <a:pt x="60139" y="8831"/>
                  </a:cubicBezTo>
                  <a:cubicBezTo>
                    <a:pt x="60139" y="9627"/>
                    <a:pt x="59861" y="10250"/>
                    <a:pt x="59304" y="10701"/>
                  </a:cubicBezTo>
                  <a:cubicBezTo>
                    <a:pt x="58747" y="11151"/>
                    <a:pt x="58051" y="11377"/>
                    <a:pt x="57215" y="11377"/>
                  </a:cubicBezTo>
                  <a:cubicBezTo>
                    <a:pt x="56924" y="11377"/>
                    <a:pt x="56625" y="11344"/>
                    <a:pt x="56320" y="11277"/>
                  </a:cubicBezTo>
                  <a:close/>
                  <a:moveTo>
                    <a:pt x="70442" y="10740"/>
                  </a:moveTo>
                  <a:cubicBezTo>
                    <a:pt x="70057" y="10979"/>
                    <a:pt x="69636" y="11208"/>
                    <a:pt x="69179" y="11427"/>
                  </a:cubicBezTo>
                  <a:cubicBezTo>
                    <a:pt x="68722" y="11645"/>
                    <a:pt x="68281" y="11768"/>
                    <a:pt x="67856" y="11794"/>
                  </a:cubicBezTo>
                  <a:cubicBezTo>
                    <a:pt x="67352" y="11834"/>
                    <a:pt x="66928" y="11741"/>
                    <a:pt x="66583" y="11516"/>
                  </a:cubicBezTo>
                  <a:cubicBezTo>
                    <a:pt x="66239" y="11291"/>
                    <a:pt x="65973" y="10986"/>
                    <a:pt x="65788" y="10601"/>
                  </a:cubicBezTo>
                  <a:cubicBezTo>
                    <a:pt x="65814" y="10601"/>
                    <a:pt x="65884" y="10588"/>
                    <a:pt x="65997" y="10561"/>
                  </a:cubicBezTo>
                  <a:cubicBezTo>
                    <a:pt x="66109" y="10535"/>
                    <a:pt x="66371" y="10469"/>
                    <a:pt x="66782" y="10362"/>
                  </a:cubicBezTo>
                  <a:cubicBezTo>
                    <a:pt x="67167" y="10270"/>
                    <a:pt x="67578" y="10164"/>
                    <a:pt x="68015" y="10044"/>
                  </a:cubicBezTo>
                  <a:cubicBezTo>
                    <a:pt x="68453" y="9925"/>
                    <a:pt x="68877" y="9779"/>
                    <a:pt x="69288" y="9607"/>
                  </a:cubicBezTo>
                  <a:cubicBezTo>
                    <a:pt x="69699" y="9434"/>
                    <a:pt x="70077" y="9232"/>
                    <a:pt x="70422" y="9000"/>
                  </a:cubicBezTo>
                  <a:cubicBezTo>
                    <a:pt x="70767" y="8768"/>
                    <a:pt x="71039" y="8493"/>
                    <a:pt x="71238" y="8175"/>
                  </a:cubicBezTo>
                  <a:cubicBezTo>
                    <a:pt x="71344" y="8015"/>
                    <a:pt x="71417" y="7850"/>
                    <a:pt x="71456" y="7677"/>
                  </a:cubicBezTo>
                  <a:cubicBezTo>
                    <a:pt x="71496" y="7505"/>
                    <a:pt x="71516" y="7326"/>
                    <a:pt x="71516" y="7140"/>
                  </a:cubicBezTo>
                  <a:cubicBezTo>
                    <a:pt x="71516" y="6862"/>
                    <a:pt x="71463" y="6583"/>
                    <a:pt x="71357" y="6305"/>
                  </a:cubicBezTo>
                  <a:cubicBezTo>
                    <a:pt x="71251" y="6027"/>
                    <a:pt x="71105" y="5771"/>
                    <a:pt x="70919" y="5539"/>
                  </a:cubicBezTo>
                  <a:cubicBezTo>
                    <a:pt x="70734" y="5307"/>
                    <a:pt x="70515" y="5108"/>
                    <a:pt x="70263" y="4943"/>
                  </a:cubicBezTo>
                  <a:cubicBezTo>
                    <a:pt x="70011" y="4777"/>
                    <a:pt x="69739" y="4661"/>
                    <a:pt x="69448" y="4594"/>
                  </a:cubicBezTo>
                  <a:cubicBezTo>
                    <a:pt x="69143" y="4528"/>
                    <a:pt x="68831" y="4495"/>
                    <a:pt x="68513" y="4495"/>
                  </a:cubicBezTo>
                  <a:cubicBezTo>
                    <a:pt x="67916" y="4495"/>
                    <a:pt x="67339" y="4594"/>
                    <a:pt x="66782" y="4793"/>
                  </a:cubicBezTo>
                  <a:cubicBezTo>
                    <a:pt x="66225" y="4992"/>
                    <a:pt x="65708" y="5257"/>
                    <a:pt x="65231" y="5589"/>
                  </a:cubicBezTo>
                  <a:cubicBezTo>
                    <a:pt x="64634" y="5987"/>
                    <a:pt x="64200" y="6504"/>
                    <a:pt x="63928" y="7140"/>
                  </a:cubicBezTo>
                  <a:cubicBezTo>
                    <a:pt x="63656" y="7777"/>
                    <a:pt x="63520" y="8440"/>
                    <a:pt x="63520" y="9129"/>
                  </a:cubicBezTo>
                  <a:cubicBezTo>
                    <a:pt x="63520" y="9832"/>
                    <a:pt x="63676" y="10518"/>
                    <a:pt x="63988" y="11188"/>
                  </a:cubicBezTo>
                  <a:cubicBezTo>
                    <a:pt x="64299" y="11857"/>
                    <a:pt x="64734" y="12398"/>
                    <a:pt x="65291" y="12809"/>
                  </a:cubicBezTo>
                  <a:cubicBezTo>
                    <a:pt x="65635" y="13048"/>
                    <a:pt x="66007" y="13223"/>
                    <a:pt x="66404" y="13336"/>
                  </a:cubicBezTo>
                  <a:cubicBezTo>
                    <a:pt x="66802" y="13449"/>
                    <a:pt x="67193" y="13505"/>
                    <a:pt x="67578" y="13505"/>
                  </a:cubicBezTo>
                  <a:cubicBezTo>
                    <a:pt x="68228" y="13505"/>
                    <a:pt x="68874" y="13389"/>
                    <a:pt x="69517" y="13157"/>
                  </a:cubicBezTo>
                  <a:cubicBezTo>
                    <a:pt x="70160" y="12925"/>
                    <a:pt x="70760" y="12643"/>
                    <a:pt x="71317" y="12312"/>
                  </a:cubicBezTo>
                  <a:cubicBezTo>
                    <a:pt x="71516" y="12192"/>
                    <a:pt x="71662" y="12063"/>
                    <a:pt x="71755" y="11924"/>
                  </a:cubicBezTo>
                  <a:cubicBezTo>
                    <a:pt x="71848" y="11785"/>
                    <a:pt x="71894" y="11642"/>
                    <a:pt x="71894" y="11496"/>
                  </a:cubicBezTo>
                  <a:cubicBezTo>
                    <a:pt x="71894" y="11350"/>
                    <a:pt x="71857" y="11214"/>
                    <a:pt x="71785" y="11088"/>
                  </a:cubicBezTo>
                  <a:cubicBezTo>
                    <a:pt x="71712" y="10962"/>
                    <a:pt x="71612" y="10860"/>
                    <a:pt x="71486" y="10780"/>
                  </a:cubicBezTo>
                  <a:cubicBezTo>
                    <a:pt x="71360" y="10701"/>
                    <a:pt x="71208" y="10654"/>
                    <a:pt x="71029" y="10641"/>
                  </a:cubicBezTo>
                  <a:cubicBezTo>
                    <a:pt x="70850" y="10628"/>
                    <a:pt x="70654" y="10661"/>
                    <a:pt x="70442" y="10740"/>
                  </a:cubicBezTo>
                  <a:close/>
                  <a:moveTo>
                    <a:pt x="66782" y="6743"/>
                  </a:moveTo>
                  <a:cubicBezTo>
                    <a:pt x="67008" y="6636"/>
                    <a:pt x="67293" y="6527"/>
                    <a:pt x="67638" y="6414"/>
                  </a:cubicBezTo>
                  <a:cubicBezTo>
                    <a:pt x="67982" y="6302"/>
                    <a:pt x="68307" y="6245"/>
                    <a:pt x="68612" y="6245"/>
                  </a:cubicBezTo>
                  <a:cubicBezTo>
                    <a:pt x="68891" y="6245"/>
                    <a:pt x="69129" y="6318"/>
                    <a:pt x="69328" y="6464"/>
                  </a:cubicBezTo>
                  <a:cubicBezTo>
                    <a:pt x="69527" y="6610"/>
                    <a:pt x="69613" y="6875"/>
                    <a:pt x="69587" y="7260"/>
                  </a:cubicBezTo>
                  <a:cubicBezTo>
                    <a:pt x="69507" y="7419"/>
                    <a:pt x="69351" y="7565"/>
                    <a:pt x="69119" y="7697"/>
                  </a:cubicBezTo>
                  <a:cubicBezTo>
                    <a:pt x="68887" y="7830"/>
                    <a:pt x="68635" y="7946"/>
                    <a:pt x="68364" y="8045"/>
                  </a:cubicBezTo>
                  <a:cubicBezTo>
                    <a:pt x="68092" y="8145"/>
                    <a:pt x="67823" y="8231"/>
                    <a:pt x="67558" y="8304"/>
                  </a:cubicBezTo>
                  <a:cubicBezTo>
                    <a:pt x="67293" y="8377"/>
                    <a:pt x="67094" y="8433"/>
                    <a:pt x="66961" y="8473"/>
                  </a:cubicBezTo>
                  <a:cubicBezTo>
                    <a:pt x="66590" y="8579"/>
                    <a:pt x="66305" y="8662"/>
                    <a:pt x="66106" y="8722"/>
                  </a:cubicBezTo>
                  <a:cubicBezTo>
                    <a:pt x="65907" y="8781"/>
                    <a:pt x="65758" y="8824"/>
                    <a:pt x="65659" y="8851"/>
                  </a:cubicBezTo>
                  <a:cubicBezTo>
                    <a:pt x="65559" y="8877"/>
                    <a:pt x="65499" y="8894"/>
                    <a:pt x="65480" y="8901"/>
                  </a:cubicBezTo>
                  <a:lnTo>
                    <a:pt x="65450" y="8910"/>
                  </a:lnTo>
                  <a:cubicBezTo>
                    <a:pt x="65476" y="8446"/>
                    <a:pt x="65596" y="8025"/>
                    <a:pt x="65808" y="7648"/>
                  </a:cubicBezTo>
                  <a:cubicBezTo>
                    <a:pt x="66020" y="7270"/>
                    <a:pt x="66345" y="6968"/>
                    <a:pt x="66782" y="6743"/>
                  </a:cubicBezTo>
                  <a:close/>
                  <a:moveTo>
                    <a:pt x="78358" y="10939"/>
                  </a:moveTo>
                  <a:lnTo>
                    <a:pt x="78338" y="10939"/>
                  </a:lnTo>
                  <a:cubicBezTo>
                    <a:pt x="78113" y="11178"/>
                    <a:pt x="77874" y="11357"/>
                    <a:pt x="77622" y="11476"/>
                  </a:cubicBezTo>
                  <a:cubicBezTo>
                    <a:pt x="77370" y="11596"/>
                    <a:pt x="77131" y="11655"/>
                    <a:pt x="76906" y="11655"/>
                  </a:cubicBezTo>
                  <a:cubicBezTo>
                    <a:pt x="76601" y="11655"/>
                    <a:pt x="76309" y="11562"/>
                    <a:pt x="76031" y="11377"/>
                  </a:cubicBezTo>
                  <a:cubicBezTo>
                    <a:pt x="75752" y="11191"/>
                    <a:pt x="75527" y="10899"/>
                    <a:pt x="75355" y="10502"/>
                  </a:cubicBezTo>
                  <a:cubicBezTo>
                    <a:pt x="75262" y="10303"/>
                    <a:pt x="75199" y="10091"/>
                    <a:pt x="75166" y="9865"/>
                  </a:cubicBezTo>
                  <a:cubicBezTo>
                    <a:pt x="75133" y="9640"/>
                    <a:pt x="75116" y="9414"/>
                    <a:pt x="75116" y="9189"/>
                  </a:cubicBezTo>
                  <a:cubicBezTo>
                    <a:pt x="75116" y="8778"/>
                    <a:pt x="75176" y="8373"/>
                    <a:pt x="75295" y="7976"/>
                  </a:cubicBezTo>
                  <a:cubicBezTo>
                    <a:pt x="75414" y="7578"/>
                    <a:pt x="75573" y="7220"/>
                    <a:pt x="75772" y="6902"/>
                  </a:cubicBezTo>
                  <a:cubicBezTo>
                    <a:pt x="75971" y="6583"/>
                    <a:pt x="76210" y="6328"/>
                    <a:pt x="76488" y="6136"/>
                  </a:cubicBezTo>
                  <a:cubicBezTo>
                    <a:pt x="76767" y="5944"/>
                    <a:pt x="77065" y="5848"/>
                    <a:pt x="77383" y="5848"/>
                  </a:cubicBezTo>
                  <a:cubicBezTo>
                    <a:pt x="77622" y="5848"/>
                    <a:pt x="77871" y="5910"/>
                    <a:pt x="78129" y="6036"/>
                  </a:cubicBezTo>
                  <a:cubicBezTo>
                    <a:pt x="78388" y="6162"/>
                    <a:pt x="78656" y="6371"/>
                    <a:pt x="78935" y="6663"/>
                  </a:cubicBezTo>
                  <a:cubicBezTo>
                    <a:pt x="79147" y="6769"/>
                    <a:pt x="79349" y="6825"/>
                    <a:pt x="79541" y="6832"/>
                  </a:cubicBezTo>
                  <a:cubicBezTo>
                    <a:pt x="79734" y="6839"/>
                    <a:pt x="79899" y="6809"/>
                    <a:pt x="80039" y="6743"/>
                  </a:cubicBezTo>
                  <a:cubicBezTo>
                    <a:pt x="80178" y="6676"/>
                    <a:pt x="80287" y="6577"/>
                    <a:pt x="80367" y="6444"/>
                  </a:cubicBezTo>
                  <a:cubicBezTo>
                    <a:pt x="80446" y="6312"/>
                    <a:pt x="80486" y="6159"/>
                    <a:pt x="80486" y="5987"/>
                  </a:cubicBezTo>
                  <a:cubicBezTo>
                    <a:pt x="80486" y="5828"/>
                    <a:pt x="80420" y="5635"/>
                    <a:pt x="80287" y="5410"/>
                  </a:cubicBezTo>
                  <a:cubicBezTo>
                    <a:pt x="79982" y="5105"/>
                    <a:pt x="79681" y="4866"/>
                    <a:pt x="79382" y="4694"/>
                  </a:cubicBezTo>
                  <a:cubicBezTo>
                    <a:pt x="79084" y="4522"/>
                    <a:pt x="78749" y="4369"/>
                    <a:pt x="78378" y="4236"/>
                  </a:cubicBezTo>
                  <a:cubicBezTo>
                    <a:pt x="78192" y="4170"/>
                    <a:pt x="78013" y="4127"/>
                    <a:pt x="77841" y="4107"/>
                  </a:cubicBezTo>
                  <a:cubicBezTo>
                    <a:pt x="77669" y="4087"/>
                    <a:pt x="77490" y="4077"/>
                    <a:pt x="77304" y="4077"/>
                  </a:cubicBezTo>
                  <a:cubicBezTo>
                    <a:pt x="76707" y="4077"/>
                    <a:pt x="76160" y="4223"/>
                    <a:pt x="75663" y="4515"/>
                  </a:cubicBezTo>
                  <a:cubicBezTo>
                    <a:pt x="75166" y="4807"/>
                    <a:pt x="74738" y="5185"/>
                    <a:pt x="74380" y="5649"/>
                  </a:cubicBezTo>
                  <a:cubicBezTo>
                    <a:pt x="74022" y="6113"/>
                    <a:pt x="73740" y="6627"/>
                    <a:pt x="73535" y="7190"/>
                  </a:cubicBezTo>
                  <a:cubicBezTo>
                    <a:pt x="73329" y="7754"/>
                    <a:pt x="73207" y="8314"/>
                    <a:pt x="73167" y="8871"/>
                  </a:cubicBezTo>
                  <a:cubicBezTo>
                    <a:pt x="73101" y="9653"/>
                    <a:pt x="73233" y="10422"/>
                    <a:pt x="73565" y="11178"/>
                  </a:cubicBezTo>
                  <a:lnTo>
                    <a:pt x="73565" y="11158"/>
                  </a:lnTo>
                  <a:cubicBezTo>
                    <a:pt x="73697" y="11529"/>
                    <a:pt x="73883" y="11854"/>
                    <a:pt x="74122" y="12133"/>
                  </a:cubicBezTo>
                  <a:cubicBezTo>
                    <a:pt x="74360" y="12411"/>
                    <a:pt x="74629" y="12646"/>
                    <a:pt x="74927" y="12839"/>
                  </a:cubicBezTo>
                  <a:cubicBezTo>
                    <a:pt x="75225" y="13031"/>
                    <a:pt x="75544" y="13173"/>
                    <a:pt x="75882" y="13266"/>
                  </a:cubicBezTo>
                  <a:cubicBezTo>
                    <a:pt x="76220" y="13359"/>
                    <a:pt x="76561" y="13406"/>
                    <a:pt x="76906" y="13406"/>
                  </a:cubicBezTo>
                  <a:cubicBezTo>
                    <a:pt x="77436" y="13406"/>
                    <a:pt x="77947" y="13306"/>
                    <a:pt x="78438" y="13107"/>
                  </a:cubicBezTo>
                  <a:cubicBezTo>
                    <a:pt x="78928" y="12908"/>
                    <a:pt x="79359" y="12603"/>
                    <a:pt x="79730" y="12192"/>
                  </a:cubicBezTo>
                  <a:cubicBezTo>
                    <a:pt x="79929" y="11954"/>
                    <a:pt x="80029" y="11722"/>
                    <a:pt x="80029" y="11496"/>
                  </a:cubicBezTo>
                  <a:cubicBezTo>
                    <a:pt x="80029" y="11271"/>
                    <a:pt x="79943" y="11075"/>
                    <a:pt x="79770" y="10909"/>
                  </a:cubicBezTo>
                  <a:cubicBezTo>
                    <a:pt x="79598" y="10744"/>
                    <a:pt x="79379" y="10661"/>
                    <a:pt x="79114" y="10661"/>
                  </a:cubicBezTo>
                  <a:cubicBezTo>
                    <a:pt x="78981" y="10661"/>
                    <a:pt x="78849" y="10681"/>
                    <a:pt x="78716" y="10720"/>
                  </a:cubicBezTo>
                  <a:cubicBezTo>
                    <a:pt x="78583" y="10760"/>
                    <a:pt x="78464" y="10833"/>
                    <a:pt x="78358" y="10939"/>
                  </a:cubicBezTo>
                  <a:close/>
                  <a:moveTo>
                    <a:pt x="84245" y="12491"/>
                  </a:moveTo>
                  <a:lnTo>
                    <a:pt x="84186" y="4952"/>
                  </a:lnTo>
                  <a:cubicBezTo>
                    <a:pt x="84119" y="4687"/>
                    <a:pt x="83993" y="4492"/>
                    <a:pt x="83808" y="4366"/>
                  </a:cubicBezTo>
                  <a:cubicBezTo>
                    <a:pt x="83622" y="4240"/>
                    <a:pt x="83423" y="4177"/>
                    <a:pt x="83211" y="4177"/>
                  </a:cubicBezTo>
                  <a:cubicBezTo>
                    <a:pt x="82972" y="4177"/>
                    <a:pt x="82767" y="4246"/>
                    <a:pt x="82594" y="4386"/>
                  </a:cubicBezTo>
                  <a:cubicBezTo>
                    <a:pt x="82422" y="4525"/>
                    <a:pt x="82303" y="4734"/>
                    <a:pt x="82236" y="5012"/>
                  </a:cubicBezTo>
                  <a:lnTo>
                    <a:pt x="82296" y="12570"/>
                  </a:lnTo>
                  <a:cubicBezTo>
                    <a:pt x="82336" y="12875"/>
                    <a:pt x="82449" y="13101"/>
                    <a:pt x="82634" y="13246"/>
                  </a:cubicBezTo>
                  <a:cubicBezTo>
                    <a:pt x="82820" y="13392"/>
                    <a:pt x="83032" y="13465"/>
                    <a:pt x="83271" y="13465"/>
                  </a:cubicBezTo>
                  <a:cubicBezTo>
                    <a:pt x="83509" y="13465"/>
                    <a:pt x="83728" y="13386"/>
                    <a:pt x="83927" y="13227"/>
                  </a:cubicBezTo>
                  <a:cubicBezTo>
                    <a:pt x="84126" y="13067"/>
                    <a:pt x="84232" y="12822"/>
                    <a:pt x="84245" y="12491"/>
                  </a:cubicBezTo>
                  <a:close/>
                  <a:moveTo>
                    <a:pt x="82097" y="1850"/>
                  </a:moveTo>
                  <a:cubicBezTo>
                    <a:pt x="82097" y="2155"/>
                    <a:pt x="82207" y="2413"/>
                    <a:pt x="82425" y="2625"/>
                  </a:cubicBezTo>
                  <a:cubicBezTo>
                    <a:pt x="82644" y="2838"/>
                    <a:pt x="82906" y="2944"/>
                    <a:pt x="83211" y="2944"/>
                  </a:cubicBezTo>
                  <a:cubicBezTo>
                    <a:pt x="83529" y="2944"/>
                    <a:pt x="83798" y="2838"/>
                    <a:pt x="84017" y="2625"/>
                  </a:cubicBezTo>
                  <a:cubicBezTo>
                    <a:pt x="84235" y="2413"/>
                    <a:pt x="84345" y="2155"/>
                    <a:pt x="84345" y="1850"/>
                  </a:cubicBezTo>
                  <a:cubicBezTo>
                    <a:pt x="84345" y="1545"/>
                    <a:pt x="84235" y="1283"/>
                    <a:pt x="84017" y="1064"/>
                  </a:cubicBezTo>
                  <a:cubicBezTo>
                    <a:pt x="83798" y="845"/>
                    <a:pt x="83529" y="736"/>
                    <a:pt x="83211" y="736"/>
                  </a:cubicBezTo>
                  <a:cubicBezTo>
                    <a:pt x="82906" y="736"/>
                    <a:pt x="82644" y="845"/>
                    <a:pt x="82425" y="1064"/>
                  </a:cubicBezTo>
                  <a:cubicBezTo>
                    <a:pt x="82207" y="1283"/>
                    <a:pt x="82097" y="1545"/>
                    <a:pt x="82097" y="1850"/>
                  </a:cubicBezTo>
                  <a:close/>
                  <a:moveTo>
                    <a:pt x="89954" y="12530"/>
                  </a:moveTo>
                  <a:lnTo>
                    <a:pt x="89954" y="7041"/>
                  </a:lnTo>
                  <a:lnTo>
                    <a:pt x="90471" y="7041"/>
                  </a:lnTo>
                  <a:cubicBezTo>
                    <a:pt x="90762" y="7041"/>
                    <a:pt x="91061" y="7038"/>
                    <a:pt x="91366" y="7031"/>
                  </a:cubicBezTo>
                  <a:cubicBezTo>
                    <a:pt x="91671" y="7024"/>
                    <a:pt x="91949" y="6991"/>
                    <a:pt x="92201" y="6931"/>
                  </a:cubicBezTo>
                  <a:cubicBezTo>
                    <a:pt x="92453" y="6872"/>
                    <a:pt x="92659" y="6779"/>
                    <a:pt x="92818" y="6653"/>
                  </a:cubicBezTo>
                  <a:cubicBezTo>
                    <a:pt x="92977" y="6527"/>
                    <a:pt x="93056" y="6351"/>
                    <a:pt x="93056" y="6126"/>
                  </a:cubicBezTo>
                  <a:cubicBezTo>
                    <a:pt x="93056" y="5954"/>
                    <a:pt x="92990" y="5785"/>
                    <a:pt x="92857" y="5619"/>
                  </a:cubicBezTo>
                  <a:cubicBezTo>
                    <a:pt x="92725" y="5453"/>
                    <a:pt x="92506" y="5330"/>
                    <a:pt x="92201" y="5251"/>
                  </a:cubicBezTo>
                  <a:lnTo>
                    <a:pt x="89954" y="5310"/>
                  </a:lnTo>
                  <a:lnTo>
                    <a:pt x="89954" y="3123"/>
                  </a:lnTo>
                  <a:cubicBezTo>
                    <a:pt x="90113" y="2208"/>
                    <a:pt x="90477" y="1750"/>
                    <a:pt x="91048" y="1750"/>
                  </a:cubicBezTo>
                  <a:cubicBezTo>
                    <a:pt x="91193" y="1750"/>
                    <a:pt x="91349" y="1783"/>
                    <a:pt x="91515" y="1850"/>
                  </a:cubicBezTo>
                  <a:cubicBezTo>
                    <a:pt x="91681" y="1916"/>
                    <a:pt x="91843" y="1982"/>
                    <a:pt x="92002" y="2049"/>
                  </a:cubicBezTo>
                  <a:lnTo>
                    <a:pt x="91982" y="2049"/>
                  </a:lnTo>
                  <a:cubicBezTo>
                    <a:pt x="92128" y="2115"/>
                    <a:pt x="92281" y="2175"/>
                    <a:pt x="92440" y="2228"/>
                  </a:cubicBezTo>
                  <a:cubicBezTo>
                    <a:pt x="92599" y="2281"/>
                    <a:pt x="92751" y="2307"/>
                    <a:pt x="92897" y="2307"/>
                  </a:cubicBezTo>
                  <a:cubicBezTo>
                    <a:pt x="93162" y="2307"/>
                    <a:pt x="93385" y="2224"/>
                    <a:pt x="93564" y="2059"/>
                  </a:cubicBezTo>
                  <a:cubicBezTo>
                    <a:pt x="93743" y="1893"/>
                    <a:pt x="93832" y="1697"/>
                    <a:pt x="93832" y="1472"/>
                  </a:cubicBezTo>
                  <a:cubicBezTo>
                    <a:pt x="93832" y="1220"/>
                    <a:pt x="93726" y="1001"/>
                    <a:pt x="93514" y="815"/>
                  </a:cubicBezTo>
                  <a:cubicBezTo>
                    <a:pt x="93302" y="630"/>
                    <a:pt x="93046" y="477"/>
                    <a:pt x="92748" y="358"/>
                  </a:cubicBezTo>
                  <a:cubicBezTo>
                    <a:pt x="92450" y="239"/>
                    <a:pt x="92145" y="149"/>
                    <a:pt x="91833" y="90"/>
                  </a:cubicBezTo>
                  <a:cubicBezTo>
                    <a:pt x="91522" y="30"/>
                    <a:pt x="91266" y="0"/>
                    <a:pt x="91067" y="0"/>
                  </a:cubicBezTo>
                  <a:cubicBezTo>
                    <a:pt x="90617" y="0"/>
                    <a:pt x="90206" y="80"/>
                    <a:pt x="89834" y="239"/>
                  </a:cubicBezTo>
                  <a:cubicBezTo>
                    <a:pt x="89463" y="398"/>
                    <a:pt x="89141" y="623"/>
                    <a:pt x="88870" y="915"/>
                  </a:cubicBezTo>
                  <a:cubicBezTo>
                    <a:pt x="88598" y="1207"/>
                    <a:pt x="88386" y="1548"/>
                    <a:pt x="88233" y="1939"/>
                  </a:cubicBezTo>
                  <a:cubicBezTo>
                    <a:pt x="88081" y="2330"/>
                    <a:pt x="88004" y="2765"/>
                    <a:pt x="88004" y="3242"/>
                  </a:cubicBezTo>
                  <a:lnTo>
                    <a:pt x="88004" y="5350"/>
                  </a:lnTo>
                  <a:lnTo>
                    <a:pt x="87825" y="5350"/>
                  </a:lnTo>
                  <a:cubicBezTo>
                    <a:pt x="87467" y="5350"/>
                    <a:pt x="87199" y="5446"/>
                    <a:pt x="87020" y="5639"/>
                  </a:cubicBezTo>
                  <a:cubicBezTo>
                    <a:pt x="86841" y="5831"/>
                    <a:pt x="86751" y="6027"/>
                    <a:pt x="86751" y="6225"/>
                  </a:cubicBezTo>
                  <a:cubicBezTo>
                    <a:pt x="86751" y="6438"/>
                    <a:pt x="86834" y="6623"/>
                    <a:pt x="87000" y="6782"/>
                  </a:cubicBezTo>
                  <a:cubicBezTo>
                    <a:pt x="87166" y="6941"/>
                    <a:pt x="87414" y="7048"/>
                    <a:pt x="87746" y="7101"/>
                  </a:cubicBezTo>
                  <a:lnTo>
                    <a:pt x="88004" y="7101"/>
                  </a:lnTo>
                  <a:lnTo>
                    <a:pt x="88004" y="12610"/>
                  </a:lnTo>
                  <a:cubicBezTo>
                    <a:pt x="88044" y="12915"/>
                    <a:pt x="88160" y="13140"/>
                    <a:pt x="88352" y="13286"/>
                  </a:cubicBezTo>
                  <a:cubicBezTo>
                    <a:pt x="88545" y="13432"/>
                    <a:pt x="88754" y="13505"/>
                    <a:pt x="88979" y="13505"/>
                  </a:cubicBezTo>
                  <a:cubicBezTo>
                    <a:pt x="89218" y="13505"/>
                    <a:pt x="89436" y="13425"/>
                    <a:pt x="89635" y="13266"/>
                  </a:cubicBezTo>
                  <a:cubicBezTo>
                    <a:pt x="89834" y="13107"/>
                    <a:pt x="89940" y="12862"/>
                    <a:pt x="89954" y="12530"/>
                  </a:cubicBezTo>
                  <a:close/>
                  <a:moveTo>
                    <a:pt x="96517" y="12491"/>
                  </a:moveTo>
                  <a:lnTo>
                    <a:pt x="96457" y="4952"/>
                  </a:lnTo>
                  <a:cubicBezTo>
                    <a:pt x="96391" y="4687"/>
                    <a:pt x="96265" y="4492"/>
                    <a:pt x="96080" y="4366"/>
                  </a:cubicBezTo>
                  <a:cubicBezTo>
                    <a:pt x="95894" y="4240"/>
                    <a:pt x="95695" y="4177"/>
                    <a:pt x="95483" y="4177"/>
                  </a:cubicBezTo>
                  <a:cubicBezTo>
                    <a:pt x="95244" y="4177"/>
                    <a:pt x="95039" y="4246"/>
                    <a:pt x="94866" y="4386"/>
                  </a:cubicBezTo>
                  <a:cubicBezTo>
                    <a:pt x="94694" y="4525"/>
                    <a:pt x="94575" y="4734"/>
                    <a:pt x="94508" y="5012"/>
                  </a:cubicBezTo>
                  <a:lnTo>
                    <a:pt x="94568" y="12570"/>
                  </a:lnTo>
                  <a:cubicBezTo>
                    <a:pt x="94608" y="12875"/>
                    <a:pt x="94720" y="13101"/>
                    <a:pt x="94906" y="13246"/>
                  </a:cubicBezTo>
                  <a:cubicBezTo>
                    <a:pt x="95092" y="13392"/>
                    <a:pt x="95304" y="13465"/>
                    <a:pt x="95543" y="13465"/>
                  </a:cubicBezTo>
                  <a:cubicBezTo>
                    <a:pt x="95781" y="13465"/>
                    <a:pt x="96000" y="13386"/>
                    <a:pt x="96199" y="13227"/>
                  </a:cubicBezTo>
                  <a:cubicBezTo>
                    <a:pt x="96398" y="13067"/>
                    <a:pt x="96504" y="12822"/>
                    <a:pt x="96517" y="12491"/>
                  </a:cubicBezTo>
                  <a:close/>
                  <a:moveTo>
                    <a:pt x="94369" y="1850"/>
                  </a:moveTo>
                  <a:cubicBezTo>
                    <a:pt x="94369" y="2155"/>
                    <a:pt x="94478" y="2413"/>
                    <a:pt x="94697" y="2625"/>
                  </a:cubicBezTo>
                  <a:cubicBezTo>
                    <a:pt x="94916" y="2838"/>
                    <a:pt x="95178" y="2944"/>
                    <a:pt x="95483" y="2944"/>
                  </a:cubicBezTo>
                  <a:cubicBezTo>
                    <a:pt x="95801" y="2944"/>
                    <a:pt x="96070" y="2838"/>
                    <a:pt x="96288" y="2625"/>
                  </a:cubicBezTo>
                  <a:cubicBezTo>
                    <a:pt x="96507" y="2413"/>
                    <a:pt x="96617" y="2155"/>
                    <a:pt x="96617" y="1850"/>
                  </a:cubicBezTo>
                  <a:cubicBezTo>
                    <a:pt x="96617" y="1545"/>
                    <a:pt x="96507" y="1283"/>
                    <a:pt x="96288" y="1064"/>
                  </a:cubicBezTo>
                  <a:cubicBezTo>
                    <a:pt x="96070" y="845"/>
                    <a:pt x="95801" y="736"/>
                    <a:pt x="95483" y="736"/>
                  </a:cubicBezTo>
                  <a:cubicBezTo>
                    <a:pt x="95178" y="736"/>
                    <a:pt x="94916" y="845"/>
                    <a:pt x="94697" y="1064"/>
                  </a:cubicBezTo>
                  <a:cubicBezTo>
                    <a:pt x="94478" y="1283"/>
                    <a:pt x="94369" y="1545"/>
                    <a:pt x="94369" y="1850"/>
                  </a:cubicBezTo>
                  <a:close/>
                  <a:moveTo>
                    <a:pt x="103996" y="10939"/>
                  </a:moveTo>
                  <a:lnTo>
                    <a:pt x="103976" y="10939"/>
                  </a:lnTo>
                  <a:cubicBezTo>
                    <a:pt x="103750" y="11178"/>
                    <a:pt x="103512" y="11357"/>
                    <a:pt x="103260" y="11476"/>
                  </a:cubicBezTo>
                  <a:cubicBezTo>
                    <a:pt x="103008" y="11596"/>
                    <a:pt x="102769" y="11655"/>
                    <a:pt x="102544" y="11655"/>
                  </a:cubicBezTo>
                  <a:cubicBezTo>
                    <a:pt x="102239" y="11655"/>
                    <a:pt x="101947" y="11562"/>
                    <a:pt x="101669" y="11377"/>
                  </a:cubicBezTo>
                  <a:cubicBezTo>
                    <a:pt x="101390" y="11191"/>
                    <a:pt x="101165" y="10899"/>
                    <a:pt x="100992" y="10502"/>
                  </a:cubicBezTo>
                  <a:cubicBezTo>
                    <a:pt x="100899" y="10303"/>
                    <a:pt x="100836" y="10091"/>
                    <a:pt x="100803" y="9865"/>
                  </a:cubicBezTo>
                  <a:cubicBezTo>
                    <a:pt x="100770" y="9640"/>
                    <a:pt x="100754" y="9414"/>
                    <a:pt x="100754" y="9189"/>
                  </a:cubicBezTo>
                  <a:cubicBezTo>
                    <a:pt x="100754" y="8778"/>
                    <a:pt x="100813" y="8373"/>
                    <a:pt x="100933" y="7976"/>
                  </a:cubicBezTo>
                  <a:cubicBezTo>
                    <a:pt x="101052" y="7578"/>
                    <a:pt x="101211" y="7220"/>
                    <a:pt x="101410" y="6902"/>
                  </a:cubicBezTo>
                  <a:cubicBezTo>
                    <a:pt x="101609" y="6583"/>
                    <a:pt x="101848" y="6328"/>
                    <a:pt x="102126" y="6136"/>
                  </a:cubicBezTo>
                  <a:cubicBezTo>
                    <a:pt x="102404" y="5944"/>
                    <a:pt x="102703" y="5848"/>
                    <a:pt x="103021" y="5848"/>
                  </a:cubicBezTo>
                  <a:cubicBezTo>
                    <a:pt x="103260" y="5848"/>
                    <a:pt x="103508" y="5910"/>
                    <a:pt x="103767" y="6036"/>
                  </a:cubicBezTo>
                  <a:cubicBezTo>
                    <a:pt x="104025" y="6162"/>
                    <a:pt x="104294" y="6371"/>
                    <a:pt x="104572" y="6663"/>
                  </a:cubicBezTo>
                  <a:cubicBezTo>
                    <a:pt x="104785" y="6769"/>
                    <a:pt x="104987" y="6825"/>
                    <a:pt x="105179" y="6832"/>
                  </a:cubicBezTo>
                  <a:cubicBezTo>
                    <a:pt x="105371" y="6839"/>
                    <a:pt x="105537" y="6809"/>
                    <a:pt x="105676" y="6743"/>
                  </a:cubicBezTo>
                  <a:cubicBezTo>
                    <a:pt x="105815" y="6676"/>
                    <a:pt x="105925" y="6577"/>
                    <a:pt x="106004" y="6444"/>
                  </a:cubicBezTo>
                  <a:cubicBezTo>
                    <a:pt x="106084" y="6312"/>
                    <a:pt x="106124" y="6159"/>
                    <a:pt x="106124" y="5987"/>
                  </a:cubicBezTo>
                  <a:cubicBezTo>
                    <a:pt x="106124" y="5828"/>
                    <a:pt x="106057" y="5635"/>
                    <a:pt x="105925" y="5410"/>
                  </a:cubicBezTo>
                  <a:cubicBezTo>
                    <a:pt x="105620" y="5105"/>
                    <a:pt x="105318" y="4866"/>
                    <a:pt x="105020" y="4694"/>
                  </a:cubicBezTo>
                  <a:cubicBezTo>
                    <a:pt x="104722" y="4522"/>
                    <a:pt x="104387" y="4369"/>
                    <a:pt x="104015" y="4236"/>
                  </a:cubicBezTo>
                  <a:cubicBezTo>
                    <a:pt x="103830" y="4170"/>
                    <a:pt x="103651" y="4127"/>
                    <a:pt x="103478" y="4107"/>
                  </a:cubicBezTo>
                  <a:cubicBezTo>
                    <a:pt x="103306" y="4087"/>
                    <a:pt x="103127" y="4077"/>
                    <a:pt x="102941" y="4077"/>
                  </a:cubicBezTo>
                  <a:cubicBezTo>
                    <a:pt x="102345" y="4077"/>
                    <a:pt x="101798" y="4223"/>
                    <a:pt x="101301" y="4515"/>
                  </a:cubicBezTo>
                  <a:cubicBezTo>
                    <a:pt x="100803" y="4807"/>
                    <a:pt x="100376" y="5185"/>
                    <a:pt x="100018" y="5649"/>
                  </a:cubicBezTo>
                  <a:cubicBezTo>
                    <a:pt x="99660" y="6113"/>
                    <a:pt x="99378" y="6627"/>
                    <a:pt x="99172" y="7190"/>
                  </a:cubicBezTo>
                  <a:cubicBezTo>
                    <a:pt x="98967" y="7754"/>
                    <a:pt x="98844" y="8314"/>
                    <a:pt x="98804" y="8871"/>
                  </a:cubicBezTo>
                  <a:cubicBezTo>
                    <a:pt x="98738" y="9653"/>
                    <a:pt x="98871" y="10422"/>
                    <a:pt x="99202" y="11178"/>
                  </a:cubicBezTo>
                  <a:lnTo>
                    <a:pt x="99202" y="11158"/>
                  </a:lnTo>
                  <a:cubicBezTo>
                    <a:pt x="99335" y="11529"/>
                    <a:pt x="99520" y="11854"/>
                    <a:pt x="99759" y="12133"/>
                  </a:cubicBezTo>
                  <a:cubicBezTo>
                    <a:pt x="99998" y="12411"/>
                    <a:pt x="100266" y="12646"/>
                    <a:pt x="100565" y="12839"/>
                  </a:cubicBezTo>
                  <a:cubicBezTo>
                    <a:pt x="100863" y="13031"/>
                    <a:pt x="101181" y="13173"/>
                    <a:pt x="101519" y="13266"/>
                  </a:cubicBezTo>
                  <a:cubicBezTo>
                    <a:pt x="101857" y="13359"/>
                    <a:pt x="102199" y="13406"/>
                    <a:pt x="102544" y="13406"/>
                  </a:cubicBezTo>
                  <a:cubicBezTo>
                    <a:pt x="103074" y="13406"/>
                    <a:pt x="103585" y="13306"/>
                    <a:pt x="104075" y="13107"/>
                  </a:cubicBezTo>
                  <a:cubicBezTo>
                    <a:pt x="104566" y="12908"/>
                    <a:pt x="104997" y="12603"/>
                    <a:pt x="105368" y="12192"/>
                  </a:cubicBezTo>
                  <a:cubicBezTo>
                    <a:pt x="105567" y="11954"/>
                    <a:pt x="105666" y="11722"/>
                    <a:pt x="105666" y="11496"/>
                  </a:cubicBezTo>
                  <a:cubicBezTo>
                    <a:pt x="105666" y="11271"/>
                    <a:pt x="105580" y="11075"/>
                    <a:pt x="105408" y="10909"/>
                  </a:cubicBezTo>
                  <a:cubicBezTo>
                    <a:pt x="105235" y="10744"/>
                    <a:pt x="105017" y="10661"/>
                    <a:pt x="104751" y="10661"/>
                  </a:cubicBezTo>
                  <a:cubicBezTo>
                    <a:pt x="104619" y="10661"/>
                    <a:pt x="104486" y="10681"/>
                    <a:pt x="104354" y="10720"/>
                  </a:cubicBezTo>
                  <a:cubicBezTo>
                    <a:pt x="104221" y="10760"/>
                    <a:pt x="104102" y="10833"/>
                    <a:pt x="103996" y="10939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76" name="deterministic-check-label line 2" descr="deterministic checks"/>
            <p:cNvSpPr/>
            <p:nvPr/>
          </p:nvSpPr>
          <p:spPr>
            <a:xfrm>
              <a:off x="3939844" y="2610113"/>
              <a:ext cx="918859" cy="72745"/>
            </a:xfrm>
            <a:custGeom>
              <a:avLst/>
              <a:gdLst/>
              <a:ahLst/>
              <a:cxnLst/>
              <a:rect l="0" t="0" r="r" b="b"/>
              <a:pathLst>
                <a:path w="165560" h="13107">
                  <a:moveTo>
                    <a:pt x="8175" y="11198"/>
                  </a:moveTo>
                  <a:lnTo>
                    <a:pt x="8155" y="11178"/>
                  </a:lnTo>
                  <a:lnTo>
                    <a:pt x="8035" y="11019"/>
                  </a:lnTo>
                  <a:lnTo>
                    <a:pt x="8035" y="796"/>
                  </a:lnTo>
                  <a:cubicBezTo>
                    <a:pt x="7943" y="530"/>
                    <a:pt x="7807" y="335"/>
                    <a:pt x="7628" y="209"/>
                  </a:cubicBezTo>
                  <a:cubicBezTo>
                    <a:pt x="7449" y="83"/>
                    <a:pt x="7253" y="20"/>
                    <a:pt x="7041" y="20"/>
                  </a:cubicBezTo>
                  <a:cubicBezTo>
                    <a:pt x="6815" y="20"/>
                    <a:pt x="6613" y="90"/>
                    <a:pt x="6434" y="229"/>
                  </a:cubicBezTo>
                  <a:cubicBezTo>
                    <a:pt x="6255" y="368"/>
                    <a:pt x="6133" y="577"/>
                    <a:pt x="6066" y="855"/>
                  </a:cubicBezTo>
                  <a:cubicBezTo>
                    <a:pt x="6066" y="988"/>
                    <a:pt x="6070" y="1197"/>
                    <a:pt x="6076" y="1482"/>
                  </a:cubicBezTo>
                  <a:cubicBezTo>
                    <a:pt x="6083" y="1767"/>
                    <a:pt x="6086" y="2115"/>
                    <a:pt x="6086" y="2526"/>
                  </a:cubicBezTo>
                  <a:cubicBezTo>
                    <a:pt x="6086" y="2804"/>
                    <a:pt x="6090" y="3093"/>
                    <a:pt x="6096" y="3391"/>
                  </a:cubicBezTo>
                  <a:cubicBezTo>
                    <a:pt x="6103" y="3690"/>
                    <a:pt x="6106" y="4024"/>
                    <a:pt x="6106" y="4396"/>
                  </a:cubicBezTo>
                  <a:cubicBezTo>
                    <a:pt x="5841" y="4329"/>
                    <a:pt x="5569" y="4293"/>
                    <a:pt x="5291" y="4286"/>
                  </a:cubicBezTo>
                  <a:cubicBezTo>
                    <a:pt x="5012" y="4280"/>
                    <a:pt x="4727" y="4276"/>
                    <a:pt x="4435" y="4276"/>
                  </a:cubicBezTo>
                  <a:cubicBezTo>
                    <a:pt x="4077" y="4290"/>
                    <a:pt x="3706" y="4356"/>
                    <a:pt x="3322" y="4475"/>
                  </a:cubicBezTo>
                  <a:cubicBezTo>
                    <a:pt x="2937" y="4594"/>
                    <a:pt x="2592" y="4734"/>
                    <a:pt x="2287" y="4893"/>
                  </a:cubicBezTo>
                  <a:cubicBezTo>
                    <a:pt x="1943" y="5078"/>
                    <a:pt x="1618" y="5310"/>
                    <a:pt x="1313" y="5589"/>
                  </a:cubicBezTo>
                  <a:cubicBezTo>
                    <a:pt x="1008" y="5867"/>
                    <a:pt x="769" y="6172"/>
                    <a:pt x="597" y="6504"/>
                  </a:cubicBezTo>
                  <a:cubicBezTo>
                    <a:pt x="385" y="6915"/>
                    <a:pt x="232" y="7349"/>
                    <a:pt x="139" y="7807"/>
                  </a:cubicBezTo>
                  <a:cubicBezTo>
                    <a:pt x="46" y="8264"/>
                    <a:pt x="0" y="8725"/>
                    <a:pt x="0" y="9189"/>
                  </a:cubicBezTo>
                  <a:cubicBezTo>
                    <a:pt x="0" y="9613"/>
                    <a:pt x="60" y="10038"/>
                    <a:pt x="179" y="10462"/>
                  </a:cubicBezTo>
                  <a:cubicBezTo>
                    <a:pt x="298" y="10886"/>
                    <a:pt x="484" y="11284"/>
                    <a:pt x="736" y="11655"/>
                  </a:cubicBezTo>
                  <a:cubicBezTo>
                    <a:pt x="1081" y="12119"/>
                    <a:pt x="1512" y="12464"/>
                    <a:pt x="2029" y="12690"/>
                  </a:cubicBezTo>
                  <a:cubicBezTo>
                    <a:pt x="2546" y="12915"/>
                    <a:pt x="3083" y="13028"/>
                    <a:pt x="3640" y="13028"/>
                  </a:cubicBezTo>
                  <a:cubicBezTo>
                    <a:pt x="4170" y="13028"/>
                    <a:pt x="4677" y="12951"/>
                    <a:pt x="5161" y="12799"/>
                  </a:cubicBezTo>
                  <a:cubicBezTo>
                    <a:pt x="5645" y="12646"/>
                    <a:pt x="6080" y="12411"/>
                    <a:pt x="6464" y="12093"/>
                  </a:cubicBezTo>
                  <a:lnTo>
                    <a:pt x="6703" y="12331"/>
                  </a:lnTo>
                  <a:cubicBezTo>
                    <a:pt x="6941" y="12570"/>
                    <a:pt x="7213" y="12690"/>
                    <a:pt x="7518" y="12690"/>
                  </a:cubicBezTo>
                  <a:cubicBezTo>
                    <a:pt x="7783" y="12690"/>
                    <a:pt x="7999" y="12607"/>
                    <a:pt x="8165" y="12441"/>
                  </a:cubicBezTo>
                  <a:cubicBezTo>
                    <a:pt x="8330" y="12275"/>
                    <a:pt x="8413" y="12080"/>
                    <a:pt x="8413" y="11854"/>
                  </a:cubicBezTo>
                  <a:cubicBezTo>
                    <a:pt x="8413" y="11761"/>
                    <a:pt x="8397" y="11662"/>
                    <a:pt x="8364" y="11556"/>
                  </a:cubicBezTo>
                  <a:cubicBezTo>
                    <a:pt x="8330" y="11450"/>
                    <a:pt x="8267" y="11330"/>
                    <a:pt x="8175" y="11198"/>
                  </a:cubicBezTo>
                  <a:close/>
                  <a:moveTo>
                    <a:pt x="6126" y="10044"/>
                  </a:moveTo>
                  <a:lnTo>
                    <a:pt x="5609" y="10442"/>
                  </a:lnTo>
                  <a:cubicBezTo>
                    <a:pt x="5092" y="10840"/>
                    <a:pt x="4578" y="11059"/>
                    <a:pt x="4067" y="11098"/>
                  </a:cubicBezTo>
                  <a:cubicBezTo>
                    <a:pt x="3557" y="11138"/>
                    <a:pt x="3116" y="11039"/>
                    <a:pt x="2745" y="10800"/>
                  </a:cubicBezTo>
                  <a:cubicBezTo>
                    <a:pt x="2373" y="10561"/>
                    <a:pt x="2115" y="10197"/>
                    <a:pt x="1969" y="9706"/>
                  </a:cubicBezTo>
                  <a:cubicBezTo>
                    <a:pt x="1823" y="9215"/>
                    <a:pt x="1856" y="8632"/>
                    <a:pt x="2069" y="7956"/>
                  </a:cubicBezTo>
                  <a:cubicBezTo>
                    <a:pt x="2161" y="7624"/>
                    <a:pt x="2301" y="7336"/>
                    <a:pt x="2486" y="7091"/>
                  </a:cubicBezTo>
                  <a:cubicBezTo>
                    <a:pt x="2672" y="6845"/>
                    <a:pt x="2891" y="6643"/>
                    <a:pt x="3143" y="6484"/>
                  </a:cubicBezTo>
                  <a:cubicBezTo>
                    <a:pt x="3394" y="6325"/>
                    <a:pt x="3666" y="6209"/>
                    <a:pt x="3958" y="6136"/>
                  </a:cubicBezTo>
                  <a:cubicBezTo>
                    <a:pt x="4250" y="6063"/>
                    <a:pt x="4548" y="6027"/>
                    <a:pt x="4853" y="6027"/>
                  </a:cubicBezTo>
                  <a:cubicBezTo>
                    <a:pt x="5012" y="6027"/>
                    <a:pt x="5178" y="6040"/>
                    <a:pt x="5350" y="6066"/>
                  </a:cubicBezTo>
                  <a:cubicBezTo>
                    <a:pt x="5523" y="6093"/>
                    <a:pt x="5695" y="6126"/>
                    <a:pt x="5867" y="6166"/>
                  </a:cubicBezTo>
                  <a:lnTo>
                    <a:pt x="6106" y="6365"/>
                  </a:lnTo>
                  <a:cubicBezTo>
                    <a:pt x="6106" y="6617"/>
                    <a:pt x="6109" y="6908"/>
                    <a:pt x="6116" y="7240"/>
                  </a:cubicBezTo>
                  <a:cubicBezTo>
                    <a:pt x="6123" y="7571"/>
                    <a:pt x="6126" y="7906"/>
                    <a:pt x="6126" y="8244"/>
                  </a:cubicBezTo>
                  <a:close/>
                  <a:moveTo>
                    <a:pt x="16906" y="10263"/>
                  </a:moveTo>
                  <a:cubicBezTo>
                    <a:pt x="16522" y="10502"/>
                    <a:pt x="16101" y="10730"/>
                    <a:pt x="15643" y="10949"/>
                  </a:cubicBezTo>
                  <a:cubicBezTo>
                    <a:pt x="15186" y="11168"/>
                    <a:pt x="14745" y="11291"/>
                    <a:pt x="14320" y="11317"/>
                  </a:cubicBezTo>
                  <a:cubicBezTo>
                    <a:pt x="13817" y="11357"/>
                    <a:pt x="13392" y="11264"/>
                    <a:pt x="13048" y="11039"/>
                  </a:cubicBezTo>
                  <a:cubicBezTo>
                    <a:pt x="12703" y="10813"/>
                    <a:pt x="12438" y="10508"/>
                    <a:pt x="12252" y="10124"/>
                  </a:cubicBezTo>
                  <a:cubicBezTo>
                    <a:pt x="12278" y="10124"/>
                    <a:pt x="12348" y="10110"/>
                    <a:pt x="12461" y="10084"/>
                  </a:cubicBezTo>
                  <a:cubicBezTo>
                    <a:pt x="12573" y="10057"/>
                    <a:pt x="12835" y="9991"/>
                    <a:pt x="13246" y="9885"/>
                  </a:cubicBezTo>
                  <a:cubicBezTo>
                    <a:pt x="13631" y="9792"/>
                    <a:pt x="14042" y="9686"/>
                    <a:pt x="14480" y="9567"/>
                  </a:cubicBezTo>
                  <a:cubicBezTo>
                    <a:pt x="14917" y="9448"/>
                    <a:pt x="15341" y="9302"/>
                    <a:pt x="15752" y="9129"/>
                  </a:cubicBezTo>
                  <a:cubicBezTo>
                    <a:pt x="16164" y="8957"/>
                    <a:pt x="16541" y="8755"/>
                    <a:pt x="16886" y="8523"/>
                  </a:cubicBezTo>
                  <a:cubicBezTo>
                    <a:pt x="17231" y="8291"/>
                    <a:pt x="17503" y="8015"/>
                    <a:pt x="17702" y="7697"/>
                  </a:cubicBezTo>
                  <a:cubicBezTo>
                    <a:pt x="17808" y="7538"/>
                    <a:pt x="17881" y="7372"/>
                    <a:pt x="17920" y="7200"/>
                  </a:cubicBezTo>
                  <a:cubicBezTo>
                    <a:pt x="17960" y="7028"/>
                    <a:pt x="17980" y="6849"/>
                    <a:pt x="17980" y="6663"/>
                  </a:cubicBezTo>
                  <a:cubicBezTo>
                    <a:pt x="17980" y="6385"/>
                    <a:pt x="17927" y="6106"/>
                    <a:pt x="17821" y="5828"/>
                  </a:cubicBezTo>
                  <a:cubicBezTo>
                    <a:pt x="17715" y="5549"/>
                    <a:pt x="17569" y="5294"/>
                    <a:pt x="17383" y="5062"/>
                  </a:cubicBezTo>
                  <a:cubicBezTo>
                    <a:pt x="17198" y="4830"/>
                    <a:pt x="16979" y="4631"/>
                    <a:pt x="16727" y="4465"/>
                  </a:cubicBezTo>
                  <a:cubicBezTo>
                    <a:pt x="16475" y="4299"/>
                    <a:pt x="16203" y="4183"/>
                    <a:pt x="15912" y="4117"/>
                  </a:cubicBezTo>
                  <a:cubicBezTo>
                    <a:pt x="15607" y="4051"/>
                    <a:pt x="15295" y="4018"/>
                    <a:pt x="14977" y="4018"/>
                  </a:cubicBezTo>
                  <a:cubicBezTo>
                    <a:pt x="14380" y="4018"/>
                    <a:pt x="13803" y="4117"/>
                    <a:pt x="13246" y="4316"/>
                  </a:cubicBezTo>
                  <a:cubicBezTo>
                    <a:pt x="12690" y="4515"/>
                    <a:pt x="12172" y="4780"/>
                    <a:pt x="11695" y="5112"/>
                  </a:cubicBezTo>
                  <a:cubicBezTo>
                    <a:pt x="11098" y="5509"/>
                    <a:pt x="10664" y="6027"/>
                    <a:pt x="10392" y="6663"/>
                  </a:cubicBezTo>
                  <a:cubicBezTo>
                    <a:pt x="10120" y="7299"/>
                    <a:pt x="9985" y="7962"/>
                    <a:pt x="9985" y="8652"/>
                  </a:cubicBezTo>
                  <a:cubicBezTo>
                    <a:pt x="9985" y="9355"/>
                    <a:pt x="10140" y="10041"/>
                    <a:pt x="10452" y="10710"/>
                  </a:cubicBezTo>
                  <a:cubicBezTo>
                    <a:pt x="10764" y="11380"/>
                    <a:pt x="11198" y="11920"/>
                    <a:pt x="11755" y="12331"/>
                  </a:cubicBezTo>
                  <a:cubicBezTo>
                    <a:pt x="12099" y="12570"/>
                    <a:pt x="12471" y="12746"/>
                    <a:pt x="12869" y="12859"/>
                  </a:cubicBezTo>
                  <a:cubicBezTo>
                    <a:pt x="13266" y="12971"/>
                    <a:pt x="13657" y="13028"/>
                    <a:pt x="14042" y="13028"/>
                  </a:cubicBezTo>
                  <a:cubicBezTo>
                    <a:pt x="14692" y="13028"/>
                    <a:pt x="15338" y="12912"/>
                    <a:pt x="15981" y="12680"/>
                  </a:cubicBezTo>
                  <a:cubicBezTo>
                    <a:pt x="16624" y="12448"/>
                    <a:pt x="17224" y="12166"/>
                    <a:pt x="17781" y="11834"/>
                  </a:cubicBezTo>
                  <a:cubicBezTo>
                    <a:pt x="17980" y="11715"/>
                    <a:pt x="18126" y="11586"/>
                    <a:pt x="18219" y="11446"/>
                  </a:cubicBezTo>
                  <a:cubicBezTo>
                    <a:pt x="18312" y="11307"/>
                    <a:pt x="18358" y="11165"/>
                    <a:pt x="18358" y="11019"/>
                  </a:cubicBezTo>
                  <a:cubicBezTo>
                    <a:pt x="18358" y="10873"/>
                    <a:pt x="18322" y="10737"/>
                    <a:pt x="18249" y="10611"/>
                  </a:cubicBezTo>
                  <a:cubicBezTo>
                    <a:pt x="18176" y="10485"/>
                    <a:pt x="18076" y="10382"/>
                    <a:pt x="17950" y="10303"/>
                  </a:cubicBezTo>
                  <a:cubicBezTo>
                    <a:pt x="17824" y="10223"/>
                    <a:pt x="17672" y="10177"/>
                    <a:pt x="17493" y="10164"/>
                  </a:cubicBezTo>
                  <a:cubicBezTo>
                    <a:pt x="17314" y="10150"/>
                    <a:pt x="17118" y="10183"/>
                    <a:pt x="16906" y="10263"/>
                  </a:cubicBezTo>
                  <a:close/>
                  <a:moveTo>
                    <a:pt x="13246" y="6265"/>
                  </a:moveTo>
                  <a:cubicBezTo>
                    <a:pt x="13472" y="6159"/>
                    <a:pt x="13757" y="6050"/>
                    <a:pt x="14102" y="5937"/>
                  </a:cubicBezTo>
                  <a:cubicBezTo>
                    <a:pt x="14446" y="5824"/>
                    <a:pt x="14771" y="5768"/>
                    <a:pt x="15076" y="5768"/>
                  </a:cubicBezTo>
                  <a:cubicBezTo>
                    <a:pt x="15355" y="5768"/>
                    <a:pt x="15593" y="5841"/>
                    <a:pt x="15792" y="5987"/>
                  </a:cubicBezTo>
                  <a:cubicBezTo>
                    <a:pt x="15991" y="6133"/>
                    <a:pt x="16077" y="6398"/>
                    <a:pt x="16051" y="6782"/>
                  </a:cubicBezTo>
                  <a:cubicBezTo>
                    <a:pt x="15971" y="6941"/>
                    <a:pt x="15815" y="7087"/>
                    <a:pt x="15583" y="7220"/>
                  </a:cubicBezTo>
                  <a:cubicBezTo>
                    <a:pt x="15351" y="7352"/>
                    <a:pt x="15099" y="7469"/>
                    <a:pt x="14828" y="7568"/>
                  </a:cubicBezTo>
                  <a:cubicBezTo>
                    <a:pt x="14556" y="7667"/>
                    <a:pt x="14287" y="7754"/>
                    <a:pt x="14022" y="7827"/>
                  </a:cubicBezTo>
                  <a:cubicBezTo>
                    <a:pt x="13757" y="7899"/>
                    <a:pt x="13558" y="7956"/>
                    <a:pt x="13425" y="7996"/>
                  </a:cubicBezTo>
                  <a:cubicBezTo>
                    <a:pt x="13054" y="8102"/>
                    <a:pt x="12769" y="8185"/>
                    <a:pt x="12570" y="8244"/>
                  </a:cubicBezTo>
                  <a:cubicBezTo>
                    <a:pt x="12371" y="8304"/>
                    <a:pt x="12222" y="8347"/>
                    <a:pt x="12123" y="8373"/>
                  </a:cubicBezTo>
                  <a:cubicBezTo>
                    <a:pt x="12023" y="8400"/>
                    <a:pt x="11964" y="8417"/>
                    <a:pt x="11944" y="8423"/>
                  </a:cubicBezTo>
                  <a:lnTo>
                    <a:pt x="11914" y="8433"/>
                  </a:lnTo>
                  <a:cubicBezTo>
                    <a:pt x="11940" y="7969"/>
                    <a:pt x="12060" y="7548"/>
                    <a:pt x="12272" y="7170"/>
                  </a:cubicBezTo>
                  <a:cubicBezTo>
                    <a:pt x="12484" y="6792"/>
                    <a:pt x="12809" y="6491"/>
                    <a:pt x="13246" y="6265"/>
                  </a:cubicBezTo>
                  <a:close/>
                  <a:moveTo>
                    <a:pt x="21003" y="5828"/>
                  </a:moveTo>
                  <a:lnTo>
                    <a:pt x="21998" y="5828"/>
                  </a:lnTo>
                  <a:lnTo>
                    <a:pt x="21998" y="8871"/>
                  </a:lnTo>
                  <a:cubicBezTo>
                    <a:pt x="21998" y="9401"/>
                    <a:pt x="22001" y="9935"/>
                    <a:pt x="22008" y="10472"/>
                  </a:cubicBezTo>
                  <a:cubicBezTo>
                    <a:pt x="22014" y="11009"/>
                    <a:pt x="22018" y="11529"/>
                    <a:pt x="22018" y="12033"/>
                  </a:cubicBezTo>
                  <a:cubicBezTo>
                    <a:pt x="22057" y="12338"/>
                    <a:pt x="22173" y="12564"/>
                    <a:pt x="22366" y="12709"/>
                  </a:cubicBezTo>
                  <a:cubicBezTo>
                    <a:pt x="22558" y="12855"/>
                    <a:pt x="22767" y="12928"/>
                    <a:pt x="22992" y="12928"/>
                  </a:cubicBezTo>
                  <a:cubicBezTo>
                    <a:pt x="23218" y="12928"/>
                    <a:pt x="23436" y="12849"/>
                    <a:pt x="23649" y="12690"/>
                  </a:cubicBezTo>
                  <a:cubicBezTo>
                    <a:pt x="23861" y="12530"/>
                    <a:pt x="23967" y="12285"/>
                    <a:pt x="23967" y="11954"/>
                  </a:cubicBezTo>
                  <a:cubicBezTo>
                    <a:pt x="23967" y="11543"/>
                    <a:pt x="23964" y="11131"/>
                    <a:pt x="23957" y="10720"/>
                  </a:cubicBezTo>
                  <a:cubicBezTo>
                    <a:pt x="23950" y="10309"/>
                    <a:pt x="23947" y="9898"/>
                    <a:pt x="23947" y="9487"/>
                  </a:cubicBezTo>
                  <a:lnTo>
                    <a:pt x="23947" y="5828"/>
                  </a:lnTo>
                  <a:lnTo>
                    <a:pt x="25638" y="5828"/>
                  </a:lnTo>
                  <a:cubicBezTo>
                    <a:pt x="26248" y="5669"/>
                    <a:pt x="26552" y="5377"/>
                    <a:pt x="26552" y="4952"/>
                  </a:cubicBezTo>
                  <a:cubicBezTo>
                    <a:pt x="26552" y="4767"/>
                    <a:pt x="26483" y="4594"/>
                    <a:pt x="26344" y="4435"/>
                  </a:cubicBezTo>
                  <a:cubicBezTo>
                    <a:pt x="26204" y="4276"/>
                    <a:pt x="25989" y="4157"/>
                    <a:pt x="25697" y="4077"/>
                  </a:cubicBezTo>
                  <a:lnTo>
                    <a:pt x="23947" y="4077"/>
                  </a:lnTo>
                  <a:lnTo>
                    <a:pt x="23947" y="975"/>
                  </a:lnTo>
                  <a:cubicBezTo>
                    <a:pt x="23881" y="709"/>
                    <a:pt x="23755" y="514"/>
                    <a:pt x="23569" y="388"/>
                  </a:cubicBezTo>
                  <a:cubicBezTo>
                    <a:pt x="23383" y="262"/>
                    <a:pt x="23185" y="199"/>
                    <a:pt x="22972" y="199"/>
                  </a:cubicBezTo>
                  <a:cubicBezTo>
                    <a:pt x="22747" y="199"/>
                    <a:pt x="22545" y="269"/>
                    <a:pt x="22366" y="408"/>
                  </a:cubicBezTo>
                  <a:cubicBezTo>
                    <a:pt x="22187" y="547"/>
                    <a:pt x="22064" y="756"/>
                    <a:pt x="21998" y="1034"/>
                  </a:cubicBezTo>
                  <a:lnTo>
                    <a:pt x="21998" y="4077"/>
                  </a:lnTo>
                  <a:lnTo>
                    <a:pt x="21083" y="4077"/>
                  </a:lnTo>
                  <a:cubicBezTo>
                    <a:pt x="20725" y="4077"/>
                    <a:pt x="20456" y="4170"/>
                    <a:pt x="20277" y="4356"/>
                  </a:cubicBezTo>
                  <a:cubicBezTo>
                    <a:pt x="20098" y="4541"/>
                    <a:pt x="20009" y="4740"/>
                    <a:pt x="20009" y="4952"/>
                  </a:cubicBezTo>
                  <a:cubicBezTo>
                    <a:pt x="20009" y="5165"/>
                    <a:pt x="20092" y="5350"/>
                    <a:pt x="20257" y="5509"/>
                  </a:cubicBezTo>
                  <a:cubicBezTo>
                    <a:pt x="20423" y="5669"/>
                    <a:pt x="20672" y="5775"/>
                    <a:pt x="21003" y="5828"/>
                  </a:cubicBezTo>
                  <a:close/>
                  <a:moveTo>
                    <a:pt x="34608" y="10263"/>
                  </a:moveTo>
                  <a:cubicBezTo>
                    <a:pt x="34223" y="10502"/>
                    <a:pt x="33802" y="10730"/>
                    <a:pt x="33345" y="10949"/>
                  </a:cubicBezTo>
                  <a:cubicBezTo>
                    <a:pt x="32887" y="11168"/>
                    <a:pt x="32446" y="11291"/>
                    <a:pt x="32022" y="11317"/>
                  </a:cubicBezTo>
                  <a:cubicBezTo>
                    <a:pt x="31518" y="11357"/>
                    <a:pt x="31094" y="11264"/>
                    <a:pt x="30749" y="11039"/>
                  </a:cubicBezTo>
                  <a:cubicBezTo>
                    <a:pt x="30404" y="10813"/>
                    <a:pt x="30139" y="10508"/>
                    <a:pt x="29954" y="10124"/>
                  </a:cubicBezTo>
                  <a:cubicBezTo>
                    <a:pt x="29980" y="10124"/>
                    <a:pt x="30050" y="10110"/>
                    <a:pt x="30162" y="10084"/>
                  </a:cubicBezTo>
                  <a:cubicBezTo>
                    <a:pt x="30275" y="10057"/>
                    <a:pt x="30537" y="9991"/>
                    <a:pt x="30948" y="9885"/>
                  </a:cubicBezTo>
                  <a:cubicBezTo>
                    <a:pt x="31333" y="9792"/>
                    <a:pt x="31744" y="9686"/>
                    <a:pt x="32181" y="9567"/>
                  </a:cubicBezTo>
                  <a:cubicBezTo>
                    <a:pt x="32619" y="9448"/>
                    <a:pt x="33043" y="9302"/>
                    <a:pt x="33454" y="9129"/>
                  </a:cubicBezTo>
                  <a:cubicBezTo>
                    <a:pt x="33865" y="8957"/>
                    <a:pt x="34243" y="8755"/>
                    <a:pt x="34588" y="8523"/>
                  </a:cubicBezTo>
                  <a:cubicBezTo>
                    <a:pt x="34933" y="8291"/>
                    <a:pt x="35204" y="8015"/>
                    <a:pt x="35403" y="7697"/>
                  </a:cubicBezTo>
                  <a:cubicBezTo>
                    <a:pt x="35509" y="7538"/>
                    <a:pt x="35582" y="7372"/>
                    <a:pt x="35622" y="7200"/>
                  </a:cubicBezTo>
                  <a:cubicBezTo>
                    <a:pt x="35662" y="7028"/>
                    <a:pt x="35682" y="6849"/>
                    <a:pt x="35682" y="6663"/>
                  </a:cubicBezTo>
                  <a:cubicBezTo>
                    <a:pt x="35682" y="6385"/>
                    <a:pt x="35629" y="6106"/>
                    <a:pt x="35523" y="5828"/>
                  </a:cubicBezTo>
                  <a:cubicBezTo>
                    <a:pt x="35417" y="5549"/>
                    <a:pt x="35271" y="5294"/>
                    <a:pt x="35085" y="5062"/>
                  </a:cubicBezTo>
                  <a:cubicBezTo>
                    <a:pt x="34899" y="4830"/>
                    <a:pt x="34681" y="4631"/>
                    <a:pt x="34429" y="4465"/>
                  </a:cubicBezTo>
                  <a:cubicBezTo>
                    <a:pt x="34177" y="4299"/>
                    <a:pt x="33905" y="4183"/>
                    <a:pt x="33613" y="4117"/>
                  </a:cubicBezTo>
                  <a:cubicBezTo>
                    <a:pt x="33308" y="4051"/>
                    <a:pt x="32997" y="4018"/>
                    <a:pt x="32678" y="4018"/>
                  </a:cubicBezTo>
                  <a:cubicBezTo>
                    <a:pt x="32082" y="4018"/>
                    <a:pt x="31505" y="4117"/>
                    <a:pt x="30948" y="4316"/>
                  </a:cubicBezTo>
                  <a:cubicBezTo>
                    <a:pt x="30391" y="4515"/>
                    <a:pt x="29874" y="4780"/>
                    <a:pt x="29397" y="5112"/>
                  </a:cubicBezTo>
                  <a:cubicBezTo>
                    <a:pt x="28800" y="5509"/>
                    <a:pt x="28366" y="6027"/>
                    <a:pt x="28094" y="6663"/>
                  </a:cubicBezTo>
                  <a:cubicBezTo>
                    <a:pt x="27822" y="7299"/>
                    <a:pt x="27686" y="7962"/>
                    <a:pt x="27686" y="8652"/>
                  </a:cubicBezTo>
                  <a:cubicBezTo>
                    <a:pt x="27686" y="9355"/>
                    <a:pt x="27842" y="10041"/>
                    <a:pt x="28154" y="10710"/>
                  </a:cubicBezTo>
                  <a:cubicBezTo>
                    <a:pt x="28465" y="11380"/>
                    <a:pt x="28899" y="11920"/>
                    <a:pt x="29456" y="12331"/>
                  </a:cubicBezTo>
                  <a:cubicBezTo>
                    <a:pt x="29801" y="12570"/>
                    <a:pt x="30172" y="12746"/>
                    <a:pt x="30570" y="12859"/>
                  </a:cubicBezTo>
                  <a:cubicBezTo>
                    <a:pt x="30968" y="12971"/>
                    <a:pt x="31359" y="13028"/>
                    <a:pt x="31744" y="13028"/>
                  </a:cubicBezTo>
                  <a:cubicBezTo>
                    <a:pt x="32393" y="13028"/>
                    <a:pt x="33040" y="12912"/>
                    <a:pt x="33683" y="12680"/>
                  </a:cubicBezTo>
                  <a:cubicBezTo>
                    <a:pt x="34326" y="12448"/>
                    <a:pt x="34926" y="12166"/>
                    <a:pt x="35483" y="11834"/>
                  </a:cubicBezTo>
                  <a:cubicBezTo>
                    <a:pt x="35682" y="11715"/>
                    <a:pt x="35828" y="11586"/>
                    <a:pt x="35920" y="11446"/>
                  </a:cubicBezTo>
                  <a:cubicBezTo>
                    <a:pt x="36013" y="11307"/>
                    <a:pt x="36060" y="11165"/>
                    <a:pt x="36060" y="11019"/>
                  </a:cubicBezTo>
                  <a:cubicBezTo>
                    <a:pt x="36060" y="10873"/>
                    <a:pt x="36023" y="10737"/>
                    <a:pt x="35950" y="10611"/>
                  </a:cubicBezTo>
                  <a:cubicBezTo>
                    <a:pt x="35877" y="10485"/>
                    <a:pt x="35778" y="10382"/>
                    <a:pt x="35652" y="10303"/>
                  </a:cubicBezTo>
                  <a:cubicBezTo>
                    <a:pt x="35526" y="10223"/>
                    <a:pt x="35373" y="10177"/>
                    <a:pt x="35194" y="10164"/>
                  </a:cubicBezTo>
                  <a:cubicBezTo>
                    <a:pt x="35015" y="10150"/>
                    <a:pt x="34820" y="10183"/>
                    <a:pt x="34608" y="10263"/>
                  </a:cubicBezTo>
                  <a:close/>
                  <a:moveTo>
                    <a:pt x="30948" y="6265"/>
                  </a:moveTo>
                  <a:cubicBezTo>
                    <a:pt x="31173" y="6159"/>
                    <a:pt x="31459" y="6050"/>
                    <a:pt x="31803" y="5937"/>
                  </a:cubicBezTo>
                  <a:cubicBezTo>
                    <a:pt x="32148" y="5824"/>
                    <a:pt x="32473" y="5768"/>
                    <a:pt x="32778" y="5768"/>
                  </a:cubicBezTo>
                  <a:cubicBezTo>
                    <a:pt x="33056" y="5768"/>
                    <a:pt x="33295" y="5841"/>
                    <a:pt x="33494" y="5987"/>
                  </a:cubicBezTo>
                  <a:cubicBezTo>
                    <a:pt x="33693" y="6133"/>
                    <a:pt x="33779" y="6398"/>
                    <a:pt x="33752" y="6782"/>
                  </a:cubicBezTo>
                  <a:cubicBezTo>
                    <a:pt x="33673" y="6941"/>
                    <a:pt x="33517" y="7087"/>
                    <a:pt x="33285" y="7220"/>
                  </a:cubicBezTo>
                  <a:cubicBezTo>
                    <a:pt x="33053" y="7352"/>
                    <a:pt x="32801" y="7469"/>
                    <a:pt x="32529" y="7568"/>
                  </a:cubicBezTo>
                  <a:cubicBezTo>
                    <a:pt x="32257" y="7667"/>
                    <a:pt x="31989" y="7754"/>
                    <a:pt x="31724" y="7827"/>
                  </a:cubicBezTo>
                  <a:cubicBezTo>
                    <a:pt x="31459" y="7899"/>
                    <a:pt x="31260" y="7956"/>
                    <a:pt x="31127" y="7996"/>
                  </a:cubicBezTo>
                  <a:cubicBezTo>
                    <a:pt x="30756" y="8102"/>
                    <a:pt x="30471" y="8185"/>
                    <a:pt x="30272" y="8244"/>
                  </a:cubicBezTo>
                  <a:cubicBezTo>
                    <a:pt x="30073" y="8304"/>
                    <a:pt x="29924" y="8347"/>
                    <a:pt x="29824" y="8373"/>
                  </a:cubicBezTo>
                  <a:cubicBezTo>
                    <a:pt x="29725" y="8400"/>
                    <a:pt x="29665" y="8417"/>
                    <a:pt x="29645" y="8423"/>
                  </a:cubicBezTo>
                  <a:lnTo>
                    <a:pt x="29615" y="8433"/>
                  </a:lnTo>
                  <a:cubicBezTo>
                    <a:pt x="29642" y="7969"/>
                    <a:pt x="29761" y="7548"/>
                    <a:pt x="29973" y="7170"/>
                  </a:cubicBezTo>
                  <a:cubicBezTo>
                    <a:pt x="30186" y="6792"/>
                    <a:pt x="30510" y="6491"/>
                    <a:pt x="30948" y="6265"/>
                  </a:cubicBezTo>
                  <a:close/>
                  <a:moveTo>
                    <a:pt x="37850" y="5907"/>
                  </a:moveTo>
                  <a:lnTo>
                    <a:pt x="37890" y="5927"/>
                  </a:lnTo>
                  <a:lnTo>
                    <a:pt x="37890" y="12152"/>
                  </a:lnTo>
                  <a:cubicBezTo>
                    <a:pt x="37929" y="12457"/>
                    <a:pt x="38042" y="12686"/>
                    <a:pt x="38228" y="12839"/>
                  </a:cubicBezTo>
                  <a:cubicBezTo>
                    <a:pt x="38413" y="12991"/>
                    <a:pt x="38625" y="13067"/>
                    <a:pt x="38864" y="13067"/>
                  </a:cubicBezTo>
                  <a:cubicBezTo>
                    <a:pt x="39090" y="13067"/>
                    <a:pt x="39305" y="12988"/>
                    <a:pt x="39510" y="12829"/>
                  </a:cubicBezTo>
                  <a:cubicBezTo>
                    <a:pt x="39716" y="12670"/>
                    <a:pt x="39825" y="12424"/>
                    <a:pt x="39839" y="12093"/>
                  </a:cubicBezTo>
                  <a:lnTo>
                    <a:pt x="39839" y="6882"/>
                  </a:lnTo>
                  <a:cubicBezTo>
                    <a:pt x="39971" y="6749"/>
                    <a:pt x="40134" y="6593"/>
                    <a:pt x="40326" y="6414"/>
                  </a:cubicBezTo>
                  <a:cubicBezTo>
                    <a:pt x="40518" y="6235"/>
                    <a:pt x="40714" y="6073"/>
                    <a:pt x="40913" y="5927"/>
                  </a:cubicBezTo>
                  <a:cubicBezTo>
                    <a:pt x="41112" y="5781"/>
                    <a:pt x="41310" y="5655"/>
                    <a:pt x="41509" y="5549"/>
                  </a:cubicBezTo>
                  <a:cubicBezTo>
                    <a:pt x="41708" y="5443"/>
                    <a:pt x="41881" y="5390"/>
                    <a:pt x="42027" y="5390"/>
                  </a:cubicBezTo>
                  <a:cubicBezTo>
                    <a:pt x="42133" y="5390"/>
                    <a:pt x="42249" y="5433"/>
                    <a:pt x="42375" y="5519"/>
                  </a:cubicBezTo>
                  <a:cubicBezTo>
                    <a:pt x="42501" y="5606"/>
                    <a:pt x="42610" y="5695"/>
                    <a:pt x="42703" y="5788"/>
                  </a:cubicBezTo>
                  <a:cubicBezTo>
                    <a:pt x="42822" y="5894"/>
                    <a:pt x="42941" y="5987"/>
                    <a:pt x="43061" y="6066"/>
                  </a:cubicBezTo>
                  <a:cubicBezTo>
                    <a:pt x="43180" y="6146"/>
                    <a:pt x="43333" y="6186"/>
                    <a:pt x="43518" y="6186"/>
                  </a:cubicBezTo>
                  <a:cubicBezTo>
                    <a:pt x="43770" y="6186"/>
                    <a:pt x="43986" y="6109"/>
                    <a:pt x="44165" y="5957"/>
                  </a:cubicBezTo>
                  <a:cubicBezTo>
                    <a:pt x="44344" y="5804"/>
                    <a:pt x="44433" y="5609"/>
                    <a:pt x="44433" y="5370"/>
                  </a:cubicBezTo>
                  <a:cubicBezTo>
                    <a:pt x="44433" y="5078"/>
                    <a:pt x="44334" y="4823"/>
                    <a:pt x="44135" y="4604"/>
                  </a:cubicBezTo>
                  <a:cubicBezTo>
                    <a:pt x="43936" y="4386"/>
                    <a:pt x="43707" y="4207"/>
                    <a:pt x="43449" y="4067"/>
                  </a:cubicBezTo>
                  <a:cubicBezTo>
                    <a:pt x="43190" y="3928"/>
                    <a:pt x="42925" y="3825"/>
                    <a:pt x="42653" y="3759"/>
                  </a:cubicBezTo>
                  <a:cubicBezTo>
                    <a:pt x="42381" y="3693"/>
                    <a:pt x="42179" y="3660"/>
                    <a:pt x="42046" y="3660"/>
                  </a:cubicBezTo>
                  <a:cubicBezTo>
                    <a:pt x="41582" y="3660"/>
                    <a:pt x="41141" y="3759"/>
                    <a:pt x="40724" y="3958"/>
                  </a:cubicBezTo>
                  <a:cubicBezTo>
                    <a:pt x="40306" y="4157"/>
                    <a:pt x="39892" y="4422"/>
                    <a:pt x="39481" y="4754"/>
                  </a:cubicBezTo>
                  <a:cubicBezTo>
                    <a:pt x="39308" y="4608"/>
                    <a:pt x="39093" y="4482"/>
                    <a:pt x="38834" y="4376"/>
                  </a:cubicBezTo>
                  <a:cubicBezTo>
                    <a:pt x="38576" y="4270"/>
                    <a:pt x="38347" y="4217"/>
                    <a:pt x="38148" y="4217"/>
                  </a:cubicBezTo>
                  <a:cubicBezTo>
                    <a:pt x="37856" y="4217"/>
                    <a:pt x="37621" y="4296"/>
                    <a:pt x="37442" y="4455"/>
                  </a:cubicBezTo>
                  <a:cubicBezTo>
                    <a:pt x="37263" y="4614"/>
                    <a:pt x="37173" y="4807"/>
                    <a:pt x="37173" y="5032"/>
                  </a:cubicBezTo>
                  <a:cubicBezTo>
                    <a:pt x="37173" y="5191"/>
                    <a:pt x="37223" y="5340"/>
                    <a:pt x="37323" y="5480"/>
                  </a:cubicBezTo>
                  <a:cubicBezTo>
                    <a:pt x="37422" y="5619"/>
                    <a:pt x="37598" y="5761"/>
                    <a:pt x="37850" y="5907"/>
                  </a:cubicBezTo>
                  <a:close/>
                  <a:moveTo>
                    <a:pt x="50002" y="12033"/>
                  </a:moveTo>
                  <a:cubicBezTo>
                    <a:pt x="50042" y="12338"/>
                    <a:pt x="50155" y="12564"/>
                    <a:pt x="50340" y="12709"/>
                  </a:cubicBezTo>
                  <a:cubicBezTo>
                    <a:pt x="50526" y="12855"/>
                    <a:pt x="50738" y="12928"/>
                    <a:pt x="50977" y="12928"/>
                  </a:cubicBezTo>
                  <a:cubicBezTo>
                    <a:pt x="51215" y="12928"/>
                    <a:pt x="51434" y="12849"/>
                    <a:pt x="51633" y="12690"/>
                  </a:cubicBezTo>
                  <a:cubicBezTo>
                    <a:pt x="51832" y="12530"/>
                    <a:pt x="51938" y="12285"/>
                    <a:pt x="51951" y="11954"/>
                  </a:cubicBezTo>
                  <a:lnTo>
                    <a:pt x="51931" y="6703"/>
                  </a:lnTo>
                  <a:cubicBezTo>
                    <a:pt x="52117" y="6265"/>
                    <a:pt x="52329" y="5967"/>
                    <a:pt x="52568" y="5808"/>
                  </a:cubicBezTo>
                  <a:cubicBezTo>
                    <a:pt x="52807" y="5649"/>
                    <a:pt x="53078" y="5569"/>
                    <a:pt x="53383" y="5569"/>
                  </a:cubicBezTo>
                  <a:cubicBezTo>
                    <a:pt x="53635" y="5569"/>
                    <a:pt x="53894" y="5652"/>
                    <a:pt x="54159" y="5818"/>
                  </a:cubicBezTo>
                  <a:cubicBezTo>
                    <a:pt x="54424" y="5983"/>
                    <a:pt x="54630" y="6272"/>
                    <a:pt x="54776" y="6683"/>
                  </a:cubicBezTo>
                  <a:lnTo>
                    <a:pt x="54776" y="12053"/>
                  </a:lnTo>
                  <a:cubicBezTo>
                    <a:pt x="54815" y="12358"/>
                    <a:pt x="54928" y="12583"/>
                    <a:pt x="55114" y="12729"/>
                  </a:cubicBezTo>
                  <a:cubicBezTo>
                    <a:pt x="55299" y="12875"/>
                    <a:pt x="55512" y="12948"/>
                    <a:pt x="55750" y="12948"/>
                  </a:cubicBezTo>
                  <a:cubicBezTo>
                    <a:pt x="55976" y="12948"/>
                    <a:pt x="56191" y="12869"/>
                    <a:pt x="56397" y="12709"/>
                  </a:cubicBezTo>
                  <a:cubicBezTo>
                    <a:pt x="56602" y="12550"/>
                    <a:pt x="56712" y="12305"/>
                    <a:pt x="56725" y="11973"/>
                  </a:cubicBezTo>
                  <a:lnTo>
                    <a:pt x="56725" y="6484"/>
                  </a:lnTo>
                  <a:cubicBezTo>
                    <a:pt x="56725" y="6113"/>
                    <a:pt x="56625" y="5765"/>
                    <a:pt x="56427" y="5440"/>
                  </a:cubicBezTo>
                  <a:cubicBezTo>
                    <a:pt x="56228" y="5115"/>
                    <a:pt x="55962" y="4830"/>
                    <a:pt x="55631" y="4585"/>
                  </a:cubicBezTo>
                  <a:cubicBezTo>
                    <a:pt x="55299" y="4339"/>
                    <a:pt x="54928" y="4144"/>
                    <a:pt x="54517" y="3998"/>
                  </a:cubicBezTo>
                  <a:cubicBezTo>
                    <a:pt x="54106" y="3852"/>
                    <a:pt x="53688" y="3779"/>
                    <a:pt x="53264" y="3779"/>
                  </a:cubicBezTo>
                  <a:cubicBezTo>
                    <a:pt x="53065" y="3779"/>
                    <a:pt x="52870" y="3815"/>
                    <a:pt x="52677" y="3888"/>
                  </a:cubicBezTo>
                  <a:cubicBezTo>
                    <a:pt x="52485" y="3961"/>
                    <a:pt x="52299" y="4054"/>
                    <a:pt x="52120" y="4167"/>
                  </a:cubicBezTo>
                  <a:cubicBezTo>
                    <a:pt x="51941" y="4280"/>
                    <a:pt x="51769" y="4406"/>
                    <a:pt x="51603" y="4545"/>
                  </a:cubicBezTo>
                  <a:cubicBezTo>
                    <a:pt x="51438" y="4684"/>
                    <a:pt x="51288" y="4820"/>
                    <a:pt x="51156" y="4952"/>
                  </a:cubicBezTo>
                  <a:cubicBezTo>
                    <a:pt x="50838" y="4608"/>
                    <a:pt x="50436" y="4329"/>
                    <a:pt x="49952" y="4117"/>
                  </a:cubicBezTo>
                  <a:cubicBezTo>
                    <a:pt x="49469" y="3905"/>
                    <a:pt x="48988" y="3799"/>
                    <a:pt x="48510" y="3799"/>
                  </a:cubicBezTo>
                  <a:cubicBezTo>
                    <a:pt x="48206" y="3799"/>
                    <a:pt x="47917" y="3845"/>
                    <a:pt x="47645" y="3938"/>
                  </a:cubicBezTo>
                  <a:cubicBezTo>
                    <a:pt x="47373" y="4031"/>
                    <a:pt x="47138" y="4137"/>
                    <a:pt x="46939" y="4256"/>
                  </a:cubicBezTo>
                  <a:cubicBezTo>
                    <a:pt x="46846" y="4057"/>
                    <a:pt x="46720" y="3915"/>
                    <a:pt x="46561" y="3829"/>
                  </a:cubicBezTo>
                  <a:cubicBezTo>
                    <a:pt x="46402" y="3743"/>
                    <a:pt x="46230" y="3699"/>
                    <a:pt x="46044" y="3699"/>
                  </a:cubicBezTo>
                  <a:cubicBezTo>
                    <a:pt x="45554" y="3699"/>
                    <a:pt x="45229" y="3971"/>
                    <a:pt x="45070" y="4515"/>
                  </a:cubicBezTo>
                  <a:lnTo>
                    <a:pt x="45070" y="12133"/>
                  </a:lnTo>
                  <a:cubicBezTo>
                    <a:pt x="45109" y="12438"/>
                    <a:pt x="45225" y="12663"/>
                    <a:pt x="45418" y="12809"/>
                  </a:cubicBezTo>
                  <a:cubicBezTo>
                    <a:pt x="45610" y="12955"/>
                    <a:pt x="45819" y="13028"/>
                    <a:pt x="46044" y="13028"/>
                  </a:cubicBezTo>
                  <a:cubicBezTo>
                    <a:pt x="46283" y="13028"/>
                    <a:pt x="46505" y="12948"/>
                    <a:pt x="46710" y="12789"/>
                  </a:cubicBezTo>
                  <a:cubicBezTo>
                    <a:pt x="46916" y="12630"/>
                    <a:pt x="47025" y="12385"/>
                    <a:pt x="47039" y="12053"/>
                  </a:cubicBezTo>
                  <a:lnTo>
                    <a:pt x="47039" y="6663"/>
                  </a:lnTo>
                  <a:cubicBezTo>
                    <a:pt x="47198" y="6464"/>
                    <a:pt x="47334" y="6298"/>
                    <a:pt x="47446" y="6166"/>
                  </a:cubicBezTo>
                  <a:cubicBezTo>
                    <a:pt x="47559" y="6033"/>
                    <a:pt x="47662" y="5927"/>
                    <a:pt x="47755" y="5848"/>
                  </a:cubicBezTo>
                  <a:cubicBezTo>
                    <a:pt x="47848" y="5768"/>
                    <a:pt x="47940" y="5708"/>
                    <a:pt x="48033" y="5669"/>
                  </a:cubicBezTo>
                  <a:cubicBezTo>
                    <a:pt x="48126" y="5629"/>
                    <a:pt x="48239" y="5602"/>
                    <a:pt x="48371" y="5589"/>
                  </a:cubicBezTo>
                  <a:cubicBezTo>
                    <a:pt x="48729" y="5549"/>
                    <a:pt x="49054" y="5632"/>
                    <a:pt x="49346" y="5838"/>
                  </a:cubicBezTo>
                  <a:cubicBezTo>
                    <a:pt x="49638" y="6043"/>
                    <a:pt x="49856" y="6325"/>
                    <a:pt x="50002" y="6683"/>
                  </a:cubicBezTo>
                  <a:close/>
                  <a:moveTo>
                    <a:pt x="60683" y="12013"/>
                  </a:moveTo>
                  <a:lnTo>
                    <a:pt x="60623" y="4475"/>
                  </a:lnTo>
                  <a:cubicBezTo>
                    <a:pt x="60557" y="4210"/>
                    <a:pt x="60431" y="4014"/>
                    <a:pt x="60245" y="3888"/>
                  </a:cubicBezTo>
                  <a:cubicBezTo>
                    <a:pt x="60060" y="3762"/>
                    <a:pt x="59861" y="3699"/>
                    <a:pt x="59649" y="3699"/>
                  </a:cubicBezTo>
                  <a:cubicBezTo>
                    <a:pt x="59410" y="3699"/>
                    <a:pt x="59204" y="3769"/>
                    <a:pt x="59032" y="3908"/>
                  </a:cubicBezTo>
                  <a:cubicBezTo>
                    <a:pt x="58860" y="4048"/>
                    <a:pt x="58740" y="4256"/>
                    <a:pt x="58674" y="4535"/>
                  </a:cubicBezTo>
                  <a:lnTo>
                    <a:pt x="58734" y="12093"/>
                  </a:lnTo>
                  <a:cubicBezTo>
                    <a:pt x="58773" y="12398"/>
                    <a:pt x="58886" y="12623"/>
                    <a:pt x="59072" y="12769"/>
                  </a:cubicBezTo>
                  <a:cubicBezTo>
                    <a:pt x="59257" y="12915"/>
                    <a:pt x="59470" y="12988"/>
                    <a:pt x="59708" y="12988"/>
                  </a:cubicBezTo>
                  <a:cubicBezTo>
                    <a:pt x="59947" y="12988"/>
                    <a:pt x="60166" y="12908"/>
                    <a:pt x="60365" y="12749"/>
                  </a:cubicBezTo>
                  <a:cubicBezTo>
                    <a:pt x="60564" y="12590"/>
                    <a:pt x="60670" y="12345"/>
                    <a:pt x="60683" y="12013"/>
                  </a:cubicBezTo>
                  <a:close/>
                  <a:moveTo>
                    <a:pt x="58535" y="1372"/>
                  </a:moveTo>
                  <a:cubicBezTo>
                    <a:pt x="58535" y="1677"/>
                    <a:pt x="58644" y="1936"/>
                    <a:pt x="58863" y="2148"/>
                  </a:cubicBezTo>
                  <a:cubicBezTo>
                    <a:pt x="59082" y="2360"/>
                    <a:pt x="59344" y="2466"/>
                    <a:pt x="59649" y="2466"/>
                  </a:cubicBezTo>
                  <a:cubicBezTo>
                    <a:pt x="59967" y="2466"/>
                    <a:pt x="60235" y="2360"/>
                    <a:pt x="60454" y="2148"/>
                  </a:cubicBezTo>
                  <a:cubicBezTo>
                    <a:pt x="60673" y="1936"/>
                    <a:pt x="60782" y="1677"/>
                    <a:pt x="60782" y="1372"/>
                  </a:cubicBezTo>
                  <a:cubicBezTo>
                    <a:pt x="60782" y="1067"/>
                    <a:pt x="60673" y="806"/>
                    <a:pt x="60454" y="587"/>
                  </a:cubicBezTo>
                  <a:cubicBezTo>
                    <a:pt x="60235" y="368"/>
                    <a:pt x="59967" y="259"/>
                    <a:pt x="59649" y="259"/>
                  </a:cubicBezTo>
                  <a:cubicBezTo>
                    <a:pt x="59344" y="259"/>
                    <a:pt x="59082" y="368"/>
                    <a:pt x="58863" y="587"/>
                  </a:cubicBezTo>
                  <a:cubicBezTo>
                    <a:pt x="58644" y="806"/>
                    <a:pt x="58535" y="1067"/>
                    <a:pt x="58535" y="1372"/>
                  </a:cubicBezTo>
                  <a:close/>
                  <a:moveTo>
                    <a:pt x="70369" y="12053"/>
                  </a:moveTo>
                  <a:lnTo>
                    <a:pt x="70369" y="8433"/>
                  </a:lnTo>
                  <a:cubicBezTo>
                    <a:pt x="70369" y="8194"/>
                    <a:pt x="70382" y="7939"/>
                    <a:pt x="70409" y="7667"/>
                  </a:cubicBezTo>
                  <a:cubicBezTo>
                    <a:pt x="70435" y="7396"/>
                    <a:pt x="70449" y="7120"/>
                    <a:pt x="70449" y="6842"/>
                  </a:cubicBezTo>
                  <a:cubicBezTo>
                    <a:pt x="70449" y="6564"/>
                    <a:pt x="70429" y="6292"/>
                    <a:pt x="70389" y="6027"/>
                  </a:cubicBezTo>
                  <a:cubicBezTo>
                    <a:pt x="70349" y="5761"/>
                    <a:pt x="70263" y="5509"/>
                    <a:pt x="70130" y="5271"/>
                  </a:cubicBezTo>
                  <a:cubicBezTo>
                    <a:pt x="69852" y="4780"/>
                    <a:pt x="69484" y="4415"/>
                    <a:pt x="69027" y="4177"/>
                  </a:cubicBezTo>
                  <a:cubicBezTo>
                    <a:pt x="68569" y="3938"/>
                    <a:pt x="68088" y="3819"/>
                    <a:pt x="67585" y="3819"/>
                  </a:cubicBezTo>
                  <a:cubicBezTo>
                    <a:pt x="67120" y="3819"/>
                    <a:pt x="66670" y="3895"/>
                    <a:pt x="66232" y="4048"/>
                  </a:cubicBezTo>
                  <a:cubicBezTo>
                    <a:pt x="65794" y="4200"/>
                    <a:pt x="65383" y="4409"/>
                    <a:pt x="64999" y="4674"/>
                  </a:cubicBezTo>
                  <a:cubicBezTo>
                    <a:pt x="64933" y="4449"/>
                    <a:pt x="64807" y="4280"/>
                    <a:pt x="64621" y="4167"/>
                  </a:cubicBezTo>
                  <a:cubicBezTo>
                    <a:pt x="64435" y="4054"/>
                    <a:pt x="64250" y="3998"/>
                    <a:pt x="64064" y="3998"/>
                  </a:cubicBezTo>
                  <a:cubicBezTo>
                    <a:pt x="63839" y="3998"/>
                    <a:pt x="63636" y="4064"/>
                    <a:pt x="63457" y="4197"/>
                  </a:cubicBezTo>
                  <a:cubicBezTo>
                    <a:pt x="63278" y="4329"/>
                    <a:pt x="63156" y="4541"/>
                    <a:pt x="63090" y="4833"/>
                  </a:cubicBezTo>
                  <a:cubicBezTo>
                    <a:pt x="63090" y="5470"/>
                    <a:pt x="63093" y="6083"/>
                    <a:pt x="63099" y="6673"/>
                  </a:cubicBezTo>
                  <a:cubicBezTo>
                    <a:pt x="63106" y="7263"/>
                    <a:pt x="63109" y="7850"/>
                    <a:pt x="63109" y="8433"/>
                  </a:cubicBezTo>
                  <a:lnTo>
                    <a:pt x="63109" y="12013"/>
                  </a:lnTo>
                  <a:cubicBezTo>
                    <a:pt x="63149" y="12318"/>
                    <a:pt x="63265" y="12544"/>
                    <a:pt x="63457" y="12690"/>
                  </a:cubicBezTo>
                  <a:cubicBezTo>
                    <a:pt x="63650" y="12835"/>
                    <a:pt x="63859" y="12908"/>
                    <a:pt x="64084" y="12908"/>
                  </a:cubicBezTo>
                  <a:cubicBezTo>
                    <a:pt x="64323" y="12908"/>
                    <a:pt x="64541" y="12829"/>
                    <a:pt x="64740" y="12670"/>
                  </a:cubicBezTo>
                  <a:cubicBezTo>
                    <a:pt x="64939" y="12510"/>
                    <a:pt x="65045" y="12265"/>
                    <a:pt x="65059" y="11934"/>
                  </a:cubicBezTo>
                  <a:cubicBezTo>
                    <a:pt x="65045" y="11257"/>
                    <a:pt x="65039" y="10591"/>
                    <a:pt x="65039" y="9935"/>
                  </a:cubicBezTo>
                  <a:lnTo>
                    <a:pt x="65039" y="7936"/>
                  </a:lnTo>
                  <a:cubicBezTo>
                    <a:pt x="65065" y="7671"/>
                    <a:pt x="65108" y="7469"/>
                    <a:pt x="65168" y="7329"/>
                  </a:cubicBezTo>
                  <a:cubicBezTo>
                    <a:pt x="65228" y="7190"/>
                    <a:pt x="65310" y="7041"/>
                    <a:pt x="65417" y="6882"/>
                  </a:cubicBezTo>
                  <a:cubicBezTo>
                    <a:pt x="65722" y="6444"/>
                    <a:pt x="66063" y="6113"/>
                    <a:pt x="66441" y="5887"/>
                  </a:cubicBezTo>
                  <a:cubicBezTo>
                    <a:pt x="66819" y="5662"/>
                    <a:pt x="67207" y="5549"/>
                    <a:pt x="67604" y="5549"/>
                  </a:cubicBezTo>
                  <a:cubicBezTo>
                    <a:pt x="67843" y="5549"/>
                    <a:pt x="68019" y="5642"/>
                    <a:pt x="68131" y="5828"/>
                  </a:cubicBezTo>
                  <a:cubicBezTo>
                    <a:pt x="68244" y="6013"/>
                    <a:pt x="68320" y="6235"/>
                    <a:pt x="68360" y="6494"/>
                  </a:cubicBezTo>
                  <a:cubicBezTo>
                    <a:pt x="68400" y="6752"/>
                    <a:pt x="68413" y="7014"/>
                    <a:pt x="68400" y="7280"/>
                  </a:cubicBezTo>
                  <a:cubicBezTo>
                    <a:pt x="68387" y="7545"/>
                    <a:pt x="68380" y="7764"/>
                    <a:pt x="68380" y="7936"/>
                  </a:cubicBezTo>
                  <a:lnTo>
                    <a:pt x="68380" y="9776"/>
                  </a:lnTo>
                  <a:cubicBezTo>
                    <a:pt x="68380" y="10246"/>
                    <a:pt x="68383" y="10631"/>
                    <a:pt x="68390" y="10929"/>
                  </a:cubicBezTo>
                  <a:cubicBezTo>
                    <a:pt x="68397" y="11228"/>
                    <a:pt x="68400" y="11466"/>
                    <a:pt x="68400" y="11645"/>
                  </a:cubicBezTo>
                  <a:lnTo>
                    <a:pt x="68400" y="12133"/>
                  </a:lnTo>
                  <a:cubicBezTo>
                    <a:pt x="68440" y="12438"/>
                    <a:pt x="68556" y="12663"/>
                    <a:pt x="68748" y="12809"/>
                  </a:cubicBezTo>
                  <a:cubicBezTo>
                    <a:pt x="68940" y="12955"/>
                    <a:pt x="69156" y="13028"/>
                    <a:pt x="69394" y="13028"/>
                  </a:cubicBezTo>
                  <a:cubicBezTo>
                    <a:pt x="69620" y="13028"/>
                    <a:pt x="69835" y="12948"/>
                    <a:pt x="70041" y="12789"/>
                  </a:cubicBezTo>
                  <a:cubicBezTo>
                    <a:pt x="70246" y="12630"/>
                    <a:pt x="70356" y="12385"/>
                    <a:pt x="70369" y="12053"/>
                  </a:cubicBezTo>
                  <a:close/>
                  <a:moveTo>
                    <a:pt x="74367" y="12013"/>
                  </a:moveTo>
                  <a:lnTo>
                    <a:pt x="74307" y="4475"/>
                  </a:lnTo>
                  <a:cubicBezTo>
                    <a:pt x="74241" y="4210"/>
                    <a:pt x="74115" y="4014"/>
                    <a:pt x="73929" y="3888"/>
                  </a:cubicBezTo>
                  <a:cubicBezTo>
                    <a:pt x="73744" y="3762"/>
                    <a:pt x="73545" y="3699"/>
                    <a:pt x="73333" y="3699"/>
                  </a:cubicBezTo>
                  <a:cubicBezTo>
                    <a:pt x="73094" y="3699"/>
                    <a:pt x="72888" y="3769"/>
                    <a:pt x="72716" y="3908"/>
                  </a:cubicBezTo>
                  <a:cubicBezTo>
                    <a:pt x="72544" y="4048"/>
                    <a:pt x="72424" y="4256"/>
                    <a:pt x="72358" y="4535"/>
                  </a:cubicBezTo>
                  <a:lnTo>
                    <a:pt x="72418" y="12093"/>
                  </a:lnTo>
                  <a:cubicBezTo>
                    <a:pt x="72457" y="12398"/>
                    <a:pt x="72570" y="12623"/>
                    <a:pt x="72756" y="12769"/>
                  </a:cubicBezTo>
                  <a:cubicBezTo>
                    <a:pt x="72941" y="12915"/>
                    <a:pt x="73154" y="12988"/>
                    <a:pt x="73392" y="12988"/>
                  </a:cubicBezTo>
                  <a:cubicBezTo>
                    <a:pt x="73631" y="12988"/>
                    <a:pt x="73850" y="12908"/>
                    <a:pt x="74049" y="12749"/>
                  </a:cubicBezTo>
                  <a:cubicBezTo>
                    <a:pt x="74248" y="12590"/>
                    <a:pt x="74354" y="12345"/>
                    <a:pt x="74367" y="12013"/>
                  </a:cubicBezTo>
                  <a:close/>
                  <a:moveTo>
                    <a:pt x="72219" y="1372"/>
                  </a:moveTo>
                  <a:cubicBezTo>
                    <a:pt x="72219" y="1677"/>
                    <a:pt x="72328" y="1936"/>
                    <a:pt x="72547" y="2148"/>
                  </a:cubicBezTo>
                  <a:cubicBezTo>
                    <a:pt x="72766" y="2360"/>
                    <a:pt x="73028" y="2466"/>
                    <a:pt x="73333" y="2466"/>
                  </a:cubicBezTo>
                  <a:cubicBezTo>
                    <a:pt x="73651" y="2466"/>
                    <a:pt x="73919" y="2360"/>
                    <a:pt x="74138" y="2148"/>
                  </a:cubicBezTo>
                  <a:cubicBezTo>
                    <a:pt x="74357" y="1936"/>
                    <a:pt x="74466" y="1677"/>
                    <a:pt x="74466" y="1372"/>
                  </a:cubicBezTo>
                  <a:cubicBezTo>
                    <a:pt x="74466" y="1067"/>
                    <a:pt x="74357" y="806"/>
                    <a:pt x="74138" y="587"/>
                  </a:cubicBezTo>
                  <a:cubicBezTo>
                    <a:pt x="73919" y="368"/>
                    <a:pt x="73651" y="259"/>
                    <a:pt x="73333" y="259"/>
                  </a:cubicBezTo>
                  <a:cubicBezTo>
                    <a:pt x="73028" y="259"/>
                    <a:pt x="72766" y="368"/>
                    <a:pt x="72547" y="587"/>
                  </a:cubicBezTo>
                  <a:cubicBezTo>
                    <a:pt x="72328" y="806"/>
                    <a:pt x="72219" y="1067"/>
                    <a:pt x="72219" y="1372"/>
                  </a:cubicBezTo>
                  <a:close/>
                  <a:moveTo>
                    <a:pt x="76197" y="11238"/>
                  </a:moveTo>
                  <a:lnTo>
                    <a:pt x="76217" y="11238"/>
                  </a:lnTo>
                  <a:cubicBezTo>
                    <a:pt x="76641" y="11821"/>
                    <a:pt x="77204" y="12278"/>
                    <a:pt x="77907" y="12610"/>
                  </a:cubicBezTo>
                  <a:cubicBezTo>
                    <a:pt x="78610" y="12941"/>
                    <a:pt x="79333" y="13107"/>
                    <a:pt x="80075" y="13107"/>
                  </a:cubicBezTo>
                  <a:cubicBezTo>
                    <a:pt x="80407" y="13107"/>
                    <a:pt x="80738" y="13028"/>
                    <a:pt x="81070" y="12869"/>
                  </a:cubicBezTo>
                  <a:cubicBezTo>
                    <a:pt x="81401" y="12709"/>
                    <a:pt x="81696" y="12497"/>
                    <a:pt x="81955" y="12232"/>
                  </a:cubicBezTo>
                  <a:cubicBezTo>
                    <a:pt x="82213" y="11967"/>
                    <a:pt x="82422" y="11665"/>
                    <a:pt x="82581" y="11327"/>
                  </a:cubicBezTo>
                  <a:cubicBezTo>
                    <a:pt x="82740" y="10989"/>
                    <a:pt x="82820" y="10641"/>
                    <a:pt x="82820" y="10283"/>
                  </a:cubicBezTo>
                  <a:cubicBezTo>
                    <a:pt x="82820" y="9832"/>
                    <a:pt x="82750" y="9448"/>
                    <a:pt x="82611" y="9129"/>
                  </a:cubicBezTo>
                  <a:cubicBezTo>
                    <a:pt x="82472" y="8811"/>
                    <a:pt x="82276" y="8539"/>
                    <a:pt x="82024" y="8314"/>
                  </a:cubicBezTo>
                  <a:cubicBezTo>
                    <a:pt x="81772" y="8088"/>
                    <a:pt x="81474" y="7899"/>
                    <a:pt x="81129" y="7747"/>
                  </a:cubicBezTo>
                  <a:cubicBezTo>
                    <a:pt x="80785" y="7594"/>
                    <a:pt x="80407" y="7459"/>
                    <a:pt x="79996" y="7339"/>
                  </a:cubicBezTo>
                  <a:cubicBezTo>
                    <a:pt x="79850" y="7299"/>
                    <a:pt x="79697" y="7256"/>
                    <a:pt x="79538" y="7210"/>
                  </a:cubicBezTo>
                  <a:cubicBezTo>
                    <a:pt x="79379" y="7164"/>
                    <a:pt x="79230" y="7107"/>
                    <a:pt x="79091" y="7041"/>
                  </a:cubicBezTo>
                  <a:cubicBezTo>
                    <a:pt x="78951" y="6975"/>
                    <a:pt x="78825" y="6892"/>
                    <a:pt x="78713" y="6792"/>
                  </a:cubicBezTo>
                  <a:cubicBezTo>
                    <a:pt x="78600" y="6693"/>
                    <a:pt x="78504" y="6570"/>
                    <a:pt x="78424" y="6424"/>
                  </a:cubicBezTo>
                  <a:cubicBezTo>
                    <a:pt x="78385" y="6053"/>
                    <a:pt x="78457" y="5788"/>
                    <a:pt x="78643" y="5629"/>
                  </a:cubicBezTo>
                  <a:cubicBezTo>
                    <a:pt x="78829" y="5470"/>
                    <a:pt x="79061" y="5380"/>
                    <a:pt x="79339" y="5360"/>
                  </a:cubicBezTo>
                  <a:cubicBezTo>
                    <a:pt x="79618" y="5340"/>
                    <a:pt x="79899" y="5367"/>
                    <a:pt x="80185" y="5440"/>
                  </a:cubicBezTo>
                  <a:cubicBezTo>
                    <a:pt x="80470" y="5513"/>
                    <a:pt x="80692" y="5589"/>
                    <a:pt x="80851" y="5669"/>
                  </a:cubicBezTo>
                  <a:cubicBezTo>
                    <a:pt x="81050" y="5775"/>
                    <a:pt x="81239" y="5828"/>
                    <a:pt x="81418" y="5828"/>
                  </a:cubicBezTo>
                  <a:cubicBezTo>
                    <a:pt x="81597" y="5828"/>
                    <a:pt x="81756" y="5788"/>
                    <a:pt x="81895" y="5708"/>
                  </a:cubicBezTo>
                  <a:cubicBezTo>
                    <a:pt x="82034" y="5629"/>
                    <a:pt x="82147" y="5526"/>
                    <a:pt x="82233" y="5400"/>
                  </a:cubicBezTo>
                  <a:cubicBezTo>
                    <a:pt x="82319" y="5274"/>
                    <a:pt x="82362" y="5131"/>
                    <a:pt x="82362" y="4972"/>
                  </a:cubicBezTo>
                  <a:cubicBezTo>
                    <a:pt x="82362" y="4840"/>
                    <a:pt x="82316" y="4701"/>
                    <a:pt x="82223" y="4555"/>
                  </a:cubicBezTo>
                  <a:cubicBezTo>
                    <a:pt x="82130" y="4409"/>
                    <a:pt x="81991" y="4270"/>
                    <a:pt x="81806" y="4137"/>
                  </a:cubicBezTo>
                  <a:cubicBezTo>
                    <a:pt x="81328" y="3872"/>
                    <a:pt x="80788" y="3686"/>
                    <a:pt x="80185" y="3580"/>
                  </a:cubicBezTo>
                  <a:cubicBezTo>
                    <a:pt x="79581" y="3474"/>
                    <a:pt x="79001" y="3494"/>
                    <a:pt x="78444" y="3640"/>
                  </a:cubicBezTo>
                  <a:cubicBezTo>
                    <a:pt x="78166" y="3706"/>
                    <a:pt x="77904" y="3829"/>
                    <a:pt x="77659" y="4008"/>
                  </a:cubicBezTo>
                  <a:cubicBezTo>
                    <a:pt x="77413" y="4187"/>
                    <a:pt x="77201" y="4399"/>
                    <a:pt x="77022" y="4644"/>
                  </a:cubicBezTo>
                  <a:cubicBezTo>
                    <a:pt x="76843" y="4890"/>
                    <a:pt x="76701" y="5158"/>
                    <a:pt x="76594" y="5450"/>
                  </a:cubicBezTo>
                  <a:cubicBezTo>
                    <a:pt x="76488" y="5741"/>
                    <a:pt x="76435" y="6027"/>
                    <a:pt x="76435" y="6305"/>
                  </a:cubicBezTo>
                  <a:cubicBezTo>
                    <a:pt x="76435" y="6504"/>
                    <a:pt x="76475" y="6719"/>
                    <a:pt x="76555" y="6951"/>
                  </a:cubicBezTo>
                  <a:cubicBezTo>
                    <a:pt x="76634" y="7183"/>
                    <a:pt x="76747" y="7399"/>
                    <a:pt x="76893" y="7598"/>
                  </a:cubicBezTo>
                  <a:cubicBezTo>
                    <a:pt x="77052" y="7810"/>
                    <a:pt x="77218" y="7986"/>
                    <a:pt x="77390" y="8125"/>
                  </a:cubicBezTo>
                  <a:cubicBezTo>
                    <a:pt x="77562" y="8264"/>
                    <a:pt x="77741" y="8380"/>
                    <a:pt x="77927" y="8473"/>
                  </a:cubicBezTo>
                  <a:cubicBezTo>
                    <a:pt x="78113" y="8566"/>
                    <a:pt x="78305" y="8642"/>
                    <a:pt x="78504" y="8702"/>
                  </a:cubicBezTo>
                  <a:cubicBezTo>
                    <a:pt x="78703" y="8761"/>
                    <a:pt x="78902" y="8818"/>
                    <a:pt x="79101" y="8871"/>
                  </a:cubicBezTo>
                  <a:cubicBezTo>
                    <a:pt x="79220" y="8910"/>
                    <a:pt x="79349" y="8944"/>
                    <a:pt x="79488" y="8970"/>
                  </a:cubicBezTo>
                  <a:cubicBezTo>
                    <a:pt x="79628" y="8997"/>
                    <a:pt x="79773" y="9036"/>
                    <a:pt x="79926" y="9090"/>
                  </a:cubicBezTo>
                  <a:cubicBezTo>
                    <a:pt x="80078" y="9143"/>
                    <a:pt x="80224" y="9222"/>
                    <a:pt x="80364" y="9328"/>
                  </a:cubicBezTo>
                  <a:cubicBezTo>
                    <a:pt x="80503" y="9434"/>
                    <a:pt x="80632" y="9580"/>
                    <a:pt x="80751" y="9766"/>
                  </a:cubicBezTo>
                  <a:cubicBezTo>
                    <a:pt x="80844" y="9912"/>
                    <a:pt x="80891" y="10071"/>
                    <a:pt x="80891" y="10243"/>
                  </a:cubicBezTo>
                  <a:cubicBezTo>
                    <a:pt x="80891" y="10415"/>
                    <a:pt x="80854" y="10575"/>
                    <a:pt x="80781" y="10720"/>
                  </a:cubicBezTo>
                  <a:cubicBezTo>
                    <a:pt x="80708" y="10866"/>
                    <a:pt x="80596" y="10996"/>
                    <a:pt x="80443" y="11108"/>
                  </a:cubicBezTo>
                  <a:cubicBezTo>
                    <a:pt x="80291" y="11221"/>
                    <a:pt x="80115" y="11297"/>
                    <a:pt x="79916" y="11337"/>
                  </a:cubicBezTo>
                  <a:cubicBezTo>
                    <a:pt x="79492" y="11417"/>
                    <a:pt x="79087" y="11330"/>
                    <a:pt x="78703" y="11078"/>
                  </a:cubicBezTo>
                  <a:cubicBezTo>
                    <a:pt x="78318" y="10827"/>
                    <a:pt x="77987" y="10515"/>
                    <a:pt x="77708" y="10144"/>
                  </a:cubicBezTo>
                  <a:cubicBezTo>
                    <a:pt x="77443" y="9971"/>
                    <a:pt x="77198" y="9885"/>
                    <a:pt x="76972" y="9885"/>
                  </a:cubicBezTo>
                  <a:cubicBezTo>
                    <a:pt x="76628" y="9885"/>
                    <a:pt x="76366" y="10014"/>
                    <a:pt x="76187" y="10273"/>
                  </a:cubicBezTo>
                  <a:cubicBezTo>
                    <a:pt x="76008" y="10531"/>
                    <a:pt x="76011" y="10853"/>
                    <a:pt x="76197" y="11238"/>
                  </a:cubicBezTo>
                  <a:close/>
                  <a:moveTo>
                    <a:pt x="85783" y="5828"/>
                  </a:moveTo>
                  <a:lnTo>
                    <a:pt x="86778" y="5828"/>
                  </a:lnTo>
                  <a:lnTo>
                    <a:pt x="86778" y="8871"/>
                  </a:lnTo>
                  <a:cubicBezTo>
                    <a:pt x="86778" y="9401"/>
                    <a:pt x="86781" y="9935"/>
                    <a:pt x="86788" y="10472"/>
                  </a:cubicBezTo>
                  <a:cubicBezTo>
                    <a:pt x="86794" y="11009"/>
                    <a:pt x="86798" y="11529"/>
                    <a:pt x="86798" y="12033"/>
                  </a:cubicBezTo>
                  <a:cubicBezTo>
                    <a:pt x="86838" y="12338"/>
                    <a:pt x="86954" y="12564"/>
                    <a:pt x="87146" y="12709"/>
                  </a:cubicBezTo>
                  <a:cubicBezTo>
                    <a:pt x="87338" y="12855"/>
                    <a:pt x="87547" y="12928"/>
                    <a:pt x="87772" y="12928"/>
                  </a:cubicBezTo>
                  <a:cubicBezTo>
                    <a:pt x="87998" y="12928"/>
                    <a:pt x="88217" y="12849"/>
                    <a:pt x="88429" y="12690"/>
                  </a:cubicBezTo>
                  <a:cubicBezTo>
                    <a:pt x="88641" y="12530"/>
                    <a:pt x="88747" y="12285"/>
                    <a:pt x="88747" y="11954"/>
                  </a:cubicBezTo>
                  <a:cubicBezTo>
                    <a:pt x="88747" y="11543"/>
                    <a:pt x="88744" y="11131"/>
                    <a:pt x="88737" y="10720"/>
                  </a:cubicBezTo>
                  <a:cubicBezTo>
                    <a:pt x="88730" y="10309"/>
                    <a:pt x="88727" y="9898"/>
                    <a:pt x="88727" y="9487"/>
                  </a:cubicBezTo>
                  <a:lnTo>
                    <a:pt x="88727" y="5828"/>
                  </a:lnTo>
                  <a:lnTo>
                    <a:pt x="90418" y="5828"/>
                  </a:lnTo>
                  <a:cubicBezTo>
                    <a:pt x="91028" y="5669"/>
                    <a:pt x="91333" y="5377"/>
                    <a:pt x="91333" y="4952"/>
                  </a:cubicBezTo>
                  <a:cubicBezTo>
                    <a:pt x="91333" y="4767"/>
                    <a:pt x="91263" y="4594"/>
                    <a:pt x="91124" y="4435"/>
                  </a:cubicBezTo>
                  <a:cubicBezTo>
                    <a:pt x="90985" y="4276"/>
                    <a:pt x="90769" y="4157"/>
                    <a:pt x="90477" y="4077"/>
                  </a:cubicBezTo>
                  <a:lnTo>
                    <a:pt x="88727" y="4077"/>
                  </a:lnTo>
                  <a:lnTo>
                    <a:pt x="88727" y="975"/>
                  </a:lnTo>
                  <a:cubicBezTo>
                    <a:pt x="88661" y="709"/>
                    <a:pt x="88535" y="514"/>
                    <a:pt x="88349" y="388"/>
                  </a:cubicBezTo>
                  <a:cubicBezTo>
                    <a:pt x="88164" y="262"/>
                    <a:pt x="87965" y="199"/>
                    <a:pt x="87752" y="199"/>
                  </a:cubicBezTo>
                  <a:cubicBezTo>
                    <a:pt x="87527" y="199"/>
                    <a:pt x="87325" y="269"/>
                    <a:pt x="87146" y="408"/>
                  </a:cubicBezTo>
                  <a:cubicBezTo>
                    <a:pt x="86967" y="547"/>
                    <a:pt x="86844" y="756"/>
                    <a:pt x="86778" y="1034"/>
                  </a:cubicBezTo>
                  <a:lnTo>
                    <a:pt x="86778" y="4077"/>
                  </a:lnTo>
                  <a:lnTo>
                    <a:pt x="85863" y="4077"/>
                  </a:lnTo>
                  <a:cubicBezTo>
                    <a:pt x="85505" y="4077"/>
                    <a:pt x="85236" y="4170"/>
                    <a:pt x="85057" y="4356"/>
                  </a:cubicBezTo>
                  <a:cubicBezTo>
                    <a:pt x="84878" y="4541"/>
                    <a:pt x="84789" y="4740"/>
                    <a:pt x="84789" y="4952"/>
                  </a:cubicBezTo>
                  <a:cubicBezTo>
                    <a:pt x="84789" y="5165"/>
                    <a:pt x="84872" y="5350"/>
                    <a:pt x="85038" y="5509"/>
                  </a:cubicBezTo>
                  <a:cubicBezTo>
                    <a:pt x="85203" y="5669"/>
                    <a:pt x="85452" y="5775"/>
                    <a:pt x="85783" y="5828"/>
                  </a:cubicBezTo>
                  <a:close/>
                  <a:moveTo>
                    <a:pt x="94853" y="12013"/>
                  </a:moveTo>
                  <a:lnTo>
                    <a:pt x="94793" y="4475"/>
                  </a:lnTo>
                  <a:cubicBezTo>
                    <a:pt x="94727" y="4210"/>
                    <a:pt x="94601" y="4014"/>
                    <a:pt x="94415" y="3888"/>
                  </a:cubicBezTo>
                  <a:cubicBezTo>
                    <a:pt x="94230" y="3762"/>
                    <a:pt x="94031" y="3699"/>
                    <a:pt x="93819" y="3699"/>
                  </a:cubicBezTo>
                  <a:cubicBezTo>
                    <a:pt x="93580" y="3699"/>
                    <a:pt x="93375" y="3769"/>
                    <a:pt x="93202" y="3908"/>
                  </a:cubicBezTo>
                  <a:cubicBezTo>
                    <a:pt x="93030" y="4048"/>
                    <a:pt x="92910" y="4256"/>
                    <a:pt x="92844" y="4535"/>
                  </a:cubicBezTo>
                  <a:lnTo>
                    <a:pt x="92904" y="12093"/>
                  </a:lnTo>
                  <a:cubicBezTo>
                    <a:pt x="92944" y="12398"/>
                    <a:pt x="93056" y="12623"/>
                    <a:pt x="93242" y="12769"/>
                  </a:cubicBezTo>
                  <a:cubicBezTo>
                    <a:pt x="93428" y="12915"/>
                    <a:pt x="93640" y="12988"/>
                    <a:pt x="93878" y="12988"/>
                  </a:cubicBezTo>
                  <a:cubicBezTo>
                    <a:pt x="94117" y="12988"/>
                    <a:pt x="94336" y="12908"/>
                    <a:pt x="94535" y="12749"/>
                  </a:cubicBezTo>
                  <a:cubicBezTo>
                    <a:pt x="94734" y="12590"/>
                    <a:pt x="94840" y="12345"/>
                    <a:pt x="94853" y="12013"/>
                  </a:cubicBezTo>
                  <a:close/>
                  <a:moveTo>
                    <a:pt x="92705" y="1372"/>
                  </a:moveTo>
                  <a:cubicBezTo>
                    <a:pt x="92705" y="1677"/>
                    <a:pt x="92814" y="1936"/>
                    <a:pt x="93033" y="2148"/>
                  </a:cubicBezTo>
                  <a:cubicBezTo>
                    <a:pt x="93252" y="2360"/>
                    <a:pt x="93514" y="2466"/>
                    <a:pt x="93819" y="2466"/>
                  </a:cubicBezTo>
                  <a:cubicBezTo>
                    <a:pt x="94137" y="2466"/>
                    <a:pt x="94406" y="2360"/>
                    <a:pt x="94624" y="2148"/>
                  </a:cubicBezTo>
                  <a:cubicBezTo>
                    <a:pt x="94843" y="1936"/>
                    <a:pt x="94952" y="1677"/>
                    <a:pt x="94952" y="1372"/>
                  </a:cubicBezTo>
                  <a:cubicBezTo>
                    <a:pt x="94952" y="1067"/>
                    <a:pt x="94843" y="806"/>
                    <a:pt x="94624" y="587"/>
                  </a:cubicBezTo>
                  <a:cubicBezTo>
                    <a:pt x="94406" y="368"/>
                    <a:pt x="94137" y="259"/>
                    <a:pt x="93819" y="259"/>
                  </a:cubicBezTo>
                  <a:cubicBezTo>
                    <a:pt x="93514" y="259"/>
                    <a:pt x="93252" y="368"/>
                    <a:pt x="93033" y="587"/>
                  </a:cubicBezTo>
                  <a:cubicBezTo>
                    <a:pt x="92814" y="806"/>
                    <a:pt x="92705" y="1067"/>
                    <a:pt x="92705" y="1372"/>
                  </a:cubicBezTo>
                  <a:close/>
                  <a:moveTo>
                    <a:pt x="102331" y="10462"/>
                  </a:moveTo>
                  <a:lnTo>
                    <a:pt x="102312" y="10462"/>
                  </a:lnTo>
                  <a:cubicBezTo>
                    <a:pt x="102086" y="10701"/>
                    <a:pt x="101848" y="10880"/>
                    <a:pt x="101596" y="10999"/>
                  </a:cubicBezTo>
                  <a:cubicBezTo>
                    <a:pt x="101344" y="11118"/>
                    <a:pt x="101105" y="11178"/>
                    <a:pt x="100880" y="11178"/>
                  </a:cubicBezTo>
                  <a:cubicBezTo>
                    <a:pt x="100575" y="11178"/>
                    <a:pt x="100283" y="11085"/>
                    <a:pt x="100004" y="10899"/>
                  </a:cubicBezTo>
                  <a:cubicBezTo>
                    <a:pt x="99726" y="10714"/>
                    <a:pt x="99501" y="10422"/>
                    <a:pt x="99328" y="10024"/>
                  </a:cubicBezTo>
                  <a:cubicBezTo>
                    <a:pt x="99235" y="9825"/>
                    <a:pt x="99172" y="9613"/>
                    <a:pt x="99139" y="9388"/>
                  </a:cubicBezTo>
                  <a:cubicBezTo>
                    <a:pt x="99106" y="9162"/>
                    <a:pt x="99090" y="8937"/>
                    <a:pt x="99090" y="8712"/>
                  </a:cubicBezTo>
                  <a:cubicBezTo>
                    <a:pt x="99090" y="8301"/>
                    <a:pt x="99149" y="7896"/>
                    <a:pt x="99269" y="7498"/>
                  </a:cubicBezTo>
                  <a:cubicBezTo>
                    <a:pt x="99388" y="7101"/>
                    <a:pt x="99547" y="6743"/>
                    <a:pt x="99746" y="6424"/>
                  </a:cubicBezTo>
                  <a:cubicBezTo>
                    <a:pt x="99945" y="6106"/>
                    <a:pt x="100183" y="5851"/>
                    <a:pt x="100462" y="5659"/>
                  </a:cubicBezTo>
                  <a:cubicBezTo>
                    <a:pt x="100740" y="5466"/>
                    <a:pt x="101039" y="5370"/>
                    <a:pt x="101357" y="5370"/>
                  </a:cubicBezTo>
                  <a:cubicBezTo>
                    <a:pt x="101596" y="5370"/>
                    <a:pt x="101844" y="5433"/>
                    <a:pt x="102103" y="5559"/>
                  </a:cubicBezTo>
                  <a:cubicBezTo>
                    <a:pt x="102361" y="5685"/>
                    <a:pt x="102630" y="5894"/>
                    <a:pt x="102908" y="6186"/>
                  </a:cubicBezTo>
                  <a:cubicBezTo>
                    <a:pt x="103120" y="6292"/>
                    <a:pt x="103323" y="6348"/>
                    <a:pt x="103515" y="6355"/>
                  </a:cubicBezTo>
                  <a:cubicBezTo>
                    <a:pt x="103707" y="6361"/>
                    <a:pt x="103873" y="6331"/>
                    <a:pt x="104012" y="6265"/>
                  </a:cubicBezTo>
                  <a:cubicBezTo>
                    <a:pt x="104151" y="6199"/>
                    <a:pt x="104261" y="6099"/>
                    <a:pt x="104340" y="5967"/>
                  </a:cubicBezTo>
                  <a:cubicBezTo>
                    <a:pt x="104420" y="5834"/>
                    <a:pt x="104460" y="5682"/>
                    <a:pt x="104460" y="5509"/>
                  </a:cubicBezTo>
                  <a:cubicBezTo>
                    <a:pt x="104460" y="5350"/>
                    <a:pt x="104393" y="5158"/>
                    <a:pt x="104261" y="4933"/>
                  </a:cubicBezTo>
                  <a:cubicBezTo>
                    <a:pt x="103956" y="4628"/>
                    <a:pt x="103654" y="4389"/>
                    <a:pt x="103356" y="4217"/>
                  </a:cubicBezTo>
                  <a:cubicBezTo>
                    <a:pt x="103057" y="4044"/>
                    <a:pt x="102723" y="3892"/>
                    <a:pt x="102351" y="3759"/>
                  </a:cubicBezTo>
                  <a:cubicBezTo>
                    <a:pt x="102166" y="3693"/>
                    <a:pt x="101987" y="3650"/>
                    <a:pt x="101814" y="3630"/>
                  </a:cubicBezTo>
                  <a:cubicBezTo>
                    <a:pt x="101642" y="3610"/>
                    <a:pt x="101463" y="3600"/>
                    <a:pt x="101277" y="3600"/>
                  </a:cubicBezTo>
                  <a:cubicBezTo>
                    <a:pt x="100681" y="3600"/>
                    <a:pt x="100134" y="3746"/>
                    <a:pt x="99636" y="4038"/>
                  </a:cubicBezTo>
                  <a:cubicBezTo>
                    <a:pt x="99139" y="4329"/>
                    <a:pt x="98712" y="4707"/>
                    <a:pt x="98354" y="5171"/>
                  </a:cubicBezTo>
                  <a:cubicBezTo>
                    <a:pt x="97996" y="5635"/>
                    <a:pt x="97714" y="6149"/>
                    <a:pt x="97508" y="6713"/>
                  </a:cubicBezTo>
                  <a:cubicBezTo>
                    <a:pt x="97303" y="7276"/>
                    <a:pt x="97180" y="7836"/>
                    <a:pt x="97140" y="8393"/>
                  </a:cubicBezTo>
                  <a:cubicBezTo>
                    <a:pt x="97074" y="9176"/>
                    <a:pt x="97207" y="9945"/>
                    <a:pt x="97538" y="10701"/>
                  </a:cubicBezTo>
                  <a:lnTo>
                    <a:pt x="97538" y="10681"/>
                  </a:lnTo>
                  <a:cubicBezTo>
                    <a:pt x="97671" y="11052"/>
                    <a:pt x="97856" y="11377"/>
                    <a:pt x="98095" y="11655"/>
                  </a:cubicBezTo>
                  <a:cubicBezTo>
                    <a:pt x="98334" y="11934"/>
                    <a:pt x="98602" y="12169"/>
                    <a:pt x="98901" y="12361"/>
                  </a:cubicBezTo>
                  <a:cubicBezTo>
                    <a:pt x="99199" y="12554"/>
                    <a:pt x="99517" y="12696"/>
                    <a:pt x="99855" y="12789"/>
                  </a:cubicBezTo>
                  <a:cubicBezTo>
                    <a:pt x="100193" y="12882"/>
                    <a:pt x="100535" y="12928"/>
                    <a:pt x="100880" y="12928"/>
                  </a:cubicBezTo>
                  <a:cubicBezTo>
                    <a:pt x="101410" y="12928"/>
                    <a:pt x="101920" y="12829"/>
                    <a:pt x="102411" y="12630"/>
                  </a:cubicBezTo>
                  <a:cubicBezTo>
                    <a:pt x="102902" y="12431"/>
                    <a:pt x="103333" y="12126"/>
                    <a:pt x="103704" y="11715"/>
                  </a:cubicBezTo>
                  <a:cubicBezTo>
                    <a:pt x="103903" y="11476"/>
                    <a:pt x="104002" y="11244"/>
                    <a:pt x="104002" y="11019"/>
                  </a:cubicBezTo>
                  <a:cubicBezTo>
                    <a:pt x="104002" y="10793"/>
                    <a:pt x="103916" y="10598"/>
                    <a:pt x="103744" y="10432"/>
                  </a:cubicBezTo>
                  <a:cubicBezTo>
                    <a:pt x="103571" y="10266"/>
                    <a:pt x="103352" y="10183"/>
                    <a:pt x="103087" y="10183"/>
                  </a:cubicBezTo>
                  <a:cubicBezTo>
                    <a:pt x="102955" y="10183"/>
                    <a:pt x="102822" y="10203"/>
                    <a:pt x="102690" y="10243"/>
                  </a:cubicBezTo>
                  <a:cubicBezTo>
                    <a:pt x="102557" y="10283"/>
                    <a:pt x="102438" y="10356"/>
                    <a:pt x="102331" y="10462"/>
                  </a:cubicBezTo>
                  <a:close/>
                  <a:moveTo>
                    <a:pt x="118084" y="10462"/>
                  </a:moveTo>
                  <a:lnTo>
                    <a:pt x="118064" y="10462"/>
                  </a:lnTo>
                  <a:cubicBezTo>
                    <a:pt x="117839" y="10701"/>
                    <a:pt x="117600" y="10880"/>
                    <a:pt x="117348" y="10999"/>
                  </a:cubicBezTo>
                  <a:cubicBezTo>
                    <a:pt x="117096" y="11118"/>
                    <a:pt x="116857" y="11178"/>
                    <a:pt x="116632" y="11178"/>
                  </a:cubicBezTo>
                  <a:cubicBezTo>
                    <a:pt x="116327" y="11178"/>
                    <a:pt x="116035" y="11085"/>
                    <a:pt x="115757" y="10899"/>
                  </a:cubicBezTo>
                  <a:cubicBezTo>
                    <a:pt x="115478" y="10714"/>
                    <a:pt x="115253" y="10422"/>
                    <a:pt x="115081" y="10024"/>
                  </a:cubicBezTo>
                  <a:cubicBezTo>
                    <a:pt x="114988" y="9825"/>
                    <a:pt x="114925" y="9613"/>
                    <a:pt x="114892" y="9388"/>
                  </a:cubicBezTo>
                  <a:cubicBezTo>
                    <a:pt x="114859" y="9162"/>
                    <a:pt x="114842" y="8937"/>
                    <a:pt x="114842" y="8712"/>
                  </a:cubicBezTo>
                  <a:cubicBezTo>
                    <a:pt x="114842" y="8301"/>
                    <a:pt x="114902" y="7896"/>
                    <a:pt x="115021" y="7498"/>
                  </a:cubicBezTo>
                  <a:cubicBezTo>
                    <a:pt x="115140" y="7101"/>
                    <a:pt x="115299" y="6743"/>
                    <a:pt x="115498" y="6424"/>
                  </a:cubicBezTo>
                  <a:cubicBezTo>
                    <a:pt x="115697" y="6106"/>
                    <a:pt x="115936" y="5851"/>
                    <a:pt x="116214" y="5659"/>
                  </a:cubicBezTo>
                  <a:cubicBezTo>
                    <a:pt x="116493" y="5466"/>
                    <a:pt x="116791" y="5370"/>
                    <a:pt x="117109" y="5370"/>
                  </a:cubicBezTo>
                  <a:cubicBezTo>
                    <a:pt x="117348" y="5370"/>
                    <a:pt x="117597" y="5433"/>
                    <a:pt x="117855" y="5559"/>
                  </a:cubicBezTo>
                  <a:cubicBezTo>
                    <a:pt x="118114" y="5685"/>
                    <a:pt x="118382" y="5894"/>
                    <a:pt x="118661" y="6186"/>
                  </a:cubicBezTo>
                  <a:cubicBezTo>
                    <a:pt x="118873" y="6292"/>
                    <a:pt x="119075" y="6348"/>
                    <a:pt x="119267" y="6355"/>
                  </a:cubicBezTo>
                  <a:cubicBezTo>
                    <a:pt x="119460" y="6361"/>
                    <a:pt x="119625" y="6331"/>
                    <a:pt x="119765" y="6265"/>
                  </a:cubicBezTo>
                  <a:cubicBezTo>
                    <a:pt x="119904" y="6199"/>
                    <a:pt x="120013" y="6099"/>
                    <a:pt x="120093" y="5967"/>
                  </a:cubicBezTo>
                  <a:cubicBezTo>
                    <a:pt x="120172" y="5834"/>
                    <a:pt x="120212" y="5682"/>
                    <a:pt x="120212" y="5509"/>
                  </a:cubicBezTo>
                  <a:cubicBezTo>
                    <a:pt x="120212" y="5350"/>
                    <a:pt x="120146" y="5158"/>
                    <a:pt x="120013" y="4933"/>
                  </a:cubicBezTo>
                  <a:cubicBezTo>
                    <a:pt x="119708" y="4628"/>
                    <a:pt x="119407" y="4389"/>
                    <a:pt x="119108" y="4217"/>
                  </a:cubicBezTo>
                  <a:cubicBezTo>
                    <a:pt x="118810" y="4044"/>
                    <a:pt x="118475" y="3892"/>
                    <a:pt x="118104" y="3759"/>
                  </a:cubicBezTo>
                  <a:cubicBezTo>
                    <a:pt x="117918" y="3693"/>
                    <a:pt x="117739" y="3650"/>
                    <a:pt x="117567" y="3630"/>
                  </a:cubicBezTo>
                  <a:cubicBezTo>
                    <a:pt x="117394" y="3610"/>
                    <a:pt x="117215" y="3600"/>
                    <a:pt x="117030" y="3600"/>
                  </a:cubicBezTo>
                  <a:cubicBezTo>
                    <a:pt x="116433" y="3600"/>
                    <a:pt x="115886" y="3746"/>
                    <a:pt x="115389" y="4038"/>
                  </a:cubicBezTo>
                  <a:cubicBezTo>
                    <a:pt x="114892" y="4329"/>
                    <a:pt x="114464" y="4707"/>
                    <a:pt x="114106" y="5171"/>
                  </a:cubicBezTo>
                  <a:cubicBezTo>
                    <a:pt x="113748" y="5635"/>
                    <a:pt x="113466" y="6149"/>
                    <a:pt x="113261" y="6713"/>
                  </a:cubicBezTo>
                  <a:cubicBezTo>
                    <a:pt x="113055" y="7276"/>
                    <a:pt x="112933" y="7836"/>
                    <a:pt x="112893" y="8393"/>
                  </a:cubicBezTo>
                  <a:cubicBezTo>
                    <a:pt x="112827" y="9176"/>
                    <a:pt x="112959" y="9945"/>
                    <a:pt x="113291" y="10701"/>
                  </a:cubicBezTo>
                  <a:lnTo>
                    <a:pt x="113291" y="10681"/>
                  </a:lnTo>
                  <a:cubicBezTo>
                    <a:pt x="113423" y="11052"/>
                    <a:pt x="113609" y="11377"/>
                    <a:pt x="113848" y="11655"/>
                  </a:cubicBezTo>
                  <a:cubicBezTo>
                    <a:pt x="114086" y="11934"/>
                    <a:pt x="114355" y="12169"/>
                    <a:pt x="114653" y="12361"/>
                  </a:cubicBezTo>
                  <a:cubicBezTo>
                    <a:pt x="114951" y="12554"/>
                    <a:pt x="115270" y="12696"/>
                    <a:pt x="115608" y="12789"/>
                  </a:cubicBezTo>
                  <a:cubicBezTo>
                    <a:pt x="115946" y="12882"/>
                    <a:pt x="116287" y="12928"/>
                    <a:pt x="116632" y="12928"/>
                  </a:cubicBezTo>
                  <a:cubicBezTo>
                    <a:pt x="117162" y="12928"/>
                    <a:pt x="117673" y="12829"/>
                    <a:pt x="118164" y="12630"/>
                  </a:cubicBezTo>
                  <a:cubicBezTo>
                    <a:pt x="118654" y="12431"/>
                    <a:pt x="119085" y="12126"/>
                    <a:pt x="119456" y="11715"/>
                  </a:cubicBezTo>
                  <a:cubicBezTo>
                    <a:pt x="119655" y="11476"/>
                    <a:pt x="119755" y="11244"/>
                    <a:pt x="119755" y="11019"/>
                  </a:cubicBezTo>
                  <a:cubicBezTo>
                    <a:pt x="119755" y="10793"/>
                    <a:pt x="119669" y="10598"/>
                    <a:pt x="119496" y="10432"/>
                  </a:cubicBezTo>
                  <a:cubicBezTo>
                    <a:pt x="119324" y="10266"/>
                    <a:pt x="119105" y="10183"/>
                    <a:pt x="118840" y="10183"/>
                  </a:cubicBezTo>
                  <a:cubicBezTo>
                    <a:pt x="118707" y="10183"/>
                    <a:pt x="118575" y="10203"/>
                    <a:pt x="118442" y="10243"/>
                  </a:cubicBezTo>
                  <a:cubicBezTo>
                    <a:pt x="118309" y="10283"/>
                    <a:pt x="118190" y="10356"/>
                    <a:pt x="118084" y="10462"/>
                  </a:cubicBezTo>
                  <a:close/>
                  <a:moveTo>
                    <a:pt x="123931" y="12033"/>
                  </a:moveTo>
                  <a:lnTo>
                    <a:pt x="123931" y="8234"/>
                  </a:lnTo>
                  <a:cubicBezTo>
                    <a:pt x="124170" y="7943"/>
                    <a:pt x="124402" y="7664"/>
                    <a:pt x="124628" y="7399"/>
                  </a:cubicBezTo>
                  <a:cubicBezTo>
                    <a:pt x="124853" y="7134"/>
                    <a:pt x="125078" y="6912"/>
                    <a:pt x="125304" y="6733"/>
                  </a:cubicBezTo>
                  <a:cubicBezTo>
                    <a:pt x="125529" y="6554"/>
                    <a:pt x="125758" y="6424"/>
                    <a:pt x="125990" y="6345"/>
                  </a:cubicBezTo>
                  <a:cubicBezTo>
                    <a:pt x="126222" y="6265"/>
                    <a:pt x="126471" y="6252"/>
                    <a:pt x="126736" y="6305"/>
                  </a:cubicBezTo>
                  <a:cubicBezTo>
                    <a:pt x="127081" y="6530"/>
                    <a:pt x="127329" y="6842"/>
                    <a:pt x="127482" y="7240"/>
                  </a:cubicBezTo>
                  <a:cubicBezTo>
                    <a:pt x="127634" y="7638"/>
                    <a:pt x="127724" y="8049"/>
                    <a:pt x="127750" y="8473"/>
                  </a:cubicBezTo>
                  <a:cubicBezTo>
                    <a:pt x="127764" y="9109"/>
                    <a:pt x="127770" y="9729"/>
                    <a:pt x="127770" y="10333"/>
                  </a:cubicBezTo>
                  <a:lnTo>
                    <a:pt x="127770" y="12172"/>
                  </a:lnTo>
                  <a:cubicBezTo>
                    <a:pt x="127810" y="12477"/>
                    <a:pt x="127929" y="12703"/>
                    <a:pt x="128128" y="12849"/>
                  </a:cubicBezTo>
                  <a:cubicBezTo>
                    <a:pt x="128327" y="12994"/>
                    <a:pt x="128539" y="13067"/>
                    <a:pt x="128765" y="13067"/>
                  </a:cubicBezTo>
                  <a:cubicBezTo>
                    <a:pt x="129017" y="13067"/>
                    <a:pt x="129232" y="12988"/>
                    <a:pt x="129411" y="12829"/>
                  </a:cubicBezTo>
                  <a:cubicBezTo>
                    <a:pt x="129590" y="12670"/>
                    <a:pt x="129693" y="12431"/>
                    <a:pt x="129719" y="12113"/>
                  </a:cubicBezTo>
                  <a:cubicBezTo>
                    <a:pt x="129719" y="11954"/>
                    <a:pt x="129716" y="11788"/>
                    <a:pt x="129709" y="11615"/>
                  </a:cubicBezTo>
                  <a:cubicBezTo>
                    <a:pt x="129703" y="11443"/>
                    <a:pt x="129699" y="11221"/>
                    <a:pt x="129699" y="10949"/>
                  </a:cubicBezTo>
                  <a:lnTo>
                    <a:pt x="129699" y="8413"/>
                  </a:lnTo>
                  <a:cubicBezTo>
                    <a:pt x="129686" y="8042"/>
                    <a:pt x="129630" y="7657"/>
                    <a:pt x="129530" y="7260"/>
                  </a:cubicBezTo>
                  <a:cubicBezTo>
                    <a:pt x="129431" y="6862"/>
                    <a:pt x="129285" y="6487"/>
                    <a:pt x="129093" y="6136"/>
                  </a:cubicBezTo>
                  <a:cubicBezTo>
                    <a:pt x="128901" y="5785"/>
                    <a:pt x="128659" y="5473"/>
                    <a:pt x="128367" y="5201"/>
                  </a:cubicBezTo>
                  <a:cubicBezTo>
                    <a:pt x="128075" y="4929"/>
                    <a:pt x="127724" y="4734"/>
                    <a:pt x="127313" y="4614"/>
                  </a:cubicBezTo>
                  <a:cubicBezTo>
                    <a:pt x="126756" y="4429"/>
                    <a:pt x="126215" y="4402"/>
                    <a:pt x="125692" y="4535"/>
                  </a:cubicBezTo>
                  <a:cubicBezTo>
                    <a:pt x="125168" y="4667"/>
                    <a:pt x="124581" y="4959"/>
                    <a:pt x="123931" y="5410"/>
                  </a:cubicBezTo>
                  <a:lnTo>
                    <a:pt x="123931" y="1134"/>
                  </a:lnTo>
                  <a:cubicBezTo>
                    <a:pt x="123839" y="882"/>
                    <a:pt x="123703" y="693"/>
                    <a:pt x="123524" y="567"/>
                  </a:cubicBezTo>
                  <a:cubicBezTo>
                    <a:pt x="123345" y="441"/>
                    <a:pt x="123143" y="378"/>
                    <a:pt x="122917" y="378"/>
                  </a:cubicBezTo>
                  <a:cubicBezTo>
                    <a:pt x="122692" y="378"/>
                    <a:pt x="122493" y="448"/>
                    <a:pt x="122320" y="587"/>
                  </a:cubicBezTo>
                  <a:cubicBezTo>
                    <a:pt x="122148" y="726"/>
                    <a:pt x="122029" y="928"/>
                    <a:pt x="121962" y="1193"/>
                  </a:cubicBezTo>
                  <a:lnTo>
                    <a:pt x="121962" y="12113"/>
                  </a:lnTo>
                  <a:cubicBezTo>
                    <a:pt x="122002" y="12404"/>
                    <a:pt x="122122" y="12623"/>
                    <a:pt x="122320" y="12769"/>
                  </a:cubicBezTo>
                  <a:cubicBezTo>
                    <a:pt x="122519" y="12915"/>
                    <a:pt x="122731" y="12988"/>
                    <a:pt x="122957" y="12988"/>
                  </a:cubicBezTo>
                  <a:cubicBezTo>
                    <a:pt x="123209" y="12988"/>
                    <a:pt x="123428" y="12908"/>
                    <a:pt x="123613" y="12749"/>
                  </a:cubicBezTo>
                  <a:cubicBezTo>
                    <a:pt x="123799" y="12590"/>
                    <a:pt x="123905" y="12351"/>
                    <a:pt x="123931" y="12033"/>
                  </a:cubicBezTo>
                  <a:close/>
                  <a:moveTo>
                    <a:pt x="138292" y="10263"/>
                  </a:moveTo>
                  <a:cubicBezTo>
                    <a:pt x="137907" y="10502"/>
                    <a:pt x="137486" y="10730"/>
                    <a:pt x="137029" y="10949"/>
                  </a:cubicBezTo>
                  <a:cubicBezTo>
                    <a:pt x="136571" y="11168"/>
                    <a:pt x="136130" y="11291"/>
                    <a:pt x="135706" y="11317"/>
                  </a:cubicBezTo>
                  <a:cubicBezTo>
                    <a:pt x="135202" y="11357"/>
                    <a:pt x="134778" y="11264"/>
                    <a:pt x="134433" y="11039"/>
                  </a:cubicBezTo>
                  <a:cubicBezTo>
                    <a:pt x="134088" y="10813"/>
                    <a:pt x="133823" y="10508"/>
                    <a:pt x="133638" y="10124"/>
                  </a:cubicBezTo>
                  <a:cubicBezTo>
                    <a:pt x="133664" y="10124"/>
                    <a:pt x="133734" y="10110"/>
                    <a:pt x="133846" y="10084"/>
                  </a:cubicBezTo>
                  <a:cubicBezTo>
                    <a:pt x="133959" y="10057"/>
                    <a:pt x="134221" y="9991"/>
                    <a:pt x="134632" y="9885"/>
                  </a:cubicBezTo>
                  <a:cubicBezTo>
                    <a:pt x="135017" y="9792"/>
                    <a:pt x="135428" y="9686"/>
                    <a:pt x="135865" y="9567"/>
                  </a:cubicBezTo>
                  <a:cubicBezTo>
                    <a:pt x="136303" y="9448"/>
                    <a:pt x="136727" y="9302"/>
                    <a:pt x="137138" y="9129"/>
                  </a:cubicBezTo>
                  <a:cubicBezTo>
                    <a:pt x="137549" y="8957"/>
                    <a:pt x="137927" y="8755"/>
                    <a:pt x="138272" y="8523"/>
                  </a:cubicBezTo>
                  <a:cubicBezTo>
                    <a:pt x="138617" y="8291"/>
                    <a:pt x="138888" y="8015"/>
                    <a:pt x="139087" y="7697"/>
                  </a:cubicBezTo>
                  <a:cubicBezTo>
                    <a:pt x="139193" y="7538"/>
                    <a:pt x="139266" y="7372"/>
                    <a:pt x="139306" y="7200"/>
                  </a:cubicBezTo>
                  <a:cubicBezTo>
                    <a:pt x="139346" y="7028"/>
                    <a:pt x="139366" y="6849"/>
                    <a:pt x="139366" y="6663"/>
                  </a:cubicBezTo>
                  <a:cubicBezTo>
                    <a:pt x="139366" y="6385"/>
                    <a:pt x="139313" y="6106"/>
                    <a:pt x="139207" y="5828"/>
                  </a:cubicBezTo>
                  <a:cubicBezTo>
                    <a:pt x="139101" y="5549"/>
                    <a:pt x="138955" y="5294"/>
                    <a:pt x="138769" y="5062"/>
                  </a:cubicBezTo>
                  <a:cubicBezTo>
                    <a:pt x="138583" y="4830"/>
                    <a:pt x="138365" y="4631"/>
                    <a:pt x="138113" y="4465"/>
                  </a:cubicBezTo>
                  <a:cubicBezTo>
                    <a:pt x="137861" y="4299"/>
                    <a:pt x="137589" y="4183"/>
                    <a:pt x="137297" y="4117"/>
                  </a:cubicBezTo>
                  <a:cubicBezTo>
                    <a:pt x="136992" y="4051"/>
                    <a:pt x="136681" y="4018"/>
                    <a:pt x="136362" y="4018"/>
                  </a:cubicBezTo>
                  <a:cubicBezTo>
                    <a:pt x="135766" y="4018"/>
                    <a:pt x="135189" y="4117"/>
                    <a:pt x="134632" y="4316"/>
                  </a:cubicBezTo>
                  <a:cubicBezTo>
                    <a:pt x="134075" y="4515"/>
                    <a:pt x="133558" y="4780"/>
                    <a:pt x="133081" y="5112"/>
                  </a:cubicBezTo>
                  <a:cubicBezTo>
                    <a:pt x="132484" y="5509"/>
                    <a:pt x="132050" y="6027"/>
                    <a:pt x="131778" y="6663"/>
                  </a:cubicBezTo>
                  <a:cubicBezTo>
                    <a:pt x="131506" y="7299"/>
                    <a:pt x="131370" y="7962"/>
                    <a:pt x="131370" y="8652"/>
                  </a:cubicBezTo>
                  <a:cubicBezTo>
                    <a:pt x="131370" y="9355"/>
                    <a:pt x="131526" y="10041"/>
                    <a:pt x="131838" y="10710"/>
                  </a:cubicBezTo>
                  <a:cubicBezTo>
                    <a:pt x="132149" y="11380"/>
                    <a:pt x="132583" y="11920"/>
                    <a:pt x="133140" y="12331"/>
                  </a:cubicBezTo>
                  <a:cubicBezTo>
                    <a:pt x="133485" y="12570"/>
                    <a:pt x="133856" y="12746"/>
                    <a:pt x="134254" y="12859"/>
                  </a:cubicBezTo>
                  <a:cubicBezTo>
                    <a:pt x="134652" y="12971"/>
                    <a:pt x="135043" y="13028"/>
                    <a:pt x="135428" y="13028"/>
                  </a:cubicBezTo>
                  <a:cubicBezTo>
                    <a:pt x="136077" y="13028"/>
                    <a:pt x="136724" y="12912"/>
                    <a:pt x="137367" y="12680"/>
                  </a:cubicBezTo>
                  <a:cubicBezTo>
                    <a:pt x="138010" y="12448"/>
                    <a:pt x="138610" y="12166"/>
                    <a:pt x="139167" y="11834"/>
                  </a:cubicBezTo>
                  <a:cubicBezTo>
                    <a:pt x="139366" y="11715"/>
                    <a:pt x="139512" y="11586"/>
                    <a:pt x="139604" y="11446"/>
                  </a:cubicBezTo>
                  <a:cubicBezTo>
                    <a:pt x="139697" y="11307"/>
                    <a:pt x="139744" y="11165"/>
                    <a:pt x="139744" y="11019"/>
                  </a:cubicBezTo>
                  <a:cubicBezTo>
                    <a:pt x="139744" y="10873"/>
                    <a:pt x="139707" y="10737"/>
                    <a:pt x="139634" y="10611"/>
                  </a:cubicBezTo>
                  <a:cubicBezTo>
                    <a:pt x="139561" y="10485"/>
                    <a:pt x="139462" y="10382"/>
                    <a:pt x="139336" y="10303"/>
                  </a:cubicBezTo>
                  <a:cubicBezTo>
                    <a:pt x="139210" y="10223"/>
                    <a:pt x="139057" y="10177"/>
                    <a:pt x="138878" y="10164"/>
                  </a:cubicBezTo>
                  <a:cubicBezTo>
                    <a:pt x="138699" y="10150"/>
                    <a:pt x="138504" y="10183"/>
                    <a:pt x="138292" y="10263"/>
                  </a:cubicBezTo>
                  <a:close/>
                  <a:moveTo>
                    <a:pt x="134632" y="6265"/>
                  </a:moveTo>
                  <a:cubicBezTo>
                    <a:pt x="134857" y="6159"/>
                    <a:pt x="135143" y="6050"/>
                    <a:pt x="135487" y="5937"/>
                  </a:cubicBezTo>
                  <a:cubicBezTo>
                    <a:pt x="135832" y="5824"/>
                    <a:pt x="136157" y="5768"/>
                    <a:pt x="136462" y="5768"/>
                  </a:cubicBezTo>
                  <a:cubicBezTo>
                    <a:pt x="136740" y="5768"/>
                    <a:pt x="136979" y="5841"/>
                    <a:pt x="137178" y="5987"/>
                  </a:cubicBezTo>
                  <a:cubicBezTo>
                    <a:pt x="137377" y="6133"/>
                    <a:pt x="137463" y="6398"/>
                    <a:pt x="137436" y="6782"/>
                  </a:cubicBezTo>
                  <a:cubicBezTo>
                    <a:pt x="137357" y="6941"/>
                    <a:pt x="137201" y="7087"/>
                    <a:pt x="136969" y="7220"/>
                  </a:cubicBezTo>
                  <a:cubicBezTo>
                    <a:pt x="136737" y="7352"/>
                    <a:pt x="136485" y="7469"/>
                    <a:pt x="136213" y="7568"/>
                  </a:cubicBezTo>
                  <a:cubicBezTo>
                    <a:pt x="135941" y="7667"/>
                    <a:pt x="135673" y="7754"/>
                    <a:pt x="135408" y="7827"/>
                  </a:cubicBezTo>
                  <a:cubicBezTo>
                    <a:pt x="135143" y="7899"/>
                    <a:pt x="134944" y="7956"/>
                    <a:pt x="134811" y="7996"/>
                  </a:cubicBezTo>
                  <a:cubicBezTo>
                    <a:pt x="134440" y="8102"/>
                    <a:pt x="134155" y="8185"/>
                    <a:pt x="133956" y="8244"/>
                  </a:cubicBezTo>
                  <a:cubicBezTo>
                    <a:pt x="133757" y="8304"/>
                    <a:pt x="133608" y="8347"/>
                    <a:pt x="133508" y="8373"/>
                  </a:cubicBezTo>
                  <a:cubicBezTo>
                    <a:pt x="133409" y="8400"/>
                    <a:pt x="133349" y="8417"/>
                    <a:pt x="133329" y="8423"/>
                  </a:cubicBezTo>
                  <a:lnTo>
                    <a:pt x="133299" y="8433"/>
                  </a:lnTo>
                  <a:cubicBezTo>
                    <a:pt x="133326" y="7969"/>
                    <a:pt x="133445" y="7548"/>
                    <a:pt x="133657" y="7170"/>
                  </a:cubicBezTo>
                  <a:cubicBezTo>
                    <a:pt x="133870" y="6792"/>
                    <a:pt x="134194" y="6491"/>
                    <a:pt x="134632" y="6265"/>
                  </a:cubicBezTo>
                  <a:close/>
                  <a:moveTo>
                    <a:pt x="146208" y="10462"/>
                  </a:moveTo>
                  <a:lnTo>
                    <a:pt x="146188" y="10462"/>
                  </a:lnTo>
                  <a:cubicBezTo>
                    <a:pt x="145962" y="10701"/>
                    <a:pt x="145724" y="10880"/>
                    <a:pt x="145472" y="10999"/>
                  </a:cubicBezTo>
                  <a:cubicBezTo>
                    <a:pt x="145220" y="11118"/>
                    <a:pt x="144981" y="11178"/>
                    <a:pt x="144756" y="11178"/>
                  </a:cubicBezTo>
                  <a:cubicBezTo>
                    <a:pt x="144451" y="11178"/>
                    <a:pt x="144159" y="11085"/>
                    <a:pt x="143881" y="10899"/>
                  </a:cubicBezTo>
                  <a:cubicBezTo>
                    <a:pt x="143602" y="10714"/>
                    <a:pt x="143377" y="10422"/>
                    <a:pt x="143204" y="10024"/>
                  </a:cubicBezTo>
                  <a:cubicBezTo>
                    <a:pt x="143112" y="9825"/>
                    <a:pt x="143049" y="9613"/>
                    <a:pt x="143015" y="9388"/>
                  </a:cubicBezTo>
                  <a:cubicBezTo>
                    <a:pt x="142982" y="9162"/>
                    <a:pt x="142966" y="8937"/>
                    <a:pt x="142966" y="8712"/>
                  </a:cubicBezTo>
                  <a:cubicBezTo>
                    <a:pt x="142966" y="8301"/>
                    <a:pt x="143025" y="7896"/>
                    <a:pt x="143145" y="7498"/>
                  </a:cubicBezTo>
                  <a:cubicBezTo>
                    <a:pt x="143264" y="7101"/>
                    <a:pt x="143423" y="6743"/>
                    <a:pt x="143622" y="6424"/>
                  </a:cubicBezTo>
                  <a:cubicBezTo>
                    <a:pt x="143821" y="6106"/>
                    <a:pt x="144060" y="5851"/>
                    <a:pt x="144338" y="5659"/>
                  </a:cubicBezTo>
                  <a:cubicBezTo>
                    <a:pt x="144617" y="5466"/>
                    <a:pt x="144915" y="5370"/>
                    <a:pt x="145233" y="5370"/>
                  </a:cubicBezTo>
                  <a:cubicBezTo>
                    <a:pt x="145472" y="5370"/>
                    <a:pt x="145720" y="5433"/>
                    <a:pt x="145979" y="5559"/>
                  </a:cubicBezTo>
                  <a:cubicBezTo>
                    <a:pt x="146238" y="5685"/>
                    <a:pt x="146506" y="5894"/>
                    <a:pt x="146785" y="6186"/>
                  </a:cubicBezTo>
                  <a:cubicBezTo>
                    <a:pt x="146997" y="6292"/>
                    <a:pt x="147199" y="6348"/>
                    <a:pt x="147391" y="6355"/>
                  </a:cubicBezTo>
                  <a:cubicBezTo>
                    <a:pt x="147583" y="6361"/>
                    <a:pt x="147749" y="6331"/>
                    <a:pt x="147888" y="6265"/>
                  </a:cubicBezTo>
                  <a:cubicBezTo>
                    <a:pt x="148028" y="6199"/>
                    <a:pt x="148137" y="6099"/>
                    <a:pt x="148217" y="5967"/>
                  </a:cubicBezTo>
                  <a:cubicBezTo>
                    <a:pt x="148296" y="5834"/>
                    <a:pt x="148336" y="5682"/>
                    <a:pt x="148336" y="5509"/>
                  </a:cubicBezTo>
                  <a:cubicBezTo>
                    <a:pt x="148336" y="5350"/>
                    <a:pt x="148270" y="5158"/>
                    <a:pt x="148137" y="4933"/>
                  </a:cubicBezTo>
                  <a:cubicBezTo>
                    <a:pt x="147832" y="4628"/>
                    <a:pt x="147530" y="4389"/>
                    <a:pt x="147232" y="4217"/>
                  </a:cubicBezTo>
                  <a:cubicBezTo>
                    <a:pt x="146934" y="4044"/>
                    <a:pt x="146599" y="3892"/>
                    <a:pt x="146228" y="3759"/>
                  </a:cubicBezTo>
                  <a:cubicBezTo>
                    <a:pt x="146042" y="3693"/>
                    <a:pt x="145863" y="3650"/>
                    <a:pt x="145691" y="3630"/>
                  </a:cubicBezTo>
                  <a:cubicBezTo>
                    <a:pt x="145518" y="3610"/>
                    <a:pt x="145339" y="3600"/>
                    <a:pt x="145154" y="3600"/>
                  </a:cubicBezTo>
                  <a:cubicBezTo>
                    <a:pt x="144557" y="3600"/>
                    <a:pt x="144010" y="3746"/>
                    <a:pt x="143513" y="4038"/>
                  </a:cubicBezTo>
                  <a:cubicBezTo>
                    <a:pt x="143015" y="4329"/>
                    <a:pt x="142588" y="4707"/>
                    <a:pt x="142230" y="5171"/>
                  </a:cubicBezTo>
                  <a:cubicBezTo>
                    <a:pt x="141872" y="5635"/>
                    <a:pt x="141590" y="6149"/>
                    <a:pt x="141385" y="6713"/>
                  </a:cubicBezTo>
                  <a:cubicBezTo>
                    <a:pt x="141179" y="7276"/>
                    <a:pt x="141056" y="7836"/>
                    <a:pt x="141017" y="8393"/>
                  </a:cubicBezTo>
                  <a:cubicBezTo>
                    <a:pt x="140950" y="9176"/>
                    <a:pt x="141083" y="9945"/>
                    <a:pt x="141414" y="10701"/>
                  </a:cubicBezTo>
                  <a:lnTo>
                    <a:pt x="141414" y="10681"/>
                  </a:lnTo>
                  <a:cubicBezTo>
                    <a:pt x="141547" y="11052"/>
                    <a:pt x="141733" y="11377"/>
                    <a:pt x="141971" y="11655"/>
                  </a:cubicBezTo>
                  <a:cubicBezTo>
                    <a:pt x="142210" y="11934"/>
                    <a:pt x="142478" y="12169"/>
                    <a:pt x="142777" y="12361"/>
                  </a:cubicBezTo>
                  <a:cubicBezTo>
                    <a:pt x="143075" y="12554"/>
                    <a:pt x="143393" y="12696"/>
                    <a:pt x="143731" y="12789"/>
                  </a:cubicBezTo>
                  <a:cubicBezTo>
                    <a:pt x="144070" y="12882"/>
                    <a:pt x="144411" y="12928"/>
                    <a:pt x="144756" y="12928"/>
                  </a:cubicBezTo>
                  <a:cubicBezTo>
                    <a:pt x="145286" y="12928"/>
                    <a:pt x="145797" y="12829"/>
                    <a:pt x="146287" y="12630"/>
                  </a:cubicBezTo>
                  <a:cubicBezTo>
                    <a:pt x="146778" y="12431"/>
                    <a:pt x="147209" y="12126"/>
                    <a:pt x="147580" y="11715"/>
                  </a:cubicBezTo>
                  <a:cubicBezTo>
                    <a:pt x="147779" y="11476"/>
                    <a:pt x="147878" y="11244"/>
                    <a:pt x="147878" y="11019"/>
                  </a:cubicBezTo>
                  <a:cubicBezTo>
                    <a:pt x="147878" y="10793"/>
                    <a:pt x="147792" y="10598"/>
                    <a:pt x="147620" y="10432"/>
                  </a:cubicBezTo>
                  <a:cubicBezTo>
                    <a:pt x="147448" y="10266"/>
                    <a:pt x="147229" y="10183"/>
                    <a:pt x="146964" y="10183"/>
                  </a:cubicBezTo>
                  <a:cubicBezTo>
                    <a:pt x="146831" y="10183"/>
                    <a:pt x="146698" y="10203"/>
                    <a:pt x="146566" y="10243"/>
                  </a:cubicBezTo>
                  <a:cubicBezTo>
                    <a:pt x="146433" y="10283"/>
                    <a:pt x="146314" y="10356"/>
                    <a:pt x="146208" y="10462"/>
                  </a:cubicBezTo>
                  <a:close/>
                  <a:moveTo>
                    <a:pt x="152075" y="11934"/>
                  </a:moveTo>
                  <a:lnTo>
                    <a:pt x="152075" y="8334"/>
                  </a:lnTo>
                  <a:cubicBezTo>
                    <a:pt x="152128" y="8307"/>
                    <a:pt x="152168" y="8291"/>
                    <a:pt x="152194" y="8284"/>
                  </a:cubicBezTo>
                  <a:cubicBezTo>
                    <a:pt x="152221" y="8277"/>
                    <a:pt x="152254" y="8261"/>
                    <a:pt x="152294" y="8234"/>
                  </a:cubicBezTo>
                  <a:cubicBezTo>
                    <a:pt x="152745" y="8712"/>
                    <a:pt x="153159" y="9162"/>
                    <a:pt x="153537" y="9587"/>
                  </a:cubicBezTo>
                  <a:cubicBezTo>
                    <a:pt x="153915" y="10011"/>
                    <a:pt x="154303" y="10455"/>
                    <a:pt x="154701" y="10919"/>
                  </a:cubicBezTo>
                  <a:lnTo>
                    <a:pt x="156133" y="12510"/>
                  </a:lnTo>
                  <a:cubicBezTo>
                    <a:pt x="156265" y="12643"/>
                    <a:pt x="156401" y="12736"/>
                    <a:pt x="156540" y="12789"/>
                  </a:cubicBezTo>
                  <a:cubicBezTo>
                    <a:pt x="156680" y="12842"/>
                    <a:pt x="156822" y="12869"/>
                    <a:pt x="156968" y="12869"/>
                  </a:cubicBezTo>
                  <a:cubicBezTo>
                    <a:pt x="157233" y="12869"/>
                    <a:pt x="157449" y="12786"/>
                    <a:pt x="157614" y="12620"/>
                  </a:cubicBezTo>
                  <a:cubicBezTo>
                    <a:pt x="157780" y="12454"/>
                    <a:pt x="157863" y="12259"/>
                    <a:pt x="157863" y="12033"/>
                  </a:cubicBezTo>
                  <a:cubicBezTo>
                    <a:pt x="157863" y="11861"/>
                    <a:pt x="157757" y="11609"/>
                    <a:pt x="157545" y="11277"/>
                  </a:cubicBezTo>
                  <a:lnTo>
                    <a:pt x="153905" y="7220"/>
                  </a:lnTo>
                  <a:cubicBezTo>
                    <a:pt x="154382" y="6862"/>
                    <a:pt x="154827" y="6477"/>
                    <a:pt x="155238" y="6066"/>
                  </a:cubicBezTo>
                  <a:cubicBezTo>
                    <a:pt x="155649" y="5655"/>
                    <a:pt x="156086" y="5178"/>
                    <a:pt x="156550" y="4634"/>
                  </a:cubicBezTo>
                  <a:cubicBezTo>
                    <a:pt x="156736" y="4382"/>
                    <a:pt x="156829" y="4150"/>
                    <a:pt x="156829" y="3938"/>
                  </a:cubicBezTo>
                  <a:cubicBezTo>
                    <a:pt x="156829" y="3713"/>
                    <a:pt x="156743" y="3520"/>
                    <a:pt x="156570" y="3361"/>
                  </a:cubicBezTo>
                  <a:cubicBezTo>
                    <a:pt x="156398" y="3202"/>
                    <a:pt x="156179" y="3123"/>
                    <a:pt x="155914" y="3123"/>
                  </a:cubicBezTo>
                  <a:cubicBezTo>
                    <a:pt x="155781" y="3123"/>
                    <a:pt x="155645" y="3146"/>
                    <a:pt x="155506" y="3192"/>
                  </a:cubicBezTo>
                  <a:cubicBezTo>
                    <a:pt x="155367" y="3239"/>
                    <a:pt x="155224" y="3322"/>
                    <a:pt x="155078" y="3441"/>
                  </a:cubicBezTo>
                  <a:cubicBezTo>
                    <a:pt x="154773" y="3772"/>
                    <a:pt x="154498" y="4077"/>
                    <a:pt x="154253" y="4356"/>
                  </a:cubicBezTo>
                  <a:cubicBezTo>
                    <a:pt x="154008" y="4634"/>
                    <a:pt x="153769" y="4890"/>
                    <a:pt x="153537" y="5122"/>
                  </a:cubicBezTo>
                  <a:cubicBezTo>
                    <a:pt x="153305" y="5354"/>
                    <a:pt x="153073" y="5566"/>
                    <a:pt x="152841" y="5758"/>
                  </a:cubicBezTo>
                  <a:cubicBezTo>
                    <a:pt x="152609" y="5950"/>
                    <a:pt x="152354" y="6133"/>
                    <a:pt x="152075" y="6305"/>
                  </a:cubicBezTo>
                  <a:lnTo>
                    <a:pt x="152075" y="776"/>
                  </a:lnTo>
                  <a:cubicBezTo>
                    <a:pt x="151996" y="510"/>
                    <a:pt x="151866" y="315"/>
                    <a:pt x="151687" y="189"/>
                  </a:cubicBezTo>
                  <a:cubicBezTo>
                    <a:pt x="151508" y="63"/>
                    <a:pt x="151306" y="0"/>
                    <a:pt x="151081" y="0"/>
                  </a:cubicBezTo>
                  <a:cubicBezTo>
                    <a:pt x="150855" y="0"/>
                    <a:pt x="150656" y="70"/>
                    <a:pt x="150484" y="209"/>
                  </a:cubicBezTo>
                  <a:cubicBezTo>
                    <a:pt x="150312" y="348"/>
                    <a:pt x="150192" y="557"/>
                    <a:pt x="150126" y="835"/>
                  </a:cubicBezTo>
                  <a:lnTo>
                    <a:pt x="150126" y="12013"/>
                  </a:lnTo>
                  <a:cubicBezTo>
                    <a:pt x="150166" y="12305"/>
                    <a:pt x="150285" y="12524"/>
                    <a:pt x="150484" y="12670"/>
                  </a:cubicBezTo>
                  <a:cubicBezTo>
                    <a:pt x="150683" y="12815"/>
                    <a:pt x="150895" y="12888"/>
                    <a:pt x="151120" y="12888"/>
                  </a:cubicBezTo>
                  <a:cubicBezTo>
                    <a:pt x="151372" y="12888"/>
                    <a:pt x="151591" y="12809"/>
                    <a:pt x="151777" y="12650"/>
                  </a:cubicBezTo>
                  <a:cubicBezTo>
                    <a:pt x="151962" y="12491"/>
                    <a:pt x="152062" y="12252"/>
                    <a:pt x="152075" y="11934"/>
                  </a:cubicBezTo>
                  <a:close/>
                  <a:moveTo>
                    <a:pt x="158937" y="11238"/>
                  </a:moveTo>
                  <a:lnTo>
                    <a:pt x="158957" y="11238"/>
                  </a:lnTo>
                  <a:cubicBezTo>
                    <a:pt x="159381" y="11821"/>
                    <a:pt x="159945" y="12278"/>
                    <a:pt x="160648" y="12610"/>
                  </a:cubicBezTo>
                  <a:cubicBezTo>
                    <a:pt x="161350" y="12941"/>
                    <a:pt x="162073" y="13107"/>
                    <a:pt x="162815" y="13107"/>
                  </a:cubicBezTo>
                  <a:cubicBezTo>
                    <a:pt x="163147" y="13107"/>
                    <a:pt x="163478" y="13028"/>
                    <a:pt x="163810" y="12869"/>
                  </a:cubicBezTo>
                  <a:cubicBezTo>
                    <a:pt x="164141" y="12709"/>
                    <a:pt x="164436" y="12497"/>
                    <a:pt x="164695" y="12232"/>
                  </a:cubicBezTo>
                  <a:cubicBezTo>
                    <a:pt x="164954" y="11967"/>
                    <a:pt x="165162" y="11665"/>
                    <a:pt x="165322" y="11327"/>
                  </a:cubicBezTo>
                  <a:cubicBezTo>
                    <a:pt x="165481" y="10989"/>
                    <a:pt x="165560" y="10641"/>
                    <a:pt x="165560" y="10283"/>
                  </a:cubicBezTo>
                  <a:cubicBezTo>
                    <a:pt x="165560" y="9832"/>
                    <a:pt x="165491" y="9448"/>
                    <a:pt x="165351" y="9129"/>
                  </a:cubicBezTo>
                  <a:cubicBezTo>
                    <a:pt x="165212" y="8811"/>
                    <a:pt x="165017" y="8539"/>
                    <a:pt x="164765" y="8314"/>
                  </a:cubicBezTo>
                  <a:cubicBezTo>
                    <a:pt x="164513" y="8088"/>
                    <a:pt x="164214" y="7899"/>
                    <a:pt x="163870" y="7747"/>
                  </a:cubicBezTo>
                  <a:cubicBezTo>
                    <a:pt x="163525" y="7594"/>
                    <a:pt x="163147" y="7459"/>
                    <a:pt x="162736" y="7339"/>
                  </a:cubicBezTo>
                  <a:cubicBezTo>
                    <a:pt x="162590" y="7299"/>
                    <a:pt x="162438" y="7256"/>
                    <a:pt x="162278" y="7210"/>
                  </a:cubicBezTo>
                  <a:cubicBezTo>
                    <a:pt x="162119" y="7164"/>
                    <a:pt x="161970" y="7107"/>
                    <a:pt x="161831" y="7041"/>
                  </a:cubicBezTo>
                  <a:cubicBezTo>
                    <a:pt x="161692" y="6975"/>
                    <a:pt x="161566" y="6892"/>
                    <a:pt x="161453" y="6792"/>
                  </a:cubicBezTo>
                  <a:cubicBezTo>
                    <a:pt x="161340" y="6693"/>
                    <a:pt x="161244" y="6570"/>
                    <a:pt x="161165" y="6424"/>
                  </a:cubicBezTo>
                  <a:cubicBezTo>
                    <a:pt x="161125" y="6053"/>
                    <a:pt x="161198" y="5788"/>
                    <a:pt x="161383" y="5629"/>
                  </a:cubicBezTo>
                  <a:cubicBezTo>
                    <a:pt x="161569" y="5470"/>
                    <a:pt x="161801" y="5380"/>
                    <a:pt x="162080" y="5360"/>
                  </a:cubicBezTo>
                  <a:cubicBezTo>
                    <a:pt x="162358" y="5340"/>
                    <a:pt x="162640" y="5367"/>
                    <a:pt x="162925" y="5440"/>
                  </a:cubicBezTo>
                  <a:cubicBezTo>
                    <a:pt x="163210" y="5513"/>
                    <a:pt x="163432" y="5589"/>
                    <a:pt x="163591" y="5669"/>
                  </a:cubicBezTo>
                  <a:cubicBezTo>
                    <a:pt x="163790" y="5775"/>
                    <a:pt x="163979" y="5828"/>
                    <a:pt x="164158" y="5828"/>
                  </a:cubicBezTo>
                  <a:cubicBezTo>
                    <a:pt x="164337" y="5828"/>
                    <a:pt x="164496" y="5788"/>
                    <a:pt x="164635" y="5708"/>
                  </a:cubicBezTo>
                  <a:cubicBezTo>
                    <a:pt x="164775" y="5629"/>
                    <a:pt x="164887" y="5526"/>
                    <a:pt x="164973" y="5400"/>
                  </a:cubicBezTo>
                  <a:cubicBezTo>
                    <a:pt x="165060" y="5274"/>
                    <a:pt x="165103" y="5131"/>
                    <a:pt x="165103" y="4972"/>
                  </a:cubicBezTo>
                  <a:cubicBezTo>
                    <a:pt x="165103" y="4840"/>
                    <a:pt x="165056" y="4701"/>
                    <a:pt x="164964" y="4555"/>
                  </a:cubicBezTo>
                  <a:cubicBezTo>
                    <a:pt x="164871" y="4409"/>
                    <a:pt x="164731" y="4270"/>
                    <a:pt x="164546" y="4137"/>
                  </a:cubicBezTo>
                  <a:cubicBezTo>
                    <a:pt x="164069" y="3872"/>
                    <a:pt x="163528" y="3686"/>
                    <a:pt x="162925" y="3580"/>
                  </a:cubicBezTo>
                  <a:cubicBezTo>
                    <a:pt x="162322" y="3474"/>
                    <a:pt x="161741" y="3494"/>
                    <a:pt x="161185" y="3640"/>
                  </a:cubicBezTo>
                  <a:cubicBezTo>
                    <a:pt x="160906" y="3706"/>
                    <a:pt x="160644" y="3829"/>
                    <a:pt x="160399" y="4008"/>
                  </a:cubicBezTo>
                  <a:cubicBezTo>
                    <a:pt x="160154" y="4187"/>
                    <a:pt x="159941" y="4399"/>
                    <a:pt x="159762" y="4644"/>
                  </a:cubicBezTo>
                  <a:cubicBezTo>
                    <a:pt x="159583" y="4890"/>
                    <a:pt x="159441" y="5158"/>
                    <a:pt x="159335" y="5450"/>
                  </a:cubicBezTo>
                  <a:cubicBezTo>
                    <a:pt x="159229" y="5741"/>
                    <a:pt x="159176" y="6027"/>
                    <a:pt x="159176" y="6305"/>
                  </a:cubicBezTo>
                  <a:cubicBezTo>
                    <a:pt x="159176" y="6504"/>
                    <a:pt x="159215" y="6719"/>
                    <a:pt x="159295" y="6951"/>
                  </a:cubicBezTo>
                  <a:cubicBezTo>
                    <a:pt x="159375" y="7183"/>
                    <a:pt x="159487" y="7399"/>
                    <a:pt x="159633" y="7598"/>
                  </a:cubicBezTo>
                  <a:cubicBezTo>
                    <a:pt x="159792" y="7810"/>
                    <a:pt x="159958" y="7986"/>
                    <a:pt x="160130" y="8125"/>
                  </a:cubicBezTo>
                  <a:cubicBezTo>
                    <a:pt x="160303" y="8264"/>
                    <a:pt x="160482" y="8380"/>
                    <a:pt x="160667" y="8473"/>
                  </a:cubicBezTo>
                  <a:cubicBezTo>
                    <a:pt x="160853" y="8566"/>
                    <a:pt x="161045" y="8642"/>
                    <a:pt x="161244" y="8702"/>
                  </a:cubicBezTo>
                  <a:cubicBezTo>
                    <a:pt x="161443" y="8761"/>
                    <a:pt x="161642" y="8818"/>
                    <a:pt x="161841" y="8871"/>
                  </a:cubicBezTo>
                  <a:cubicBezTo>
                    <a:pt x="161960" y="8910"/>
                    <a:pt x="162090" y="8944"/>
                    <a:pt x="162229" y="8970"/>
                  </a:cubicBezTo>
                  <a:cubicBezTo>
                    <a:pt x="162368" y="8997"/>
                    <a:pt x="162514" y="9036"/>
                    <a:pt x="162666" y="9090"/>
                  </a:cubicBezTo>
                  <a:cubicBezTo>
                    <a:pt x="162819" y="9143"/>
                    <a:pt x="162965" y="9222"/>
                    <a:pt x="163104" y="9328"/>
                  </a:cubicBezTo>
                  <a:cubicBezTo>
                    <a:pt x="163243" y="9434"/>
                    <a:pt x="163372" y="9580"/>
                    <a:pt x="163492" y="9766"/>
                  </a:cubicBezTo>
                  <a:cubicBezTo>
                    <a:pt x="163585" y="9912"/>
                    <a:pt x="163631" y="10071"/>
                    <a:pt x="163631" y="10243"/>
                  </a:cubicBezTo>
                  <a:cubicBezTo>
                    <a:pt x="163631" y="10415"/>
                    <a:pt x="163594" y="10575"/>
                    <a:pt x="163522" y="10720"/>
                  </a:cubicBezTo>
                  <a:cubicBezTo>
                    <a:pt x="163449" y="10866"/>
                    <a:pt x="163336" y="10996"/>
                    <a:pt x="163183" y="11108"/>
                  </a:cubicBezTo>
                  <a:cubicBezTo>
                    <a:pt x="163031" y="11221"/>
                    <a:pt x="162855" y="11297"/>
                    <a:pt x="162656" y="11337"/>
                  </a:cubicBezTo>
                  <a:cubicBezTo>
                    <a:pt x="162232" y="11417"/>
                    <a:pt x="161828" y="11330"/>
                    <a:pt x="161443" y="11078"/>
                  </a:cubicBezTo>
                  <a:cubicBezTo>
                    <a:pt x="161059" y="10827"/>
                    <a:pt x="160727" y="10515"/>
                    <a:pt x="160449" y="10144"/>
                  </a:cubicBezTo>
                  <a:cubicBezTo>
                    <a:pt x="160183" y="9971"/>
                    <a:pt x="159938" y="9885"/>
                    <a:pt x="159713" y="9885"/>
                  </a:cubicBezTo>
                  <a:cubicBezTo>
                    <a:pt x="159368" y="9885"/>
                    <a:pt x="159106" y="10014"/>
                    <a:pt x="158927" y="10273"/>
                  </a:cubicBezTo>
                  <a:cubicBezTo>
                    <a:pt x="158748" y="10531"/>
                    <a:pt x="158751" y="10853"/>
                    <a:pt x="158937" y="11238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  <p:grpSp>
        <p:nvGrpSpPr>
          <p:cNvPr id="177" name="state-trace-document-donor"/>
          <p:cNvGrpSpPr/>
          <p:nvPr/>
        </p:nvGrpSpPr>
        <p:grpSpPr>
          <a:xfrm>
            <a:off x="5605500" y="2159721"/>
            <a:ext cx="460650" cy="281508"/>
            <a:chOff x="5605500" y="2159721"/>
            <a:chExt cx="460650" cy="281508"/>
          </a:xfrm>
        </p:grpSpPr>
        <p:sp>
          <p:nvSpPr>
            <p:cNvPr id="178" name="state-trace-document-donor / native child 0" descr="state-trace-document-donor / native child 0"/>
            <p:cNvSpPr/>
            <p:nvPr/>
          </p:nvSpPr>
          <p:spPr>
            <a:xfrm>
              <a:off x="5605500" y="2159721"/>
              <a:ext cx="460650" cy="281508"/>
            </a:xfrm>
            <a:custGeom>
              <a:avLst/>
              <a:gdLst/>
              <a:ahLst/>
              <a:cxnLst/>
              <a:rect l="0" t="0" r="r" b="b"/>
              <a:pathLst>
                <a:path w="83000" h="50722">
                  <a:moveTo>
                    <a:pt x="78850" y="11528"/>
                  </a:moveTo>
                  <a:lnTo>
                    <a:pt x="76083" y="11528"/>
                  </a:lnTo>
                  <a:lnTo>
                    <a:pt x="76083" y="9222"/>
                  </a:lnTo>
                  <a:cubicBezTo>
                    <a:pt x="76083" y="7312"/>
                    <a:pt x="74225" y="5764"/>
                    <a:pt x="71933" y="5764"/>
                  </a:cubicBezTo>
                  <a:lnTo>
                    <a:pt x="69167" y="5764"/>
                  </a:lnTo>
                  <a:lnTo>
                    <a:pt x="69167" y="3458"/>
                  </a:lnTo>
                  <a:cubicBezTo>
                    <a:pt x="69167" y="1548"/>
                    <a:pt x="67309" y="0"/>
                    <a:pt x="65017" y="0"/>
                  </a:cubicBezTo>
                  <a:lnTo>
                    <a:pt x="12450" y="0"/>
                  </a:lnTo>
                  <a:cubicBezTo>
                    <a:pt x="12424" y="0"/>
                    <a:pt x="12399" y="10"/>
                    <a:pt x="12373" y="12"/>
                  </a:cubicBezTo>
                  <a:cubicBezTo>
                    <a:pt x="12266" y="17"/>
                    <a:pt x="12160" y="34"/>
                    <a:pt x="12057" y="60"/>
                  </a:cubicBezTo>
                  <a:cubicBezTo>
                    <a:pt x="12014" y="68"/>
                    <a:pt x="11971" y="79"/>
                    <a:pt x="11928" y="91"/>
                  </a:cubicBezTo>
                  <a:cubicBezTo>
                    <a:pt x="11786" y="137"/>
                    <a:pt x="11655" y="203"/>
                    <a:pt x="11538" y="285"/>
                  </a:cubicBezTo>
                  <a:lnTo>
                    <a:pt x="472" y="8354"/>
                  </a:lnTo>
                  <a:cubicBezTo>
                    <a:pt x="342" y="8452"/>
                    <a:pt x="236" y="8569"/>
                    <a:pt x="159" y="8700"/>
                  </a:cubicBezTo>
                  <a:cubicBezTo>
                    <a:pt x="139" y="8735"/>
                    <a:pt x="122" y="8770"/>
                    <a:pt x="107" y="8806"/>
                  </a:cubicBezTo>
                  <a:cubicBezTo>
                    <a:pt x="55" y="8917"/>
                    <a:pt x="25" y="9034"/>
                    <a:pt x="17" y="9152"/>
                  </a:cubicBezTo>
                  <a:cubicBezTo>
                    <a:pt x="17" y="9174"/>
                    <a:pt x="0" y="9193"/>
                    <a:pt x="0" y="9215"/>
                  </a:cubicBezTo>
                  <a:lnTo>
                    <a:pt x="0" y="35736"/>
                  </a:lnTo>
                  <a:cubicBezTo>
                    <a:pt x="0" y="37646"/>
                    <a:pt x="1858" y="39194"/>
                    <a:pt x="4150" y="39194"/>
                  </a:cubicBezTo>
                  <a:lnTo>
                    <a:pt x="6917" y="39194"/>
                  </a:lnTo>
                  <a:lnTo>
                    <a:pt x="6917" y="41500"/>
                  </a:lnTo>
                  <a:cubicBezTo>
                    <a:pt x="6917" y="43410"/>
                    <a:pt x="8775" y="44958"/>
                    <a:pt x="11067" y="44958"/>
                  </a:cubicBezTo>
                  <a:lnTo>
                    <a:pt x="13833" y="44958"/>
                  </a:lnTo>
                  <a:lnTo>
                    <a:pt x="13833" y="47264"/>
                  </a:lnTo>
                  <a:cubicBezTo>
                    <a:pt x="13833" y="49174"/>
                    <a:pt x="15691" y="50722"/>
                    <a:pt x="17983" y="50722"/>
                  </a:cubicBezTo>
                  <a:lnTo>
                    <a:pt x="78850" y="50722"/>
                  </a:lnTo>
                  <a:cubicBezTo>
                    <a:pt x="81142" y="50722"/>
                    <a:pt x="83000" y="49174"/>
                    <a:pt x="83000" y="47264"/>
                  </a:cubicBezTo>
                  <a:lnTo>
                    <a:pt x="83000" y="14986"/>
                  </a:lnTo>
                  <a:cubicBezTo>
                    <a:pt x="83000" y="13076"/>
                    <a:pt x="81142" y="11528"/>
                    <a:pt x="78850" y="11528"/>
                  </a:cubicBezTo>
                  <a:close/>
                  <a:moveTo>
                    <a:pt x="11067" y="3689"/>
                  </a:moveTo>
                  <a:lnTo>
                    <a:pt x="11067" y="6917"/>
                  </a:lnTo>
                  <a:cubicBezTo>
                    <a:pt x="11067" y="7553"/>
                    <a:pt x="10447" y="8069"/>
                    <a:pt x="9683" y="8069"/>
                  </a:cubicBezTo>
                  <a:lnTo>
                    <a:pt x="5066" y="8069"/>
                  </a:lnTo>
                  <a:lnTo>
                    <a:pt x="11067" y="3689"/>
                  </a:lnTo>
                  <a:close/>
                  <a:moveTo>
                    <a:pt x="4150" y="36889"/>
                  </a:moveTo>
                  <a:cubicBezTo>
                    <a:pt x="3386" y="36889"/>
                    <a:pt x="2767" y="36373"/>
                    <a:pt x="2767" y="35736"/>
                  </a:cubicBezTo>
                  <a:lnTo>
                    <a:pt x="2767" y="10375"/>
                  </a:lnTo>
                  <a:lnTo>
                    <a:pt x="9683" y="10375"/>
                  </a:lnTo>
                  <a:cubicBezTo>
                    <a:pt x="11975" y="10375"/>
                    <a:pt x="13833" y="8827"/>
                    <a:pt x="13833" y="6917"/>
                  </a:cubicBezTo>
                  <a:lnTo>
                    <a:pt x="13833" y="2306"/>
                  </a:lnTo>
                  <a:lnTo>
                    <a:pt x="65017" y="2306"/>
                  </a:lnTo>
                  <a:cubicBezTo>
                    <a:pt x="65781" y="2306"/>
                    <a:pt x="66400" y="2822"/>
                    <a:pt x="66400" y="3458"/>
                  </a:cubicBezTo>
                  <a:lnTo>
                    <a:pt x="66400" y="35736"/>
                  </a:lnTo>
                  <a:cubicBezTo>
                    <a:pt x="66400" y="36373"/>
                    <a:pt x="65781" y="36889"/>
                    <a:pt x="65017" y="36889"/>
                  </a:cubicBezTo>
                  <a:lnTo>
                    <a:pt x="4150" y="36889"/>
                  </a:lnTo>
                  <a:close/>
                  <a:moveTo>
                    <a:pt x="11067" y="42653"/>
                  </a:moveTo>
                  <a:cubicBezTo>
                    <a:pt x="10303" y="42653"/>
                    <a:pt x="9683" y="42137"/>
                    <a:pt x="9683" y="41500"/>
                  </a:cubicBezTo>
                  <a:lnTo>
                    <a:pt x="9683" y="39194"/>
                  </a:lnTo>
                  <a:lnTo>
                    <a:pt x="65017" y="39194"/>
                  </a:lnTo>
                  <a:cubicBezTo>
                    <a:pt x="67309" y="39194"/>
                    <a:pt x="69167" y="37646"/>
                    <a:pt x="69167" y="35736"/>
                  </a:cubicBezTo>
                  <a:lnTo>
                    <a:pt x="69167" y="8069"/>
                  </a:lnTo>
                  <a:lnTo>
                    <a:pt x="71933" y="8069"/>
                  </a:lnTo>
                  <a:cubicBezTo>
                    <a:pt x="72697" y="8069"/>
                    <a:pt x="73317" y="8586"/>
                    <a:pt x="73317" y="9222"/>
                  </a:cubicBezTo>
                  <a:lnTo>
                    <a:pt x="73317" y="41500"/>
                  </a:lnTo>
                  <a:cubicBezTo>
                    <a:pt x="73317" y="42137"/>
                    <a:pt x="72697" y="42653"/>
                    <a:pt x="71933" y="42653"/>
                  </a:cubicBezTo>
                  <a:lnTo>
                    <a:pt x="11067" y="42653"/>
                  </a:lnTo>
                  <a:close/>
                  <a:moveTo>
                    <a:pt x="80233" y="47264"/>
                  </a:moveTo>
                  <a:cubicBezTo>
                    <a:pt x="80233" y="47901"/>
                    <a:pt x="79614" y="48417"/>
                    <a:pt x="78850" y="48417"/>
                  </a:cubicBezTo>
                  <a:lnTo>
                    <a:pt x="17983" y="48417"/>
                  </a:lnTo>
                  <a:cubicBezTo>
                    <a:pt x="17220" y="48417"/>
                    <a:pt x="16600" y="47901"/>
                    <a:pt x="16600" y="47264"/>
                  </a:cubicBezTo>
                  <a:lnTo>
                    <a:pt x="16600" y="44958"/>
                  </a:lnTo>
                  <a:lnTo>
                    <a:pt x="71933" y="44958"/>
                  </a:lnTo>
                  <a:cubicBezTo>
                    <a:pt x="74225" y="44958"/>
                    <a:pt x="76083" y="43410"/>
                    <a:pt x="76083" y="41500"/>
                  </a:cubicBezTo>
                  <a:lnTo>
                    <a:pt x="76083" y="13833"/>
                  </a:lnTo>
                  <a:lnTo>
                    <a:pt x="78850" y="13833"/>
                  </a:lnTo>
                  <a:cubicBezTo>
                    <a:pt x="79614" y="13833"/>
                    <a:pt x="80233" y="14350"/>
                    <a:pt x="80233" y="14986"/>
                  </a:cubicBezTo>
                  <a:lnTo>
                    <a:pt x="80233" y="47264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79" name="state-trace-document-donor / native child 1" descr="state-trace-document-donor / native child 1"/>
            <p:cNvSpPr/>
            <p:nvPr/>
          </p:nvSpPr>
          <p:spPr>
            <a:xfrm>
              <a:off x="563621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0" name="state-trace-document-donor / native child 2" descr="state-trace-document-donor / native child 2"/>
            <p:cNvSpPr/>
            <p:nvPr/>
          </p:nvSpPr>
          <p:spPr>
            <a:xfrm>
              <a:off x="566692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1" name="state-trace-document-donor / native child 3" descr="state-trace-document-donor / native child 3"/>
            <p:cNvSpPr/>
            <p:nvPr/>
          </p:nvSpPr>
          <p:spPr>
            <a:xfrm>
              <a:off x="569763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2" name="state-trace-document-donor / native child 4" descr="state-trace-document-donor / native child 4"/>
            <p:cNvSpPr/>
            <p:nvPr/>
          </p:nvSpPr>
          <p:spPr>
            <a:xfrm>
              <a:off x="572834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3" name="state-trace-document-donor / native child 5" descr="state-trace-document-donor / native child 5"/>
            <p:cNvSpPr/>
            <p:nvPr/>
          </p:nvSpPr>
          <p:spPr>
            <a:xfrm>
              <a:off x="575905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4" name="state-trace-document-donor / native child 6" descr="state-trace-document-donor / native child 6"/>
            <p:cNvSpPr/>
            <p:nvPr/>
          </p:nvSpPr>
          <p:spPr>
            <a:xfrm>
              <a:off x="578976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5" name="state-trace-document-donor / native child 7" descr="state-trace-document-donor / native child 7"/>
            <p:cNvSpPr/>
            <p:nvPr/>
          </p:nvSpPr>
          <p:spPr>
            <a:xfrm>
              <a:off x="582047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6" name="state-trace-document-donor / native child 8" descr="state-trace-document-donor / native child 8"/>
            <p:cNvSpPr/>
            <p:nvPr/>
          </p:nvSpPr>
          <p:spPr>
            <a:xfrm>
              <a:off x="585118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7" name="state-trace-document-donor / native child 9" descr="state-trace-document-donor / native child 9"/>
            <p:cNvSpPr/>
            <p:nvPr/>
          </p:nvSpPr>
          <p:spPr>
            <a:xfrm>
              <a:off x="588189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8" name="state-trace-document-donor / native child 10" descr="state-trace-document-donor / native child 10"/>
            <p:cNvSpPr/>
            <p:nvPr/>
          </p:nvSpPr>
          <p:spPr>
            <a:xfrm>
              <a:off x="591260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89" name="state-trace-document-donor / native child 11" descr="state-trace-document-donor / native child 11"/>
            <p:cNvSpPr/>
            <p:nvPr/>
          </p:nvSpPr>
          <p:spPr>
            <a:xfrm>
              <a:off x="5943310" y="2345260"/>
              <a:ext cx="15355" cy="12796"/>
            </a:xfrm>
            <a:custGeom>
              <a:avLst/>
              <a:gdLst/>
              <a:ahLst/>
              <a:cxnLst/>
              <a:rect l="0" t="0" r="r" b="b"/>
              <a:pathLst>
                <a:path w="2767" h="2306">
                  <a:moveTo>
                    <a:pt x="0" y="0"/>
                  </a:moveTo>
                  <a:lnTo>
                    <a:pt x="2767" y="0"/>
                  </a:lnTo>
                  <a:lnTo>
                    <a:pt x="27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90" name="state-trace-document-donor / native child 12" descr="state-trace-document-donor / native child 12"/>
            <p:cNvSpPr/>
            <p:nvPr/>
          </p:nvSpPr>
          <p:spPr>
            <a:xfrm>
              <a:off x="5697630" y="2217302"/>
              <a:ext cx="122840" cy="12796"/>
            </a:xfrm>
            <a:custGeom>
              <a:avLst/>
              <a:gdLst/>
              <a:ahLst/>
              <a:cxnLst/>
              <a:rect l="0" t="0" r="r" b="b"/>
              <a:pathLst>
                <a:path w="22133" h="2306">
                  <a:moveTo>
                    <a:pt x="0" y="0"/>
                  </a:moveTo>
                  <a:lnTo>
                    <a:pt x="22133" y="0"/>
                  </a:lnTo>
                  <a:lnTo>
                    <a:pt x="22133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91" name="state-trace-document-donor / native child 13" descr="state-trace-document-donor / native child 13"/>
            <p:cNvSpPr/>
            <p:nvPr/>
          </p:nvSpPr>
          <p:spPr>
            <a:xfrm>
              <a:off x="5835825" y="2217302"/>
              <a:ext cx="61420" cy="12796"/>
            </a:xfrm>
            <a:custGeom>
              <a:avLst/>
              <a:gdLst/>
              <a:ahLst/>
              <a:cxnLst/>
              <a:rect l="0" t="0" r="r" b="b"/>
              <a:pathLst>
                <a:path w="11067" h="2306">
                  <a:moveTo>
                    <a:pt x="0" y="0"/>
                  </a:moveTo>
                  <a:lnTo>
                    <a:pt x="11067" y="0"/>
                  </a:lnTo>
                  <a:lnTo>
                    <a:pt x="110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92" name="state-trace-document-donor / native child 14" descr="state-trace-document-donor / native child 14"/>
            <p:cNvSpPr/>
            <p:nvPr/>
          </p:nvSpPr>
          <p:spPr>
            <a:xfrm>
              <a:off x="5697630" y="2242894"/>
              <a:ext cx="138195" cy="12796"/>
            </a:xfrm>
            <a:custGeom>
              <a:avLst/>
              <a:gdLst/>
              <a:ahLst/>
              <a:cxnLst/>
              <a:rect l="0" t="0" r="r" b="b"/>
              <a:pathLst>
                <a:path w="24900" h="2306">
                  <a:moveTo>
                    <a:pt x="0" y="0"/>
                  </a:moveTo>
                  <a:lnTo>
                    <a:pt x="24900" y="0"/>
                  </a:lnTo>
                  <a:lnTo>
                    <a:pt x="24900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93" name="state-trace-document-donor / native child 15" descr="state-trace-document-donor / native child 15"/>
            <p:cNvSpPr/>
            <p:nvPr/>
          </p:nvSpPr>
          <p:spPr>
            <a:xfrm>
              <a:off x="5851180" y="2242894"/>
              <a:ext cx="46065" cy="12796"/>
            </a:xfrm>
            <a:custGeom>
              <a:avLst/>
              <a:gdLst/>
              <a:ahLst/>
              <a:cxnLst/>
              <a:rect l="0" t="0" r="r" b="b"/>
              <a:pathLst>
                <a:path w="8300" h="2306">
                  <a:moveTo>
                    <a:pt x="0" y="0"/>
                  </a:moveTo>
                  <a:lnTo>
                    <a:pt x="8300" y="0"/>
                  </a:lnTo>
                  <a:lnTo>
                    <a:pt x="8300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94" name="state-trace-document-donor / native child 16" descr="state-trace-document-donor / native child 16"/>
            <p:cNvSpPr/>
            <p:nvPr/>
          </p:nvSpPr>
          <p:spPr>
            <a:xfrm>
              <a:off x="5697630" y="2268485"/>
              <a:ext cx="199615" cy="12796"/>
            </a:xfrm>
            <a:custGeom>
              <a:avLst/>
              <a:gdLst/>
              <a:ahLst/>
              <a:cxnLst/>
              <a:rect l="0" t="0" r="r" b="b"/>
              <a:pathLst>
                <a:path w="35967" h="2306">
                  <a:moveTo>
                    <a:pt x="0" y="0"/>
                  </a:moveTo>
                  <a:lnTo>
                    <a:pt x="35967" y="0"/>
                  </a:lnTo>
                  <a:lnTo>
                    <a:pt x="359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  <p:sp>
          <p:nvSpPr>
            <p:cNvPr id="195" name="state-trace-document-donor / native child 17" descr="state-trace-document-donor / native child 17"/>
            <p:cNvSpPr/>
            <p:nvPr/>
          </p:nvSpPr>
          <p:spPr>
            <a:xfrm>
              <a:off x="5697630" y="2294077"/>
              <a:ext cx="199615" cy="12796"/>
            </a:xfrm>
            <a:custGeom>
              <a:avLst/>
              <a:gdLst/>
              <a:ahLst/>
              <a:cxnLst/>
              <a:rect l="0" t="0" r="r" b="b"/>
              <a:pathLst>
                <a:path w="35967" h="2306">
                  <a:moveTo>
                    <a:pt x="0" y="0"/>
                  </a:moveTo>
                  <a:lnTo>
                    <a:pt x="35967" y="0"/>
                  </a:lnTo>
                  <a:lnTo>
                    <a:pt x="35967" y="2306"/>
                  </a:lnTo>
                  <a:lnTo>
                    <a:pt x="0" y="2306"/>
                  </a:lnTo>
                  <a:close/>
                </a:path>
              </a:pathLst>
            </a:custGeom>
            <a:solidFill>
              <a:srgbClr val="243E57"/>
            </a:solidFill>
            <a:ln w="0" cap="rnd" cmpd="sng">
              <a:noFill/>
              <a:round/>
            </a:ln>
            <a:effectLst/>
          </p:spPr>
        </p:sp>
      </p:grpSp>
      <p:grpSp>
        <p:nvGrpSpPr>
          <p:cNvPr id="196" name="episode-evidence-node"/>
          <p:cNvGrpSpPr/>
          <p:nvPr/>
        </p:nvGrpSpPr>
        <p:grpSpPr>
          <a:xfrm>
            <a:off x="5562774" y="2489117"/>
            <a:ext cx="564407" cy="194734"/>
            <a:chOff x="5562774" y="2489117"/>
            <a:chExt cx="564407" cy="194734"/>
          </a:xfrm>
        </p:grpSpPr>
        <p:sp>
          <p:nvSpPr>
            <p:cNvPr id="197" name="state-trace-label line 1" descr="Final state"/>
            <p:cNvSpPr/>
            <p:nvPr/>
          </p:nvSpPr>
          <p:spPr>
            <a:xfrm>
              <a:off x="5602569" y="2489117"/>
              <a:ext cx="483715" cy="72837"/>
            </a:xfrm>
            <a:custGeom>
              <a:avLst/>
              <a:gdLst/>
              <a:ahLst/>
              <a:cxnLst/>
              <a:rect l="0" t="0" r="r" b="b"/>
              <a:pathLst>
                <a:path w="87156" h="13124">
                  <a:moveTo>
                    <a:pt x="2486" y="11894"/>
                  </a:moveTo>
                  <a:lnTo>
                    <a:pt x="2486" y="7280"/>
                  </a:lnTo>
                  <a:lnTo>
                    <a:pt x="3481" y="7280"/>
                  </a:lnTo>
                  <a:cubicBezTo>
                    <a:pt x="3931" y="7280"/>
                    <a:pt x="4399" y="7270"/>
                    <a:pt x="4883" y="7250"/>
                  </a:cubicBezTo>
                  <a:cubicBezTo>
                    <a:pt x="5367" y="7230"/>
                    <a:pt x="5808" y="7177"/>
                    <a:pt x="6206" y="7091"/>
                  </a:cubicBezTo>
                  <a:cubicBezTo>
                    <a:pt x="6603" y="7004"/>
                    <a:pt x="6928" y="6878"/>
                    <a:pt x="7180" y="6713"/>
                  </a:cubicBezTo>
                  <a:cubicBezTo>
                    <a:pt x="7432" y="6547"/>
                    <a:pt x="7558" y="6318"/>
                    <a:pt x="7558" y="6027"/>
                  </a:cubicBezTo>
                  <a:cubicBezTo>
                    <a:pt x="7558" y="5788"/>
                    <a:pt x="7455" y="5589"/>
                    <a:pt x="7250" y="5430"/>
                  </a:cubicBezTo>
                  <a:cubicBezTo>
                    <a:pt x="7044" y="5271"/>
                    <a:pt x="6749" y="5191"/>
                    <a:pt x="6365" y="5191"/>
                  </a:cubicBezTo>
                  <a:cubicBezTo>
                    <a:pt x="5834" y="5350"/>
                    <a:pt x="5224" y="5450"/>
                    <a:pt x="4535" y="5490"/>
                  </a:cubicBezTo>
                  <a:cubicBezTo>
                    <a:pt x="3845" y="5529"/>
                    <a:pt x="3162" y="5549"/>
                    <a:pt x="2486" y="5549"/>
                  </a:cubicBezTo>
                  <a:lnTo>
                    <a:pt x="2486" y="4873"/>
                  </a:lnTo>
                  <a:cubicBezTo>
                    <a:pt x="2486" y="4767"/>
                    <a:pt x="2490" y="4661"/>
                    <a:pt x="2496" y="4555"/>
                  </a:cubicBezTo>
                  <a:cubicBezTo>
                    <a:pt x="2503" y="4449"/>
                    <a:pt x="2506" y="4343"/>
                    <a:pt x="2506" y="4236"/>
                  </a:cubicBezTo>
                  <a:cubicBezTo>
                    <a:pt x="2506" y="3945"/>
                    <a:pt x="2499" y="3660"/>
                    <a:pt x="2486" y="3381"/>
                  </a:cubicBezTo>
                  <a:cubicBezTo>
                    <a:pt x="2473" y="3103"/>
                    <a:pt x="2433" y="2831"/>
                    <a:pt x="2367" y="2566"/>
                  </a:cubicBezTo>
                  <a:cubicBezTo>
                    <a:pt x="2672" y="2539"/>
                    <a:pt x="2944" y="2526"/>
                    <a:pt x="3182" y="2526"/>
                  </a:cubicBezTo>
                  <a:lnTo>
                    <a:pt x="3998" y="2526"/>
                  </a:lnTo>
                  <a:cubicBezTo>
                    <a:pt x="4515" y="2513"/>
                    <a:pt x="5025" y="2499"/>
                    <a:pt x="5529" y="2486"/>
                  </a:cubicBezTo>
                  <a:cubicBezTo>
                    <a:pt x="6033" y="2473"/>
                    <a:pt x="6524" y="2433"/>
                    <a:pt x="7001" y="2367"/>
                  </a:cubicBezTo>
                  <a:cubicBezTo>
                    <a:pt x="7306" y="2287"/>
                    <a:pt x="7531" y="2165"/>
                    <a:pt x="7677" y="1999"/>
                  </a:cubicBezTo>
                  <a:cubicBezTo>
                    <a:pt x="7823" y="1833"/>
                    <a:pt x="7896" y="1651"/>
                    <a:pt x="7896" y="1452"/>
                  </a:cubicBezTo>
                  <a:cubicBezTo>
                    <a:pt x="7896" y="1213"/>
                    <a:pt x="7800" y="1014"/>
                    <a:pt x="7608" y="855"/>
                  </a:cubicBezTo>
                  <a:cubicBezTo>
                    <a:pt x="7415" y="696"/>
                    <a:pt x="7127" y="617"/>
                    <a:pt x="6743" y="617"/>
                  </a:cubicBezTo>
                  <a:cubicBezTo>
                    <a:pt x="6265" y="683"/>
                    <a:pt x="5798" y="719"/>
                    <a:pt x="5340" y="726"/>
                  </a:cubicBezTo>
                  <a:cubicBezTo>
                    <a:pt x="4883" y="733"/>
                    <a:pt x="4429" y="743"/>
                    <a:pt x="3978" y="756"/>
                  </a:cubicBezTo>
                  <a:cubicBezTo>
                    <a:pt x="3461" y="769"/>
                    <a:pt x="2944" y="786"/>
                    <a:pt x="2427" y="806"/>
                  </a:cubicBezTo>
                  <a:cubicBezTo>
                    <a:pt x="1909" y="825"/>
                    <a:pt x="1359" y="882"/>
                    <a:pt x="776" y="975"/>
                  </a:cubicBezTo>
                  <a:cubicBezTo>
                    <a:pt x="312" y="1134"/>
                    <a:pt x="80" y="1406"/>
                    <a:pt x="80" y="1790"/>
                  </a:cubicBezTo>
                  <a:cubicBezTo>
                    <a:pt x="80" y="1923"/>
                    <a:pt x="113" y="2075"/>
                    <a:pt x="179" y="2248"/>
                  </a:cubicBezTo>
                  <a:cubicBezTo>
                    <a:pt x="338" y="2473"/>
                    <a:pt x="438" y="2761"/>
                    <a:pt x="477" y="3113"/>
                  </a:cubicBezTo>
                  <a:cubicBezTo>
                    <a:pt x="517" y="3464"/>
                    <a:pt x="537" y="3839"/>
                    <a:pt x="537" y="4236"/>
                  </a:cubicBezTo>
                  <a:cubicBezTo>
                    <a:pt x="537" y="4369"/>
                    <a:pt x="534" y="4498"/>
                    <a:pt x="527" y="4624"/>
                  </a:cubicBezTo>
                  <a:cubicBezTo>
                    <a:pt x="520" y="4750"/>
                    <a:pt x="517" y="4873"/>
                    <a:pt x="517" y="4992"/>
                  </a:cubicBezTo>
                  <a:lnTo>
                    <a:pt x="517" y="5609"/>
                  </a:lnTo>
                  <a:cubicBezTo>
                    <a:pt x="172" y="5794"/>
                    <a:pt x="0" y="6040"/>
                    <a:pt x="0" y="6345"/>
                  </a:cubicBezTo>
                  <a:cubicBezTo>
                    <a:pt x="0" y="6491"/>
                    <a:pt x="50" y="6633"/>
                    <a:pt x="149" y="6772"/>
                  </a:cubicBezTo>
                  <a:cubicBezTo>
                    <a:pt x="249" y="6912"/>
                    <a:pt x="371" y="7028"/>
                    <a:pt x="517" y="7120"/>
                  </a:cubicBezTo>
                  <a:lnTo>
                    <a:pt x="517" y="11973"/>
                  </a:lnTo>
                  <a:cubicBezTo>
                    <a:pt x="557" y="12278"/>
                    <a:pt x="670" y="12507"/>
                    <a:pt x="855" y="12660"/>
                  </a:cubicBezTo>
                  <a:cubicBezTo>
                    <a:pt x="1041" y="12812"/>
                    <a:pt x="1253" y="12888"/>
                    <a:pt x="1492" y="12888"/>
                  </a:cubicBezTo>
                  <a:cubicBezTo>
                    <a:pt x="1730" y="12888"/>
                    <a:pt x="1952" y="12809"/>
                    <a:pt x="2158" y="12650"/>
                  </a:cubicBezTo>
                  <a:cubicBezTo>
                    <a:pt x="2364" y="12491"/>
                    <a:pt x="2473" y="12239"/>
                    <a:pt x="2486" y="11894"/>
                  </a:cubicBezTo>
                  <a:close/>
                  <a:moveTo>
                    <a:pt x="11675" y="11814"/>
                  </a:moveTo>
                  <a:lnTo>
                    <a:pt x="11615" y="4276"/>
                  </a:lnTo>
                  <a:cubicBezTo>
                    <a:pt x="11549" y="4011"/>
                    <a:pt x="11423" y="3815"/>
                    <a:pt x="11238" y="3690"/>
                  </a:cubicBezTo>
                  <a:cubicBezTo>
                    <a:pt x="11052" y="3564"/>
                    <a:pt x="10853" y="3501"/>
                    <a:pt x="10641" y="3501"/>
                  </a:cubicBezTo>
                  <a:cubicBezTo>
                    <a:pt x="10402" y="3501"/>
                    <a:pt x="10197" y="3570"/>
                    <a:pt x="10024" y="3709"/>
                  </a:cubicBezTo>
                  <a:cubicBezTo>
                    <a:pt x="9852" y="3849"/>
                    <a:pt x="9733" y="4057"/>
                    <a:pt x="9666" y="4336"/>
                  </a:cubicBezTo>
                  <a:lnTo>
                    <a:pt x="9726" y="11894"/>
                  </a:lnTo>
                  <a:cubicBezTo>
                    <a:pt x="9766" y="12199"/>
                    <a:pt x="9878" y="12424"/>
                    <a:pt x="10064" y="12570"/>
                  </a:cubicBezTo>
                  <a:cubicBezTo>
                    <a:pt x="10250" y="12716"/>
                    <a:pt x="10462" y="12789"/>
                    <a:pt x="10701" y="12789"/>
                  </a:cubicBezTo>
                  <a:cubicBezTo>
                    <a:pt x="10939" y="12789"/>
                    <a:pt x="11158" y="12709"/>
                    <a:pt x="11357" y="12550"/>
                  </a:cubicBezTo>
                  <a:cubicBezTo>
                    <a:pt x="11556" y="12391"/>
                    <a:pt x="11662" y="12146"/>
                    <a:pt x="11675" y="11814"/>
                  </a:cubicBezTo>
                  <a:close/>
                  <a:moveTo>
                    <a:pt x="9527" y="1173"/>
                  </a:moveTo>
                  <a:cubicBezTo>
                    <a:pt x="9527" y="1478"/>
                    <a:pt x="9636" y="1737"/>
                    <a:pt x="9855" y="1949"/>
                  </a:cubicBezTo>
                  <a:cubicBezTo>
                    <a:pt x="10074" y="2161"/>
                    <a:pt x="10336" y="2267"/>
                    <a:pt x="10641" y="2267"/>
                  </a:cubicBezTo>
                  <a:cubicBezTo>
                    <a:pt x="10959" y="2267"/>
                    <a:pt x="11228" y="2161"/>
                    <a:pt x="11446" y="1949"/>
                  </a:cubicBezTo>
                  <a:cubicBezTo>
                    <a:pt x="11665" y="1737"/>
                    <a:pt x="11775" y="1478"/>
                    <a:pt x="11775" y="1173"/>
                  </a:cubicBezTo>
                  <a:cubicBezTo>
                    <a:pt x="11775" y="869"/>
                    <a:pt x="11665" y="607"/>
                    <a:pt x="11446" y="388"/>
                  </a:cubicBezTo>
                  <a:cubicBezTo>
                    <a:pt x="11228" y="169"/>
                    <a:pt x="10959" y="60"/>
                    <a:pt x="10641" y="60"/>
                  </a:cubicBezTo>
                  <a:cubicBezTo>
                    <a:pt x="10336" y="60"/>
                    <a:pt x="10074" y="169"/>
                    <a:pt x="9855" y="388"/>
                  </a:cubicBezTo>
                  <a:cubicBezTo>
                    <a:pt x="9636" y="607"/>
                    <a:pt x="9527" y="869"/>
                    <a:pt x="9527" y="1173"/>
                  </a:cubicBezTo>
                  <a:close/>
                  <a:moveTo>
                    <a:pt x="21361" y="11854"/>
                  </a:moveTo>
                  <a:lnTo>
                    <a:pt x="21361" y="8234"/>
                  </a:lnTo>
                  <a:cubicBezTo>
                    <a:pt x="21361" y="7996"/>
                    <a:pt x="21375" y="7740"/>
                    <a:pt x="21401" y="7469"/>
                  </a:cubicBezTo>
                  <a:cubicBezTo>
                    <a:pt x="21428" y="7197"/>
                    <a:pt x="21441" y="6922"/>
                    <a:pt x="21441" y="6643"/>
                  </a:cubicBezTo>
                  <a:cubicBezTo>
                    <a:pt x="21441" y="6365"/>
                    <a:pt x="21421" y="6093"/>
                    <a:pt x="21381" y="5828"/>
                  </a:cubicBezTo>
                  <a:cubicBezTo>
                    <a:pt x="21341" y="5562"/>
                    <a:pt x="21255" y="5310"/>
                    <a:pt x="21123" y="5072"/>
                  </a:cubicBezTo>
                  <a:cubicBezTo>
                    <a:pt x="20844" y="4581"/>
                    <a:pt x="20476" y="4217"/>
                    <a:pt x="20019" y="3978"/>
                  </a:cubicBezTo>
                  <a:cubicBezTo>
                    <a:pt x="19561" y="3739"/>
                    <a:pt x="19081" y="3620"/>
                    <a:pt x="18577" y="3620"/>
                  </a:cubicBezTo>
                  <a:cubicBezTo>
                    <a:pt x="18113" y="3620"/>
                    <a:pt x="17662" y="3696"/>
                    <a:pt x="17224" y="3849"/>
                  </a:cubicBezTo>
                  <a:cubicBezTo>
                    <a:pt x="16787" y="4001"/>
                    <a:pt x="16376" y="4210"/>
                    <a:pt x="15991" y="4475"/>
                  </a:cubicBezTo>
                  <a:cubicBezTo>
                    <a:pt x="15925" y="4250"/>
                    <a:pt x="15799" y="4081"/>
                    <a:pt x="15613" y="3968"/>
                  </a:cubicBezTo>
                  <a:cubicBezTo>
                    <a:pt x="15428" y="3855"/>
                    <a:pt x="15242" y="3799"/>
                    <a:pt x="15056" y="3799"/>
                  </a:cubicBezTo>
                  <a:cubicBezTo>
                    <a:pt x="14831" y="3799"/>
                    <a:pt x="14629" y="3865"/>
                    <a:pt x="14450" y="3998"/>
                  </a:cubicBezTo>
                  <a:cubicBezTo>
                    <a:pt x="14271" y="4130"/>
                    <a:pt x="14148" y="4343"/>
                    <a:pt x="14082" y="4634"/>
                  </a:cubicBezTo>
                  <a:cubicBezTo>
                    <a:pt x="14082" y="5271"/>
                    <a:pt x="14085" y="5884"/>
                    <a:pt x="14092" y="6474"/>
                  </a:cubicBezTo>
                  <a:cubicBezTo>
                    <a:pt x="14098" y="7064"/>
                    <a:pt x="14102" y="7651"/>
                    <a:pt x="14102" y="8234"/>
                  </a:cubicBezTo>
                  <a:lnTo>
                    <a:pt x="14102" y="11814"/>
                  </a:lnTo>
                  <a:cubicBezTo>
                    <a:pt x="14141" y="12119"/>
                    <a:pt x="14257" y="12345"/>
                    <a:pt x="14450" y="12491"/>
                  </a:cubicBezTo>
                  <a:cubicBezTo>
                    <a:pt x="14642" y="12636"/>
                    <a:pt x="14851" y="12709"/>
                    <a:pt x="15076" y="12709"/>
                  </a:cubicBezTo>
                  <a:cubicBezTo>
                    <a:pt x="15315" y="12709"/>
                    <a:pt x="15534" y="12630"/>
                    <a:pt x="15733" y="12471"/>
                  </a:cubicBezTo>
                  <a:cubicBezTo>
                    <a:pt x="15931" y="12312"/>
                    <a:pt x="16038" y="12066"/>
                    <a:pt x="16051" y="11735"/>
                  </a:cubicBezTo>
                  <a:cubicBezTo>
                    <a:pt x="16038" y="11059"/>
                    <a:pt x="16031" y="10392"/>
                    <a:pt x="16031" y="9736"/>
                  </a:cubicBezTo>
                  <a:lnTo>
                    <a:pt x="16031" y="7737"/>
                  </a:lnTo>
                  <a:cubicBezTo>
                    <a:pt x="16057" y="7472"/>
                    <a:pt x="16101" y="7270"/>
                    <a:pt x="16160" y="7130"/>
                  </a:cubicBezTo>
                  <a:cubicBezTo>
                    <a:pt x="16220" y="6991"/>
                    <a:pt x="16303" y="6842"/>
                    <a:pt x="16409" y="6683"/>
                  </a:cubicBezTo>
                  <a:cubicBezTo>
                    <a:pt x="16714" y="6245"/>
                    <a:pt x="17055" y="5914"/>
                    <a:pt x="17433" y="5688"/>
                  </a:cubicBezTo>
                  <a:cubicBezTo>
                    <a:pt x="17811" y="5463"/>
                    <a:pt x="18199" y="5350"/>
                    <a:pt x="18597" y="5350"/>
                  </a:cubicBezTo>
                  <a:cubicBezTo>
                    <a:pt x="18835" y="5350"/>
                    <a:pt x="19011" y="5443"/>
                    <a:pt x="19124" y="5629"/>
                  </a:cubicBezTo>
                  <a:cubicBezTo>
                    <a:pt x="19236" y="5814"/>
                    <a:pt x="19313" y="6036"/>
                    <a:pt x="19352" y="6295"/>
                  </a:cubicBezTo>
                  <a:cubicBezTo>
                    <a:pt x="19392" y="6554"/>
                    <a:pt x="19406" y="6815"/>
                    <a:pt x="19392" y="7081"/>
                  </a:cubicBezTo>
                  <a:cubicBezTo>
                    <a:pt x="19379" y="7346"/>
                    <a:pt x="19372" y="7565"/>
                    <a:pt x="19372" y="7737"/>
                  </a:cubicBezTo>
                  <a:lnTo>
                    <a:pt x="19372" y="9577"/>
                  </a:lnTo>
                  <a:cubicBezTo>
                    <a:pt x="19372" y="10048"/>
                    <a:pt x="19376" y="10432"/>
                    <a:pt x="19382" y="10730"/>
                  </a:cubicBezTo>
                  <a:cubicBezTo>
                    <a:pt x="19389" y="11029"/>
                    <a:pt x="19392" y="11267"/>
                    <a:pt x="19392" y="11446"/>
                  </a:cubicBezTo>
                  <a:lnTo>
                    <a:pt x="19392" y="11934"/>
                  </a:lnTo>
                  <a:cubicBezTo>
                    <a:pt x="19432" y="12239"/>
                    <a:pt x="19548" y="12464"/>
                    <a:pt x="19740" y="12610"/>
                  </a:cubicBezTo>
                  <a:cubicBezTo>
                    <a:pt x="19933" y="12756"/>
                    <a:pt x="20148" y="12829"/>
                    <a:pt x="20387" y="12829"/>
                  </a:cubicBezTo>
                  <a:cubicBezTo>
                    <a:pt x="20612" y="12829"/>
                    <a:pt x="20828" y="12749"/>
                    <a:pt x="21033" y="12590"/>
                  </a:cubicBezTo>
                  <a:cubicBezTo>
                    <a:pt x="21239" y="12431"/>
                    <a:pt x="21348" y="12186"/>
                    <a:pt x="21361" y="11854"/>
                  </a:cubicBezTo>
                  <a:close/>
                  <a:moveTo>
                    <a:pt x="31227" y="11576"/>
                  </a:moveTo>
                  <a:cubicBezTo>
                    <a:pt x="31253" y="11549"/>
                    <a:pt x="31236" y="11490"/>
                    <a:pt x="31177" y="11397"/>
                  </a:cubicBezTo>
                  <a:cubicBezTo>
                    <a:pt x="31117" y="11304"/>
                    <a:pt x="31041" y="11185"/>
                    <a:pt x="30948" y="11039"/>
                  </a:cubicBezTo>
                  <a:lnTo>
                    <a:pt x="30968" y="11039"/>
                  </a:lnTo>
                  <a:cubicBezTo>
                    <a:pt x="30862" y="10880"/>
                    <a:pt x="30759" y="10701"/>
                    <a:pt x="30660" y="10502"/>
                  </a:cubicBezTo>
                  <a:cubicBezTo>
                    <a:pt x="30560" y="10303"/>
                    <a:pt x="30497" y="10130"/>
                    <a:pt x="30471" y="9985"/>
                  </a:cubicBezTo>
                  <a:cubicBezTo>
                    <a:pt x="30404" y="9507"/>
                    <a:pt x="30358" y="9020"/>
                    <a:pt x="30331" y="8523"/>
                  </a:cubicBezTo>
                  <a:cubicBezTo>
                    <a:pt x="30305" y="8025"/>
                    <a:pt x="30292" y="7545"/>
                    <a:pt x="30292" y="7081"/>
                  </a:cubicBezTo>
                  <a:lnTo>
                    <a:pt x="30292" y="6743"/>
                  </a:lnTo>
                  <a:cubicBezTo>
                    <a:pt x="30292" y="6623"/>
                    <a:pt x="30295" y="6474"/>
                    <a:pt x="30302" y="6295"/>
                  </a:cubicBezTo>
                  <a:cubicBezTo>
                    <a:pt x="30308" y="6116"/>
                    <a:pt x="30312" y="5894"/>
                    <a:pt x="30312" y="5629"/>
                  </a:cubicBezTo>
                  <a:lnTo>
                    <a:pt x="30312" y="4634"/>
                  </a:lnTo>
                  <a:cubicBezTo>
                    <a:pt x="30166" y="4250"/>
                    <a:pt x="29930" y="4008"/>
                    <a:pt x="29606" y="3908"/>
                  </a:cubicBezTo>
                  <a:cubicBezTo>
                    <a:pt x="29281" y="3809"/>
                    <a:pt x="28913" y="3759"/>
                    <a:pt x="28502" y="3759"/>
                  </a:cubicBezTo>
                  <a:cubicBezTo>
                    <a:pt x="28290" y="3759"/>
                    <a:pt x="28071" y="3776"/>
                    <a:pt x="27845" y="3809"/>
                  </a:cubicBezTo>
                  <a:cubicBezTo>
                    <a:pt x="27620" y="3842"/>
                    <a:pt x="27401" y="3888"/>
                    <a:pt x="27189" y="3948"/>
                  </a:cubicBezTo>
                  <a:cubicBezTo>
                    <a:pt x="26977" y="4008"/>
                    <a:pt x="26788" y="4071"/>
                    <a:pt x="26622" y="4137"/>
                  </a:cubicBezTo>
                  <a:cubicBezTo>
                    <a:pt x="26456" y="4203"/>
                    <a:pt x="26327" y="4263"/>
                    <a:pt x="26234" y="4316"/>
                  </a:cubicBezTo>
                  <a:cubicBezTo>
                    <a:pt x="25797" y="4594"/>
                    <a:pt x="25389" y="4913"/>
                    <a:pt x="25011" y="5271"/>
                  </a:cubicBezTo>
                  <a:cubicBezTo>
                    <a:pt x="24633" y="5629"/>
                    <a:pt x="24298" y="6023"/>
                    <a:pt x="24007" y="6454"/>
                  </a:cubicBezTo>
                  <a:cubicBezTo>
                    <a:pt x="23715" y="6885"/>
                    <a:pt x="23486" y="7349"/>
                    <a:pt x="23320" y="7846"/>
                  </a:cubicBezTo>
                  <a:cubicBezTo>
                    <a:pt x="23155" y="8344"/>
                    <a:pt x="23072" y="8871"/>
                    <a:pt x="23072" y="9428"/>
                  </a:cubicBezTo>
                  <a:cubicBezTo>
                    <a:pt x="23072" y="9971"/>
                    <a:pt x="23178" y="10488"/>
                    <a:pt x="23390" y="10979"/>
                  </a:cubicBezTo>
                  <a:cubicBezTo>
                    <a:pt x="23602" y="11470"/>
                    <a:pt x="23960" y="11894"/>
                    <a:pt x="24464" y="12252"/>
                  </a:cubicBezTo>
                  <a:cubicBezTo>
                    <a:pt x="24809" y="12477"/>
                    <a:pt x="25150" y="12627"/>
                    <a:pt x="25488" y="12699"/>
                  </a:cubicBezTo>
                  <a:cubicBezTo>
                    <a:pt x="25827" y="12772"/>
                    <a:pt x="26175" y="12809"/>
                    <a:pt x="26533" y="12809"/>
                  </a:cubicBezTo>
                  <a:cubicBezTo>
                    <a:pt x="27023" y="12809"/>
                    <a:pt x="27477" y="12759"/>
                    <a:pt x="27895" y="12660"/>
                  </a:cubicBezTo>
                  <a:cubicBezTo>
                    <a:pt x="28313" y="12560"/>
                    <a:pt x="28760" y="12331"/>
                    <a:pt x="29238" y="11973"/>
                  </a:cubicBezTo>
                  <a:cubicBezTo>
                    <a:pt x="29304" y="12080"/>
                    <a:pt x="29387" y="12189"/>
                    <a:pt x="29486" y="12302"/>
                  </a:cubicBezTo>
                  <a:cubicBezTo>
                    <a:pt x="29586" y="12414"/>
                    <a:pt x="29688" y="12524"/>
                    <a:pt x="29794" y="12630"/>
                  </a:cubicBezTo>
                  <a:cubicBezTo>
                    <a:pt x="30033" y="12749"/>
                    <a:pt x="30259" y="12799"/>
                    <a:pt x="30471" y="12779"/>
                  </a:cubicBezTo>
                  <a:cubicBezTo>
                    <a:pt x="30683" y="12759"/>
                    <a:pt x="30859" y="12693"/>
                    <a:pt x="30998" y="12580"/>
                  </a:cubicBezTo>
                  <a:cubicBezTo>
                    <a:pt x="31137" y="12467"/>
                    <a:pt x="31230" y="12322"/>
                    <a:pt x="31276" y="12143"/>
                  </a:cubicBezTo>
                  <a:cubicBezTo>
                    <a:pt x="31323" y="11964"/>
                    <a:pt x="31306" y="11775"/>
                    <a:pt x="31227" y="11576"/>
                  </a:cubicBezTo>
                  <a:close/>
                  <a:moveTo>
                    <a:pt x="28541" y="10164"/>
                  </a:moveTo>
                  <a:cubicBezTo>
                    <a:pt x="28091" y="10535"/>
                    <a:pt x="27719" y="10807"/>
                    <a:pt x="27428" y="10979"/>
                  </a:cubicBezTo>
                  <a:cubicBezTo>
                    <a:pt x="27189" y="11059"/>
                    <a:pt x="26940" y="11098"/>
                    <a:pt x="26682" y="11098"/>
                  </a:cubicBezTo>
                  <a:cubicBezTo>
                    <a:pt x="26423" y="11098"/>
                    <a:pt x="26181" y="11049"/>
                    <a:pt x="25956" y="10949"/>
                  </a:cubicBezTo>
                  <a:cubicBezTo>
                    <a:pt x="25730" y="10850"/>
                    <a:pt x="25535" y="10704"/>
                    <a:pt x="25369" y="10512"/>
                  </a:cubicBezTo>
                  <a:cubicBezTo>
                    <a:pt x="25203" y="10319"/>
                    <a:pt x="25101" y="10077"/>
                    <a:pt x="25061" y="9786"/>
                  </a:cubicBezTo>
                  <a:cubicBezTo>
                    <a:pt x="24994" y="9414"/>
                    <a:pt x="25004" y="9033"/>
                    <a:pt x="25091" y="8642"/>
                  </a:cubicBezTo>
                  <a:cubicBezTo>
                    <a:pt x="25177" y="8251"/>
                    <a:pt x="25313" y="7876"/>
                    <a:pt x="25498" y="7518"/>
                  </a:cubicBezTo>
                  <a:cubicBezTo>
                    <a:pt x="25684" y="7160"/>
                    <a:pt x="25919" y="6835"/>
                    <a:pt x="26204" y="6544"/>
                  </a:cubicBezTo>
                  <a:cubicBezTo>
                    <a:pt x="26490" y="6252"/>
                    <a:pt x="26811" y="6027"/>
                    <a:pt x="27169" y="5867"/>
                  </a:cubicBezTo>
                  <a:cubicBezTo>
                    <a:pt x="27262" y="5828"/>
                    <a:pt x="27424" y="5761"/>
                    <a:pt x="27656" y="5669"/>
                  </a:cubicBezTo>
                  <a:cubicBezTo>
                    <a:pt x="27888" y="5576"/>
                    <a:pt x="28117" y="5516"/>
                    <a:pt x="28343" y="5490"/>
                  </a:cubicBezTo>
                  <a:cubicBezTo>
                    <a:pt x="28343" y="5755"/>
                    <a:pt x="28336" y="6027"/>
                    <a:pt x="28323" y="6305"/>
                  </a:cubicBezTo>
                  <a:cubicBezTo>
                    <a:pt x="28309" y="6583"/>
                    <a:pt x="28303" y="6895"/>
                    <a:pt x="28303" y="7240"/>
                  </a:cubicBezTo>
                  <a:cubicBezTo>
                    <a:pt x="28303" y="7730"/>
                    <a:pt x="28316" y="8224"/>
                    <a:pt x="28343" y="8722"/>
                  </a:cubicBezTo>
                  <a:cubicBezTo>
                    <a:pt x="28369" y="9219"/>
                    <a:pt x="28435" y="9699"/>
                    <a:pt x="28541" y="10164"/>
                  </a:cubicBezTo>
                  <a:close/>
                  <a:moveTo>
                    <a:pt x="35304" y="11436"/>
                  </a:moveTo>
                  <a:lnTo>
                    <a:pt x="35204" y="11387"/>
                  </a:lnTo>
                  <a:cubicBezTo>
                    <a:pt x="35165" y="11367"/>
                    <a:pt x="35131" y="11344"/>
                    <a:pt x="35105" y="11317"/>
                  </a:cubicBezTo>
                  <a:lnTo>
                    <a:pt x="35105" y="776"/>
                  </a:lnTo>
                  <a:cubicBezTo>
                    <a:pt x="35012" y="524"/>
                    <a:pt x="34880" y="335"/>
                    <a:pt x="34707" y="209"/>
                  </a:cubicBezTo>
                  <a:cubicBezTo>
                    <a:pt x="34535" y="83"/>
                    <a:pt x="34336" y="20"/>
                    <a:pt x="34110" y="20"/>
                  </a:cubicBezTo>
                  <a:cubicBezTo>
                    <a:pt x="33885" y="20"/>
                    <a:pt x="33686" y="90"/>
                    <a:pt x="33514" y="229"/>
                  </a:cubicBezTo>
                  <a:cubicBezTo>
                    <a:pt x="33341" y="368"/>
                    <a:pt x="33222" y="570"/>
                    <a:pt x="33156" y="835"/>
                  </a:cubicBezTo>
                  <a:lnTo>
                    <a:pt x="33156" y="11735"/>
                  </a:lnTo>
                  <a:cubicBezTo>
                    <a:pt x="33182" y="11894"/>
                    <a:pt x="33215" y="12020"/>
                    <a:pt x="33255" y="12113"/>
                  </a:cubicBezTo>
                  <a:cubicBezTo>
                    <a:pt x="33295" y="12206"/>
                    <a:pt x="33375" y="12305"/>
                    <a:pt x="33494" y="12411"/>
                  </a:cubicBezTo>
                  <a:lnTo>
                    <a:pt x="34349" y="12968"/>
                  </a:lnTo>
                  <a:cubicBezTo>
                    <a:pt x="34548" y="13074"/>
                    <a:pt x="34737" y="13124"/>
                    <a:pt x="34916" y="13117"/>
                  </a:cubicBezTo>
                  <a:cubicBezTo>
                    <a:pt x="35095" y="13110"/>
                    <a:pt x="35251" y="13067"/>
                    <a:pt x="35383" y="12988"/>
                  </a:cubicBezTo>
                  <a:cubicBezTo>
                    <a:pt x="35516" y="12908"/>
                    <a:pt x="35622" y="12802"/>
                    <a:pt x="35702" y="12670"/>
                  </a:cubicBezTo>
                  <a:cubicBezTo>
                    <a:pt x="35781" y="12537"/>
                    <a:pt x="35821" y="12391"/>
                    <a:pt x="35821" y="12232"/>
                  </a:cubicBezTo>
                  <a:cubicBezTo>
                    <a:pt x="35821" y="11954"/>
                    <a:pt x="35649" y="11688"/>
                    <a:pt x="35304" y="11436"/>
                  </a:cubicBezTo>
                  <a:close/>
                  <a:moveTo>
                    <a:pt x="44632" y="11039"/>
                  </a:moveTo>
                  <a:lnTo>
                    <a:pt x="44652" y="11039"/>
                  </a:lnTo>
                  <a:cubicBezTo>
                    <a:pt x="45076" y="11622"/>
                    <a:pt x="45640" y="12080"/>
                    <a:pt x="46343" y="12411"/>
                  </a:cubicBezTo>
                  <a:cubicBezTo>
                    <a:pt x="47045" y="12743"/>
                    <a:pt x="47768" y="12908"/>
                    <a:pt x="48510" y="12908"/>
                  </a:cubicBezTo>
                  <a:cubicBezTo>
                    <a:pt x="48842" y="12908"/>
                    <a:pt x="49173" y="12829"/>
                    <a:pt x="49505" y="12670"/>
                  </a:cubicBezTo>
                  <a:cubicBezTo>
                    <a:pt x="49836" y="12510"/>
                    <a:pt x="50131" y="12298"/>
                    <a:pt x="50390" y="12033"/>
                  </a:cubicBezTo>
                  <a:cubicBezTo>
                    <a:pt x="50649" y="11768"/>
                    <a:pt x="50857" y="11466"/>
                    <a:pt x="51017" y="11128"/>
                  </a:cubicBezTo>
                  <a:cubicBezTo>
                    <a:pt x="51176" y="10790"/>
                    <a:pt x="51255" y="10442"/>
                    <a:pt x="51255" y="10084"/>
                  </a:cubicBezTo>
                  <a:cubicBezTo>
                    <a:pt x="51255" y="9633"/>
                    <a:pt x="51186" y="9249"/>
                    <a:pt x="51046" y="8930"/>
                  </a:cubicBezTo>
                  <a:cubicBezTo>
                    <a:pt x="50907" y="8612"/>
                    <a:pt x="50712" y="8340"/>
                    <a:pt x="50460" y="8115"/>
                  </a:cubicBezTo>
                  <a:cubicBezTo>
                    <a:pt x="50208" y="7890"/>
                    <a:pt x="49909" y="7701"/>
                    <a:pt x="49565" y="7548"/>
                  </a:cubicBezTo>
                  <a:cubicBezTo>
                    <a:pt x="49220" y="7396"/>
                    <a:pt x="48842" y="7260"/>
                    <a:pt x="48431" y="7140"/>
                  </a:cubicBezTo>
                  <a:cubicBezTo>
                    <a:pt x="48285" y="7101"/>
                    <a:pt x="48133" y="7057"/>
                    <a:pt x="47973" y="7011"/>
                  </a:cubicBezTo>
                  <a:cubicBezTo>
                    <a:pt x="47814" y="6965"/>
                    <a:pt x="47665" y="6908"/>
                    <a:pt x="47526" y="6842"/>
                  </a:cubicBezTo>
                  <a:cubicBezTo>
                    <a:pt x="47387" y="6776"/>
                    <a:pt x="47261" y="6693"/>
                    <a:pt x="47148" y="6593"/>
                  </a:cubicBezTo>
                  <a:cubicBezTo>
                    <a:pt x="47035" y="6494"/>
                    <a:pt x="46939" y="6371"/>
                    <a:pt x="46860" y="6225"/>
                  </a:cubicBezTo>
                  <a:cubicBezTo>
                    <a:pt x="46820" y="5854"/>
                    <a:pt x="46893" y="5589"/>
                    <a:pt x="47078" y="5430"/>
                  </a:cubicBezTo>
                  <a:cubicBezTo>
                    <a:pt x="47264" y="5271"/>
                    <a:pt x="47496" y="5181"/>
                    <a:pt x="47775" y="5161"/>
                  </a:cubicBezTo>
                  <a:cubicBezTo>
                    <a:pt x="48053" y="5141"/>
                    <a:pt x="48335" y="5168"/>
                    <a:pt x="48620" y="5241"/>
                  </a:cubicBezTo>
                  <a:cubicBezTo>
                    <a:pt x="48905" y="5314"/>
                    <a:pt x="49127" y="5390"/>
                    <a:pt x="49286" y="5470"/>
                  </a:cubicBezTo>
                  <a:cubicBezTo>
                    <a:pt x="49485" y="5576"/>
                    <a:pt x="49674" y="5629"/>
                    <a:pt x="49853" y="5629"/>
                  </a:cubicBezTo>
                  <a:cubicBezTo>
                    <a:pt x="50032" y="5629"/>
                    <a:pt x="50191" y="5589"/>
                    <a:pt x="50330" y="5509"/>
                  </a:cubicBezTo>
                  <a:cubicBezTo>
                    <a:pt x="50470" y="5430"/>
                    <a:pt x="50582" y="5327"/>
                    <a:pt x="50669" y="5201"/>
                  </a:cubicBezTo>
                  <a:cubicBezTo>
                    <a:pt x="50755" y="5075"/>
                    <a:pt x="50798" y="4933"/>
                    <a:pt x="50798" y="4773"/>
                  </a:cubicBezTo>
                  <a:cubicBezTo>
                    <a:pt x="50798" y="4641"/>
                    <a:pt x="50751" y="4502"/>
                    <a:pt x="50659" y="4356"/>
                  </a:cubicBezTo>
                  <a:cubicBezTo>
                    <a:pt x="50566" y="4210"/>
                    <a:pt x="50427" y="4071"/>
                    <a:pt x="50241" y="3938"/>
                  </a:cubicBezTo>
                  <a:cubicBezTo>
                    <a:pt x="49764" y="3673"/>
                    <a:pt x="49223" y="3487"/>
                    <a:pt x="48620" y="3381"/>
                  </a:cubicBezTo>
                  <a:cubicBezTo>
                    <a:pt x="48017" y="3275"/>
                    <a:pt x="47436" y="3295"/>
                    <a:pt x="46880" y="3441"/>
                  </a:cubicBezTo>
                  <a:cubicBezTo>
                    <a:pt x="46601" y="3507"/>
                    <a:pt x="46339" y="3630"/>
                    <a:pt x="46094" y="3809"/>
                  </a:cubicBezTo>
                  <a:cubicBezTo>
                    <a:pt x="45849" y="3988"/>
                    <a:pt x="45636" y="4200"/>
                    <a:pt x="45457" y="4445"/>
                  </a:cubicBezTo>
                  <a:cubicBezTo>
                    <a:pt x="45278" y="4691"/>
                    <a:pt x="45136" y="4959"/>
                    <a:pt x="45030" y="5251"/>
                  </a:cubicBezTo>
                  <a:cubicBezTo>
                    <a:pt x="44924" y="5543"/>
                    <a:pt x="44871" y="5828"/>
                    <a:pt x="44871" y="6106"/>
                  </a:cubicBezTo>
                  <a:cubicBezTo>
                    <a:pt x="44871" y="6305"/>
                    <a:pt x="44910" y="6520"/>
                    <a:pt x="44990" y="6752"/>
                  </a:cubicBezTo>
                  <a:cubicBezTo>
                    <a:pt x="45070" y="6985"/>
                    <a:pt x="45182" y="7200"/>
                    <a:pt x="45328" y="7399"/>
                  </a:cubicBezTo>
                  <a:cubicBezTo>
                    <a:pt x="45487" y="7611"/>
                    <a:pt x="45653" y="7787"/>
                    <a:pt x="45825" y="7926"/>
                  </a:cubicBezTo>
                  <a:cubicBezTo>
                    <a:pt x="45998" y="8065"/>
                    <a:pt x="46177" y="8181"/>
                    <a:pt x="46362" y="8274"/>
                  </a:cubicBezTo>
                  <a:cubicBezTo>
                    <a:pt x="46548" y="8367"/>
                    <a:pt x="46740" y="8443"/>
                    <a:pt x="46939" y="8503"/>
                  </a:cubicBezTo>
                  <a:cubicBezTo>
                    <a:pt x="47138" y="8562"/>
                    <a:pt x="47337" y="8619"/>
                    <a:pt x="47536" y="8672"/>
                  </a:cubicBezTo>
                  <a:cubicBezTo>
                    <a:pt x="47655" y="8712"/>
                    <a:pt x="47785" y="8745"/>
                    <a:pt x="47924" y="8771"/>
                  </a:cubicBezTo>
                  <a:cubicBezTo>
                    <a:pt x="48063" y="8798"/>
                    <a:pt x="48209" y="8838"/>
                    <a:pt x="48361" y="8891"/>
                  </a:cubicBezTo>
                  <a:cubicBezTo>
                    <a:pt x="48514" y="8944"/>
                    <a:pt x="48660" y="9023"/>
                    <a:pt x="48799" y="9129"/>
                  </a:cubicBezTo>
                  <a:cubicBezTo>
                    <a:pt x="48938" y="9235"/>
                    <a:pt x="49067" y="9381"/>
                    <a:pt x="49187" y="9567"/>
                  </a:cubicBezTo>
                  <a:cubicBezTo>
                    <a:pt x="49280" y="9713"/>
                    <a:pt x="49326" y="9872"/>
                    <a:pt x="49326" y="10044"/>
                  </a:cubicBezTo>
                  <a:cubicBezTo>
                    <a:pt x="49326" y="10217"/>
                    <a:pt x="49290" y="10376"/>
                    <a:pt x="49217" y="10522"/>
                  </a:cubicBezTo>
                  <a:cubicBezTo>
                    <a:pt x="49144" y="10667"/>
                    <a:pt x="49031" y="10797"/>
                    <a:pt x="48878" y="10909"/>
                  </a:cubicBezTo>
                  <a:cubicBezTo>
                    <a:pt x="48726" y="11022"/>
                    <a:pt x="48550" y="11098"/>
                    <a:pt x="48351" y="11138"/>
                  </a:cubicBezTo>
                  <a:cubicBezTo>
                    <a:pt x="47927" y="11218"/>
                    <a:pt x="47523" y="11131"/>
                    <a:pt x="47138" y="10880"/>
                  </a:cubicBezTo>
                  <a:cubicBezTo>
                    <a:pt x="46754" y="10628"/>
                    <a:pt x="46422" y="10316"/>
                    <a:pt x="46144" y="9945"/>
                  </a:cubicBezTo>
                  <a:cubicBezTo>
                    <a:pt x="45878" y="9772"/>
                    <a:pt x="45633" y="9686"/>
                    <a:pt x="45408" y="9686"/>
                  </a:cubicBezTo>
                  <a:cubicBezTo>
                    <a:pt x="45063" y="9686"/>
                    <a:pt x="44801" y="9815"/>
                    <a:pt x="44622" y="10074"/>
                  </a:cubicBezTo>
                  <a:cubicBezTo>
                    <a:pt x="44443" y="10333"/>
                    <a:pt x="44446" y="10654"/>
                    <a:pt x="44632" y="11039"/>
                  </a:cubicBezTo>
                  <a:close/>
                  <a:moveTo>
                    <a:pt x="54219" y="5629"/>
                  </a:moveTo>
                  <a:lnTo>
                    <a:pt x="55213" y="5629"/>
                  </a:lnTo>
                  <a:lnTo>
                    <a:pt x="55213" y="8672"/>
                  </a:lnTo>
                  <a:cubicBezTo>
                    <a:pt x="55213" y="9202"/>
                    <a:pt x="55217" y="9736"/>
                    <a:pt x="55223" y="10273"/>
                  </a:cubicBezTo>
                  <a:cubicBezTo>
                    <a:pt x="55230" y="10810"/>
                    <a:pt x="55233" y="11330"/>
                    <a:pt x="55233" y="11834"/>
                  </a:cubicBezTo>
                  <a:cubicBezTo>
                    <a:pt x="55273" y="12139"/>
                    <a:pt x="55389" y="12365"/>
                    <a:pt x="55581" y="12510"/>
                  </a:cubicBezTo>
                  <a:cubicBezTo>
                    <a:pt x="55773" y="12656"/>
                    <a:pt x="55982" y="12729"/>
                    <a:pt x="56208" y="12729"/>
                  </a:cubicBezTo>
                  <a:cubicBezTo>
                    <a:pt x="56433" y="12729"/>
                    <a:pt x="56652" y="12650"/>
                    <a:pt x="56864" y="12491"/>
                  </a:cubicBezTo>
                  <a:cubicBezTo>
                    <a:pt x="57076" y="12331"/>
                    <a:pt x="57182" y="12086"/>
                    <a:pt x="57182" y="11755"/>
                  </a:cubicBezTo>
                  <a:cubicBezTo>
                    <a:pt x="57182" y="11344"/>
                    <a:pt x="57179" y="10933"/>
                    <a:pt x="57172" y="10522"/>
                  </a:cubicBezTo>
                  <a:cubicBezTo>
                    <a:pt x="57166" y="10110"/>
                    <a:pt x="57162" y="9699"/>
                    <a:pt x="57162" y="9288"/>
                  </a:cubicBezTo>
                  <a:lnTo>
                    <a:pt x="57162" y="5629"/>
                  </a:lnTo>
                  <a:lnTo>
                    <a:pt x="58853" y="5629"/>
                  </a:lnTo>
                  <a:cubicBezTo>
                    <a:pt x="59463" y="5470"/>
                    <a:pt x="59768" y="5178"/>
                    <a:pt x="59768" y="4754"/>
                  </a:cubicBezTo>
                  <a:cubicBezTo>
                    <a:pt x="59768" y="4568"/>
                    <a:pt x="59698" y="4396"/>
                    <a:pt x="59559" y="4236"/>
                  </a:cubicBezTo>
                  <a:cubicBezTo>
                    <a:pt x="59420" y="4077"/>
                    <a:pt x="59204" y="3958"/>
                    <a:pt x="58913" y="3878"/>
                  </a:cubicBezTo>
                  <a:lnTo>
                    <a:pt x="57162" y="3878"/>
                  </a:lnTo>
                  <a:lnTo>
                    <a:pt x="57162" y="776"/>
                  </a:lnTo>
                  <a:cubicBezTo>
                    <a:pt x="57096" y="510"/>
                    <a:pt x="56970" y="315"/>
                    <a:pt x="56785" y="189"/>
                  </a:cubicBezTo>
                  <a:cubicBezTo>
                    <a:pt x="56599" y="63"/>
                    <a:pt x="56400" y="0"/>
                    <a:pt x="56188" y="0"/>
                  </a:cubicBezTo>
                  <a:cubicBezTo>
                    <a:pt x="55962" y="0"/>
                    <a:pt x="55760" y="70"/>
                    <a:pt x="55581" y="209"/>
                  </a:cubicBezTo>
                  <a:cubicBezTo>
                    <a:pt x="55402" y="348"/>
                    <a:pt x="55280" y="557"/>
                    <a:pt x="55213" y="835"/>
                  </a:cubicBezTo>
                  <a:lnTo>
                    <a:pt x="55213" y="3878"/>
                  </a:lnTo>
                  <a:lnTo>
                    <a:pt x="54298" y="3878"/>
                  </a:lnTo>
                  <a:cubicBezTo>
                    <a:pt x="53940" y="3878"/>
                    <a:pt x="53672" y="3971"/>
                    <a:pt x="53493" y="4157"/>
                  </a:cubicBezTo>
                  <a:cubicBezTo>
                    <a:pt x="53314" y="4343"/>
                    <a:pt x="53224" y="4541"/>
                    <a:pt x="53224" y="4754"/>
                  </a:cubicBezTo>
                  <a:cubicBezTo>
                    <a:pt x="53224" y="4966"/>
                    <a:pt x="53307" y="5151"/>
                    <a:pt x="53473" y="5310"/>
                  </a:cubicBezTo>
                  <a:cubicBezTo>
                    <a:pt x="53639" y="5470"/>
                    <a:pt x="53887" y="5576"/>
                    <a:pt x="54219" y="5629"/>
                  </a:cubicBezTo>
                  <a:close/>
                  <a:moveTo>
                    <a:pt x="69156" y="11576"/>
                  </a:moveTo>
                  <a:cubicBezTo>
                    <a:pt x="69182" y="11549"/>
                    <a:pt x="69166" y="11490"/>
                    <a:pt x="69106" y="11397"/>
                  </a:cubicBezTo>
                  <a:cubicBezTo>
                    <a:pt x="69046" y="11304"/>
                    <a:pt x="68970" y="11185"/>
                    <a:pt x="68877" y="11039"/>
                  </a:cubicBezTo>
                  <a:lnTo>
                    <a:pt x="68897" y="11039"/>
                  </a:lnTo>
                  <a:cubicBezTo>
                    <a:pt x="68791" y="10880"/>
                    <a:pt x="68688" y="10701"/>
                    <a:pt x="68589" y="10502"/>
                  </a:cubicBezTo>
                  <a:cubicBezTo>
                    <a:pt x="68490" y="10303"/>
                    <a:pt x="68427" y="10130"/>
                    <a:pt x="68400" y="9985"/>
                  </a:cubicBezTo>
                  <a:cubicBezTo>
                    <a:pt x="68334" y="9507"/>
                    <a:pt x="68287" y="9020"/>
                    <a:pt x="68261" y="8523"/>
                  </a:cubicBezTo>
                  <a:cubicBezTo>
                    <a:pt x="68234" y="8025"/>
                    <a:pt x="68221" y="7545"/>
                    <a:pt x="68221" y="7081"/>
                  </a:cubicBezTo>
                  <a:lnTo>
                    <a:pt x="68221" y="6743"/>
                  </a:lnTo>
                  <a:cubicBezTo>
                    <a:pt x="68221" y="6623"/>
                    <a:pt x="68224" y="6474"/>
                    <a:pt x="68231" y="6295"/>
                  </a:cubicBezTo>
                  <a:cubicBezTo>
                    <a:pt x="68238" y="6116"/>
                    <a:pt x="68241" y="5894"/>
                    <a:pt x="68241" y="5629"/>
                  </a:cubicBezTo>
                  <a:lnTo>
                    <a:pt x="68241" y="4634"/>
                  </a:lnTo>
                  <a:cubicBezTo>
                    <a:pt x="68095" y="4250"/>
                    <a:pt x="67860" y="4008"/>
                    <a:pt x="67535" y="3908"/>
                  </a:cubicBezTo>
                  <a:cubicBezTo>
                    <a:pt x="67210" y="3809"/>
                    <a:pt x="66842" y="3759"/>
                    <a:pt x="66431" y="3759"/>
                  </a:cubicBezTo>
                  <a:cubicBezTo>
                    <a:pt x="66219" y="3759"/>
                    <a:pt x="66000" y="3776"/>
                    <a:pt x="65775" y="3809"/>
                  </a:cubicBezTo>
                  <a:cubicBezTo>
                    <a:pt x="65549" y="3842"/>
                    <a:pt x="65330" y="3888"/>
                    <a:pt x="65118" y="3948"/>
                  </a:cubicBezTo>
                  <a:cubicBezTo>
                    <a:pt x="64906" y="4008"/>
                    <a:pt x="64717" y="4071"/>
                    <a:pt x="64551" y="4137"/>
                  </a:cubicBezTo>
                  <a:cubicBezTo>
                    <a:pt x="64386" y="4203"/>
                    <a:pt x="64256" y="4263"/>
                    <a:pt x="64164" y="4316"/>
                  </a:cubicBezTo>
                  <a:cubicBezTo>
                    <a:pt x="63726" y="4594"/>
                    <a:pt x="63318" y="4913"/>
                    <a:pt x="62940" y="5271"/>
                  </a:cubicBezTo>
                  <a:cubicBezTo>
                    <a:pt x="62562" y="5629"/>
                    <a:pt x="62228" y="6023"/>
                    <a:pt x="61936" y="6454"/>
                  </a:cubicBezTo>
                  <a:cubicBezTo>
                    <a:pt x="61644" y="6885"/>
                    <a:pt x="61415" y="7349"/>
                    <a:pt x="61250" y="7846"/>
                  </a:cubicBezTo>
                  <a:cubicBezTo>
                    <a:pt x="61084" y="8344"/>
                    <a:pt x="61001" y="8871"/>
                    <a:pt x="61001" y="9428"/>
                  </a:cubicBezTo>
                  <a:cubicBezTo>
                    <a:pt x="61001" y="9971"/>
                    <a:pt x="61107" y="10488"/>
                    <a:pt x="61319" y="10979"/>
                  </a:cubicBezTo>
                  <a:cubicBezTo>
                    <a:pt x="61531" y="11470"/>
                    <a:pt x="61890" y="11894"/>
                    <a:pt x="62393" y="12252"/>
                  </a:cubicBezTo>
                  <a:cubicBezTo>
                    <a:pt x="62738" y="12477"/>
                    <a:pt x="63080" y="12627"/>
                    <a:pt x="63418" y="12699"/>
                  </a:cubicBezTo>
                  <a:cubicBezTo>
                    <a:pt x="63756" y="12772"/>
                    <a:pt x="64104" y="12809"/>
                    <a:pt x="64462" y="12809"/>
                  </a:cubicBezTo>
                  <a:cubicBezTo>
                    <a:pt x="64952" y="12809"/>
                    <a:pt x="65407" y="12759"/>
                    <a:pt x="65824" y="12660"/>
                  </a:cubicBezTo>
                  <a:cubicBezTo>
                    <a:pt x="66242" y="12560"/>
                    <a:pt x="66690" y="12331"/>
                    <a:pt x="67167" y="11973"/>
                  </a:cubicBezTo>
                  <a:cubicBezTo>
                    <a:pt x="67233" y="12080"/>
                    <a:pt x="67316" y="12189"/>
                    <a:pt x="67415" y="12302"/>
                  </a:cubicBezTo>
                  <a:cubicBezTo>
                    <a:pt x="67515" y="12414"/>
                    <a:pt x="67618" y="12524"/>
                    <a:pt x="67724" y="12630"/>
                  </a:cubicBezTo>
                  <a:cubicBezTo>
                    <a:pt x="67962" y="12749"/>
                    <a:pt x="68188" y="12799"/>
                    <a:pt x="68400" y="12779"/>
                  </a:cubicBezTo>
                  <a:cubicBezTo>
                    <a:pt x="68612" y="12759"/>
                    <a:pt x="68788" y="12693"/>
                    <a:pt x="68927" y="12580"/>
                  </a:cubicBezTo>
                  <a:cubicBezTo>
                    <a:pt x="69066" y="12467"/>
                    <a:pt x="69159" y="12322"/>
                    <a:pt x="69206" y="12143"/>
                  </a:cubicBezTo>
                  <a:cubicBezTo>
                    <a:pt x="69252" y="11964"/>
                    <a:pt x="69235" y="11775"/>
                    <a:pt x="69156" y="11576"/>
                  </a:cubicBezTo>
                  <a:close/>
                  <a:moveTo>
                    <a:pt x="66471" y="10164"/>
                  </a:moveTo>
                  <a:cubicBezTo>
                    <a:pt x="66020" y="10535"/>
                    <a:pt x="65649" y="10807"/>
                    <a:pt x="65357" y="10979"/>
                  </a:cubicBezTo>
                  <a:cubicBezTo>
                    <a:pt x="65118" y="11059"/>
                    <a:pt x="64870" y="11098"/>
                    <a:pt x="64611" y="11098"/>
                  </a:cubicBezTo>
                  <a:cubicBezTo>
                    <a:pt x="64352" y="11098"/>
                    <a:pt x="64110" y="11049"/>
                    <a:pt x="63885" y="10949"/>
                  </a:cubicBezTo>
                  <a:cubicBezTo>
                    <a:pt x="63660" y="10850"/>
                    <a:pt x="63464" y="10704"/>
                    <a:pt x="63298" y="10512"/>
                  </a:cubicBezTo>
                  <a:cubicBezTo>
                    <a:pt x="63133" y="10319"/>
                    <a:pt x="63030" y="10077"/>
                    <a:pt x="62990" y="9786"/>
                  </a:cubicBezTo>
                  <a:cubicBezTo>
                    <a:pt x="62924" y="9414"/>
                    <a:pt x="62934" y="9033"/>
                    <a:pt x="63020" y="8642"/>
                  </a:cubicBezTo>
                  <a:cubicBezTo>
                    <a:pt x="63106" y="8251"/>
                    <a:pt x="63242" y="7876"/>
                    <a:pt x="63428" y="7518"/>
                  </a:cubicBezTo>
                  <a:cubicBezTo>
                    <a:pt x="63613" y="7160"/>
                    <a:pt x="63849" y="6835"/>
                    <a:pt x="64134" y="6544"/>
                  </a:cubicBezTo>
                  <a:cubicBezTo>
                    <a:pt x="64419" y="6252"/>
                    <a:pt x="64740" y="6027"/>
                    <a:pt x="65098" y="5867"/>
                  </a:cubicBezTo>
                  <a:cubicBezTo>
                    <a:pt x="65191" y="5828"/>
                    <a:pt x="65354" y="5761"/>
                    <a:pt x="65586" y="5669"/>
                  </a:cubicBezTo>
                  <a:cubicBezTo>
                    <a:pt x="65818" y="5576"/>
                    <a:pt x="66046" y="5516"/>
                    <a:pt x="66272" y="5490"/>
                  </a:cubicBezTo>
                  <a:cubicBezTo>
                    <a:pt x="66272" y="5755"/>
                    <a:pt x="66265" y="6027"/>
                    <a:pt x="66252" y="6305"/>
                  </a:cubicBezTo>
                  <a:cubicBezTo>
                    <a:pt x="66239" y="6583"/>
                    <a:pt x="66232" y="6895"/>
                    <a:pt x="66232" y="7240"/>
                  </a:cubicBezTo>
                  <a:cubicBezTo>
                    <a:pt x="66232" y="7730"/>
                    <a:pt x="66245" y="8224"/>
                    <a:pt x="66272" y="8722"/>
                  </a:cubicBezTo>
                  <a:cubicBezTo>
                    <a:pt x="66298" y="9219"/>
                    <a:pt x="66365" y="9699"/>
                    <a:pt x="66471" y="10164"/>
                  </a:cubicBezTo>
                  <a:close/>
                  <a:moveTo>
                    <a:pt x="72099" y="5629"/>
                  </a:moveTo>
                  <a:lnTo>
                    <a:pt x="73094" y="5629"/>
                  </a:lnTo>
                  <a:lnTo>
                    <a:pt x="73094" y="8672"/>
                  </a:lnTo>
                  <a:cubicBezTo>
                    <a:pt x="73094" y="9202"/>
                    <a:pt x="73097" y="9736"/>
                    <a:pt x="73104" y="10273"/>
                  </a:cubicBezTo>
                  <a:cubicBezTo>
                    <a:pt x="73110" y="10810"/>
                    <a:pt x="73114" y="11330"/>
                    <a:pt x="73114" y="11834"/>
                  </a:cubicBezTo>
                  <a:cubicBezTo>
                    <a:pt x="73154" y="12139"/>
                    <a:pt x="73270" y="12365"/>
                    <a:pt x="73462" y="12510"/>
                  </a:cubicBezTo>
                  <a:cubicBezTo>
                    <a:pt x="73654" y="12656"/>
                    <a:pt x="73863" y="12729"/>
                    <a:pt x="74088" y="12729"/>
                  </a:cubicBezTo>
                  <a:cubicBezTo>
                    <a:pt x="74314" y="12729"/>
                    <a:pt x="74533" y="12650"/>
                    <a:pt x="74745" y="12491"/>
                  </a:cubicBezTo>
                  <a:cubicBezTo>
                    <a:pt x="74957" y="12331"/>
                    <a:pt x="75063" y="12086"/>
                    <a:pt x="75063" y="11755"/>
                  </a:cubicBezTo>
                  <a:cubicBezTo>
                    <a:pt x="75063" y="11344"/>
                    <a:pt x="75060" y="10933"/>
                    <a:pt x="75053" y="10522"/>
                  </a:cubicBezTo>
                  <a:cubicBezTo>
                    <a:pt x="75046" y="10110"/>
                    <a:pt x="75043" y="9699"/>
                    <a:pt x="75043" y="9288"/>
                  </a:cubicBezTo>
                  <a:lnTo>
                    <a:pt x="75043" y="5629"/>
                  </a:lnTo>
                  <a:lnTo>
                    <a:pt x="76734" y="5629"/>
                  </a:lnTo>
                  <a:cubicBezTo>
                    <a:pt x="77344" y="5470"/>
                    <a:pt x="77649" y="5178"/>
                    <a:pt x="77649" y="4754"/>
                  </a:cubicBezTo>
                  <a:cubicBezTo>
                    <a:pt x="77649" y="4568"/>
                    <a:pt x="77579" y="4396"/>
                    <a:pt x="77440" y="4236"/>
                  </a:cubicBezTo>
                  <a:cubicBezTo>
                    <a:pt x="77301" y="4077"/>
                    <a:pt x="77085" y="3958"/>
                    <a:pt x="76793" y="3878"/>
                  </a:cubicBezTo>
                  <a:lnTo>
                    <a:pt x="75043" y="3878"/>
                  </a:lnTo>
                  <a:lnTo>
                    <a:pt x="75043" y="776"/>
                  </a:lnTo>
                  <a:cubicBezTo>
                    <a:pt x="74977" y="510"/>
                    <a:pt x="74851" y="315"/>
                    <a:pt x="74665" y="189"/>
                  </a:cubicBezTo>
                  <a:cubicBezTo>
                    <a:pt x="74480" y="63"/>
                    <a:pt x="74281" y="0"/>
                    <a:pt x="74069" y="0"/>
                  </a:cubicBezTo>
                  <a:cubicBezTo>
                    <a:pt x="73843" y="0"/>
                    <a:pt x="73641" y="70"/>
                    <a:pt x="73462" y="209"/>
                  </a:cubicBezTo>
                  <a:cubicBezTo>
                    <a:pt x="73283" y="348"/>
                    <a:pt x="73160" y="557"/>
                    <a:pt x="73094" y="835"/>
                  </a:cubicBezTo>
                  <a:lnTo>
                    <a:pt x="73094" y="3878"/>
                  </a:lnTo>
                  <a:lnTo>
                    <a:pt x="72179" y="3878"/>
                  </a:lnTo>
                  <a:cubicBezTo>
                    <a:pt x="71821" y="3878"/>
                    <a:pt x="71552" y="3971"/>
                    <a:pt x="71373" y="4157"/>
                  </a:cubicBezTo>
                  <a:cubicBezTo>
                    <a:pt x="71194" y="4343"/>
                    <a:pt x="71105" y="4541"/>
                    <a:pt x="71105" y="4754"/>
                  </a:cubicBezTo>
                  <a:cubicBezTo>
                    <a:pt x="71105" y="4966"/>
                    <a:pt x="71188" y="5151"/>
                    <a:pt x="71354" y="5310"/>
                  </a:cubicBezTo>
                  <a:cubicBezTo>
                    <a:pt x="71519" y="5470"/>
                    <a:pt x="71768" y="5576"/>
                    <a:pt x="72099" y="5629"/>
                  </a:cubicBezTo>
                  <a:close/>
                  <a:moveTo>
                    <a:pt x="85704" y="10064"/>
                  </a:moveTo>
                  <a:cubicBezTo>
                    <a:pt x="85319" y="10303"/>
                    <a:pt x="84898" y="10531"/>
                    <a:pt x="84441" y="10750"/>
                  </a:cubicBezTo>
                  <a:cubicBezTo>
                    <a:pt x="83983" y="10969"/>
                    <a:pt x="83543" y="11092"/>
                    <a:pt x="83118" y="11118"/>
                  </a:cubicBezTo>
                  <a:cubicBezTo>
                    <a:pt x="82614" y="11158"/>
                    <a:pt x="82190" y="11065"/>
                    <a:pt x="81845" y="10840"/>
                  </a:cubicBezTo>
                  <a:cubicBezTo>
                    <a:pt x="81501" y="10614"/>
                    <a:pt x="81235" y="10309"/>
                    <a:pt x="81050" y="9925"/>
                  </a:cubicBezTo>
                  <a:cubicBezTo>
                    <a:pt x="81076" y="9925"/>
                    <a:pt x="81146" y="9912"/>
                    <a:pt x="81259" y="9885"/>
                  </a:cubicBezTo>
                  <a:cubicBezTo>
                    <a:pt x="81371" y="9859"/>
                    <a:pt x="81633" y="9792"/>
                    <a:pt x="82044" y="9686"/>
                  </a:cubicBezTo>
                  <a:cubicBezTo>
                    <a:pt x="82429" y="9593"/>
                    <a:pt x="82840" y="9487"/>
                    <a:pt x="83277" y="9368"/>
                  </a:cubicBezTo>
                  <a:cubicBezTo>
                    <a:pt x="83715" y="9249"/>
                    <a:pt x="84139" y="9103"/>
                    <a:pt x="84550" y="8930"/>
                  </a:cubicBezTo>
                  <a:cubicBezTo>
                    <a:pt x="84961" y="8758"/>
                    <a:pt x="85339" y="8556"/>
                    <a:pt x="85684" y="8324"/>
                  </a:cubicBezTo>
                  <a:cubicBezTo>
                    <a:pt x="86029" y="8092"/>
                    <a:pt x="86301" y="7817"/>
                    <a:pt x="86499" y="7498"/>
                  </a:cubicBezTo>
                  <a:cubicBezTo>
                    <a:pt x="86606" y="7339"/>
                    <a:pt x="86678" y="7173"/>
                    <a:pt x="86718" y="7001"/>
                  </a:cubicBezTo>
                  <a:cubicBezTo>
                    <a:pt x="86758" y="6829"/>
                    <a:pt x="86778" y="6650"/>
                    <a:pt x="86778" y="6464"/>
                  </a:cubicBezTo>
                  <a:cubicBezTo>
                    <a:pt x="86778" y="6186"/>
                    <a:pt x="86725" y="5907"/>
                    <a:pt x="86619" y="5629"/>
                  </a:cubicBezTo>
                  <a:cubicBezTo>
                    <a:pt x="86513" y="5350"/>
                    <a:pt x="86367" y="5095"/>
                    <a:pt x="86181" y="4863"/>
                  </a:cubicBezTo>
                  <a:cubicBezTo>
                    <a:pt x="85996" y="4631"/>
                    <a:pt x="85777" y="4432"/>
                    <a:pt x="85525" y="4266"/>
                  </a:cubicBezTo>
                  <a:cubicBezTo>
                    <a:pt x="85273" y="4101"/>
                    <a:pt x="85001" y="3985"/>
                    <a:pt x="84709" y="3918"/>
                  </a:cubicBezTo>
                  <a:cubicBezTo>
                    <a:pt x="84404" y="3852"/>
                    <a:pt x="84093" y="3819"/>
                    <a:pt x="83775" y="3819"/>
                  </a:cubicBezTo>
                  <a:cubicBezTo>
                    <a:pt x="83178" y="3819"/>
                    <a:pt x="82601" y="3918"/>
                    <a:pt x="82044" y="4117"/>
                  </a:cubicBezTo>
                  <a:cubicBezTo>
                    <a:pt x="81487" y="4316"/>
                    <a:pt x="80970" y="4581"/>
                    <a:pt x="80493" y="4913"/>
                  </a:cubicBezTo>
                  <a:cubicBezTo>
                    <a:pt x="79896" y="5310"/>
                    <a:pt x="79462" y="5828"/>
                    <a:pt x="79190" y="6464"/>
                  </a:cubicBezTo>
                  <a:cubicBezTo>
                    <a:pt x="78918" y="7101"/>
                    <a:pt x="78782" y="7764"/>
                    <a:pt x="78782" y="8453"/>
                  </a:cubicBezTo>
                  <a:cubicBezTo>
                    <a:pt x="78782" y="9156"/>
                    <a:pt x="78938" y="9842"/>
                    <a:pt x="79250" y="10512"/>
                  </a:cubicBezTo>
                  <a:cubicBezTo>
                    <a:pt x="79561" y="11181"/>
                    <a:pt x="79996" y="11722"/>
                    <a:pt x="80552" y="12133"/>
                  </a:cubicBezTo>
                  <a:cubicBezTo>
                    <a:pt x="80897" y="12371"/>
                    <a:pt x="81269" y="12547"/>
                    <a:pt x="81666" y="12660"/>
                  </a:cubicBezTo>
                  <a:cubicBezTo>
                    <a:pt x="82064" y="12772"/>
                    <a:pt x="82455" y="12829"/>
                    <a:pt x="82840" y="12829"/>
                  </a:cubicBezTo>
                  <a:cubicBezTo>
                    <a:pt x="83490" y="12829"/>
                    <a:pt x="84136" y="12713"/>
                    <a:pt x="84779" y="12481"/>
                  </a:cubicBezTo>
                  <a:cubicBezTo>
                    <a:pt x="85422" y="12249"/>
                    <a:pt x="86022" y="11967"/>
                    <a:pt x="86579" y="11635"/>
                  </a:cubicBezTo>
                  <a:cubicBezTo>
                    <a:pt x="86778" y="11516"/>
                    <a:pt x="86924" y="11387"/>
                    <a:pt x="87017" y="11248"/>
                  </a:cubicBezTo>
                  <a:cubicBezTo>
                    <a:pt x="87109" y="11108"/>
                    <a:pt x="87156" y="10966"/>
                    <a:pt x="87156" y="10820"/>
                  </a:cubicBezTo>
                  <a:cubicBezTo>
                    <a:pt x="87156" y="10674"/>
                    <a:pt x="87119" y="10538"/>
                    <a:pt x="87046" y="10412"/>
                  </a:cubicBezTo>
                  <a:cubicBezTo>
                    <a:pt x="86973" y="10286"/>
                    <a:pt x="86874" y="10183"/>
                    <a:pt x="86748" y="10104"/>
                  </a:cubicBezTo>
                  <a:cubicBezTo>
                    <a:pt x="86622" y="10024"/>
                    <a:pt x="86470" y="9978"/>
                    <a:pt x="86291" y="9965"/>
                  </a:cubicBezTo>
                  <a:cubicBezTo>
                    <a:pt x="86112" y="9951"/>
                    <a:pt x="85916" y="9985"/>
                    <a:pt x="85704" y="10064"/>
                  </a:cubicBezTo>
                  <a:close/>
                  <a:moveTo>
                    <a:pt x="82044" y="6066"/>
                  </a:moveTo>
                  <a:cubicBezTo>
                    <a:pt x="82270" y="5960"/>
                    <a:pt x="82555" y="5851"/>
                    <a:pt x="82899" y="5738"/>
                  </a:cubicBezTo>
                  <a:cubicBezTo>
                    <a:pt x="83244" y="5625"/>
                    <a:pt x="83569" y="5569"/>
                    <a:pt x="83874" y="5569"/>
                  </a:cubicBezTo>
                  <a:cubicBezTo>
                    <a:pt x="84152" y="5569"/>
                    <a:pt x="84391" y="5642"/>
                    <a:pt x="84590" y="5788"/>
                  </a:cubicBezTo>
                  <a:cubicBezTo>
                    <a:pt x="84789" y="5934"/>
                    <a:pt x="84875" y="6199"/>
                    <a:pt x="84849" y="6583"/>
                  </a:cubicBezTo>
                  <a:cubicBezTo>
                    <a:pt x="84769" y="6743"/>
                    <a:pt x="84613" y="6888"/>
                    <a:pt x="84381" y="7021"/>
                  </a:cubicBezTo>
                  <a:cubicBezTo>
                    <a:pt x="84149" y="7154"/>
                    <a:pt x="83897" y="7270"/>
                    <a:pt x="83625" y="7369"/>
                  </a:cubicBezTo>
                  <a:cubicBezTo>
                    <a:pt x="83354" y="7469"/>
                    <a:pt x="83085" y="7555"/>
                    <a:pt x="82820" y="7628"/>
                  </a:cubicBezTo>
                  <a:cubicBezTo>
                    <a:pt x="82555" y="7701"/>
                    <a:pt x="82356" y="7757"/>
                    <a:pt x="82223" y="7797"/>
                  </a:cubicBezTo>
                  <a:cubicBezTo>
                    <a:pt x="81852" y="7903"/>
                    <a:pt x="81567" y="7986"/>
                    <a:pt x="81368" y="8045"/>
                  </a:cubicBezTo>
                  <a:cubicBezTo>
                    <a:pt x="81169" y="8105"/>
                    <a:pt x="81020" y="8148"/>
                    <a:pt x="80920" y="8175"/>
                  </a:cubicBezTo>
                  <a:cubicBezTo>
                    <a:pt x="80821" y="8201"/>
                    <a:pt x="80761" y="8218"/>
                    <a:pt x="80741" y="8224"/>
                  </a:cubicBezTo>
                  <a:lnTo>
                    <a:pt x="80712" y="8234"/>
                  </a:lnTo>
                  <a:cubicBezTo>
                    <a:pt x="80738" y="7770"/>
                    <a:pt x="80857" y="7349"/>
                    <a:pt x="81070" y="6971"/>
                  </a:cubicBezTo>
                  <a:cubicBezTo>
                    <a:pt x="81282" y="6593"/>
                    <a:pt x="81607" y="6292"/>
                    <a:pt x="82044" y="6066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  <p:sp>
          <p:nvSpPr>
            <p:cNvPr id="198" name="state-trace-label line 2" descr="+ task trace"/>
            <p:cNvSpPr/>
            <p:nvPr/>
          </p:nvSpPr>
          <p:spPr>
            <a:xfrm>
              <a:off x="5562774" y="2610113"/>
              <a:ext cx="564407" cy="73738"/>
            </a:xfrm>
            <a:custGeom>
              <a:avLst/>
              <a:gdLst/>
              <a:ahLst/>
              <a:cxnLst/>
              <a:rect l="0" t="0" r="r" b="b"/>
              <a:pathLst>
                <a:path w="101695" h="13286">
                  <a:moveTo>
                    <a:pt x="994" y="9467"/>
                  </a:moveTo>
                  <a:lnTo>
                    <a:pt x="3063" y="9467"/>
                  </a:lnTo>
                  <a:lnTo>
                    <a:pt x="3063" y="12391"/>
                  </a:lnTo>
                  <a:cubicBezTo>
                    <a:pt x="3103" y="12696"/>
                    <a:pt x="3215" y="12922"/>
                    <a:pt x="3401" y="13067"/>
                  </a:cubicBezTo>
                  <a:cubicBezTo>
                    <a:pt x="3587" y="13213"/>
                    <a:pt x="3799" y="13286"/>
                    <a:pt x="4038" y="13286"/>
                  </a:cubicBezTo>
                  <a:cubicBezTo>
                    <a:pt x="4276" y="13286"/>
                    <a:pt x="4495" y="13210"/>
                    <a:pt x="4694" y="13057"/>
                  </a:cubicBezTo>
                  <a:cubicBezTo>
                    <a:pt x="4893" y="12905"/>
                    <a:pt x="4999" y="12656"/>
                    <a:pt x="5012" y="12312"/>
                  </a:cubicBezTo>
                  <a:lnTo>
                    <a:pt x="5012" y="9467"/>
                  </a:lnTo>
                  <a:lnTo>
                    <a:pt x="7419" y="9467"/>
                  </a:lnTo>
                  <a:cubicBezTo>
                    <a:pt x="7724" y="9388"/>
                    <a:pt x="7952" y="9269"/>
                    <a:pt x="8105" y="9109"/>
                  </a:cubicBezTo>
                  <a:cubicBezTo>
                    <a:pt x="8257" y="8950"/>
                    <a:pt x="8334" y="8778"/>
                    <a:pt x="8334" y="8592"/>
                  </a:cubicBezTo>
                  <a:cubicBezTo>
                    <a:pt x="8334" y="8407"/>
                    <a:pt x="8264" y="8231"/>
                    <a:pt x="8125" y="8065"/>
                  </a:cubicBezTo>
                  <a:cubicBezTo>
                    <a:pt x="7986" y="7899"/>
                    <a:pt x="7770" y="7777"/>
                    <a:pt x="7478" y="7697"/>
                  </a:cubicBezTo>
                  <a:lnTo>
                    <a:pt x="5012" y="7697"/>
                  </a:lnTo>
                  <a:lnTo>
                    <a:pt x="5012" y="4833"/>
                  </a:lnTo>
                  <a:cubicBezTo>
                    <a:pt x="4946" y="4568"/>
                    <a:pt x="4820" y="4372"/>
                    <a:pt x="4634" y="4246"/>
                  </a:cubicBezTo>
                  <a:cubicBezTo>
                    <a:pt x="4449" y="4120"/>
                    <a:pt x="4250" y="4057"/>
                    <a:pt x="4038" y="4057"/>
                  </a:cubicBezTo>
                  <a:cubicBezTo>
                    <a:pt x="3799" y="4057"/>
                    <a:pt x="3593" y="4124"/>
                    <a:pt x="3421" y="4256"/>
                  </a:cubicBezTo>
                  <a:cubicBezTo>
                    <a:pt x="3249" y="4389"/>
                    <a:pt x="3129" y="4601"/>
                    <a:pt x="3063" y="4893"/>
                  </a:cubicBezTo>
                  <a:lnTo>
                    <a:pt x="3063" y="7697"/>
                  </a:lnTo>
                  <a:lnTo>
                    <a:pt x="1074" y="7697"/>
                  </a:lnTo>
                  <a:cubicBezTo>
                    <a:pt x="703" y="7710"/>
                    <a:pt x="431" y="7810"/>
                    <a:pt x="259" y="7996"/>
                  </a:cubicBezTo>
                  <a:cubicBezTo>
                    <a:pt x="86" y="8181"/>
                    <a:pt x="0" y="8380"/>
                    <a:pt x="0" y="8592"/>
                  </a:cubicBezTo>
                  <a:cubicBezTo>
                    <a:pt x="0" y="8791"/>
                    <a:pt x="80" y="8973"/>
                    <a:pt x="239" y="9139"/>
                  </a:cubicBezTo>
                  <a:cubicBezTo>
                    <a:pt x="398" y="9305"/>
                    <a:pt x="650" y="9414"/>
                    <a:pt x="994" y="9467"/>
                  </a:cubicBezTo>
                  <a:close/>
                  <a:moveTo>
                    <a:pt x="18219" y="5828"/>
                  </a:moveTo>
                  <a:lnTo>
                    <a:pt x="19213" y="5828"/>
                  </a:lnTo>
                  <a:lnTo>
                    <a:pt x="19213" y="8871"/>
                  </a:lnTo>
                  <a:cubicBezTo>
                    <a:pt x="19213" y="9401"/>
                    <a:pt x="19217" y="9935"/>
                    <a:pt x="19223" y="10472"/>
                  </a:cubicBezTo>
                  <a:cubicBezTo>
                    <a:pt x="19230" y="11009"/>
                    <a:pt x="19233" y="11529"/>
                    <a:pt x="19233" y="12033"/>
                  </a:cubicBezTo>
                  <a:cubicBezTo>
                    <a:pt x="19273" y="12338"/>
                    <a:pt x="19389" y="12564"/>
                    <a:pt x="19581" y="12709"/>
                  </a:cubicBezTo>
                  <a:cubicBezTo>
                    <a:pt x="19773" y="12855"/>
                    <a:pt x="19982" y="12928"/>
                    <a:pt x="20208" y="12928"/>
                  </a:cubicBezTo>
                  <a:cubicBezTo>
                    <a:pt x="20433" y="12928"/>
                    <a:pt x="20652" y="12849"/>
                    <a:pt x="20864" y="12690"/>
                  </a:cubicBezTo>
                  <a:cubicBezTo>
                    <a:pt x="21076" y="12530"/>
                    <a:pt x="21182" y="12285"/>
                    <a:pt x="21182" y="11954"/>
                  </a:cubicBezTo>
                  <a:cubicBezTo>
                    <a:pt x="21182" y="11543"/>
                    <a:pt x="21179" y="11131"/>
                    <a:pt x="21172" y="10720"/>
                  </a:cubicBezTo>
                  <a:cubicBezTo>
                    <a:pt x="21166" y="10309"/>
                    <a:pt x="21162" y="9898"/>
                    <a:pt x="21162" y="9487"/>
                  </a:cubicBezTo>
                  <a:lnTo>
                    <a:pt x="21162" y="5828"/>
                  </a:lnTo>
                  <a:lnTo>
                    <a:pt x="22853" y="5828"/>
                  </a:lnTo>
                  <a:cubicBezTo>
                    <a:pt x="23463" y="5669"/>
                    <a:pt x="23768" y="5377"/>
                    <a:pt x="23768" y="4952"/>
                  </a:cubicBezTo>
                  <a:cubicBezTo>
                    <a:pt x="23768" y="4767"/>
                    <a:pt x="23698" y="4594"/>
                    <a:pt x="23559" y="4435"/>
                  </a:cubicBezTo>
                  <a:cubicBezTo>
                    <a:pt x="23420" y="4276"/>
                    <a:pt x="23204" y="4157"/>
                    <a:pt x="22913" y="4077"/>
                  </a:cubicBezTo>
                  <a:lnTo>
                    <a:pt x="21162" y="4077"/>
                  </a:lnTo>
                  <a:lnTo>
                    <a:pt x="21162" y="975"/>
                  </a:lnTo>
                  <a:cubicBezTo>
                    <a:pt x="21096" y="709"/>
                    <a:pt x="20970" y="514"/>
                    <a:pt x="20785" y="388"/>
                  </a:cubicBezTo>
                  <a:cubicBezTo>
                    <a:pt x="20599" y="262"/>
                    <a:pt x="20400" y="199"/>
                    <a:pt x="20188" y="199"/>
                  </a:cubicBezTo>
                  <a:cubicBezTo>
                    <a:pt x="19962" y="199"/>
                    <a:pt x="19760" y="269"/>
                    <a:pt x="19581" y="408"/>
                  </a:cubicBezTo>
                  <a:cubicBezTo>
                    <a:pt x="19402" y="547"/>
                    <a:pt x="19280" y="756"/>
                    <a:pt x="19213" y="1034"/>
                  </a:cubicBezTo>
                  <a:lnTo>
                    <a:pt x="19213" y="4077"/>
                  </a:lnTo>
                  <a:lnTo>
                    <a:pt x="18298" y="4077"/>
                  </a:lnTo>
                  <a:cubicBezTo>
                    <a:pt x="17940" y="4077"/>
                    <a:pt x="17672" y="4170"/>
                    <a:pt x="17493" y="4356"/>
                  </a:cubicBezTo>
                  <a:cubicBezTo>
                    <a:pt x="17314" y="4541"/>
                    <a:pt x="17224" y="4740"/>
                    <a:pt x="17224" y="4952"/>
                  </a:cubicBezTo>
                  <a:cubicBezTo>
                    <a:pt x="17224" y="5165"/>
                    <a:pt x="17307" y="5350"/>
                    <a:pt x="17473" y="5509"/>
                  </a:cubicBezTo>
                  <a:cubicBezTo>
                    <a:pt x="17639" y="5669"/>
                    <a:pt x="17887" y="5775"/>
                    <a:pt x="18219" y="5828"/>
                  </a:cubicBezTo>
                  <a:close/>
                  <a:moveTo>
                    <a:pt x="33156" y="11775"/>
                  </a:moveTo>
                  <a:cubicBezTo>
                    <a:pt x="33182" y="11748"/>
                    <a:pt x="33166" y="11688"/>
                    <a:pt x="33106" y="11596"/>
                  </a:cubicBezTo>
                  <a:cubicBezTo>
                    <a:pt x="33046" y="11503"/>
                    <a:pt x="32970" y="11383"/>
                    <a:pt x="32877" y="11238"/>
                  </a:cubicBezTo>
                  <a:lnTo>
                    <a:pt x="32897" y="11238"/>
                  </a:lnTo>
                  <a:cubicBezTo>
                    <a:pt x="32791" y="11078"/>
                    <a:pt x="32688" y="10899"/>
                    <a:pt x="32589" y="10701"/>
                  </a:cubicBezTo>
                  <a:cubicBezTo>
                    <a:pt x="32490" y="10502"/>
                    <a:pt x="32427" y="10329"/>
                    <a:pt x="32400" y="10183"/>
                  </a:cubicBezTo>
                  <a:cubicBezTo>
                    <a:pt x="32334" y="9706"/>
                    <a:pt x="32287" y="9219"/>
                    <a:pt x="32261" y="8722"/>
                  </a:cubicBezTo>
                  <a:cubicBezTo>
                    <a:pt x="32234" y="8224"/>
                    <a:pt x="32221" y="7744"/>
                    <a:pt x="32221" y="7280"/>
                  </a:cubicBezTo>
                  <a:lnTo>
                    <a:pt x="32221" y="6941"/>
                  </a:lnTo>
                  <a:cubicBezTo>
                    <a:pt x="32221" y="6822"/>
                    <a:pt x="32224" y="6673"/>
                    <a:pt x="32231" y="6494"/>
                  </a:cubicBezTo>
                  <a:cubicBezTo>
                    <a:pt x="32238" y="6315"/>
                    <a:pt x="32241" y="6093"/>
                    <a:pt x="32241" y="5828"/>
                  </a:cubicBezTo>
                  <a:lnTo>
                    <a:pt x="32241" y="4833"/>
                  </a:lnTo>
                  <a:cubicBezTo>
                    <a:pt x="32095" y="4449"/>
                    <a:pt x="31860" y="4207"/>
                    <a:pt x="31535" y="4107"/>
                  </a:cubicBezTo>
                  <a:cubicBezTo>
                    <a:pt x="31210" y="4008"/>
                    <a:pt x="30842" y="3958"/>
                    <a:pt x="30431" y="3958"/>
                  </a:cubicBezTo>
                  <a:cubicBezTo>
                    <a:pt x="30219" y="3958"/>
                    <a:pt x="30000" y="3975"/>
                    <a:pt x="29775" y="4008"/>
                  </a:cubicBezTo>
                  <a:cubicBezTo>
                    <a:pt x="29549" y="4041"/>
                    <a:pt x="29330" y="4087"/>
                    <a:pt x="29118" y="4147"/>
                  </a:cubicBezTo>
                  <a:cubicBezTo>
                    <a:pt x="28906" y="4207"/>
                    <a:pt x="28717" y="4270"/>
                    <a:pt x="28551" y="4336"/>
                  </a:cubicBezTo>
                  <a:cubicBezTo>
                    <a:pt x="28386" y="4402"/>
                    <a:pt x="28256" y="4462"/>
                    <a:pt x="28164" y="4515"/>
                  </a:cubicBezTo>
                  <a:cubicBezTo>
                    <a:pt x="27726" y="4793"/>
                    <a:pt x="27318" y="5112"/>
                    <a:pt x="26940" y="5470"/>
                  </a:cubicBezTo>
                  <a:cubicBezTo>
                    <a:pt x="26562" y="5828"/>
                    <a:pt x="26228" y="6222"/>
                    <a:pt x="25936" y="6653"/>
                  </a:cubicBezTo>
                  <a:cubicBezTo>
                    <a:pt x="25644" y="7084"/>
                    <a:pt x="25415" y="7548"/>
                    <a:pt x="25250" y="8045"/>
                  </a:cubicBezTo>
                  <a:cubicBezTo>
                    <a:pt x="25084" y="8543"/>
                    <a:pt x="25001" y="9070"/>
                    <a:pt x="25001" y="9627"/>
                  </a:cubicBezTo>
                  <a:cubicBezTo>
                    <a:pt x="25001" y="10170"/>
                    <a:pt x="25107" y="10687"/>
                    <a:pt x="25319" y="11178"/>
                  </a:cubicBezTo>
                  <a:cubicBezTo>
                    <a:pt x="25531" y="11669"/>
                    <a:pt x="25890" y="12093"/>
                    <a:pt x="26393" y="12451"/>
                  </a:cubicBezTo>
                  <a:cubicBezTo>
                    <a:pt x="26738" y="12676"/>
                    <a:pt x="27080" y="12825"/>
                    <a:pt x="27418" y="12898"/>
                  </a:cubicBezTo>
                  <a:cubicBezTo>
                    <a:pt x="27756" y="12971"/>
                    <a:pt x="28104" y="13008"/>
                    <a:pt x="28462" y="13008"/>
                  </a:cubicBezTo>
                  <a:cubicBezTo>
                    <a:pt x="28952" y="13008"/>
                    <a:pt x="29407" y="12958"/>
                    <a:pt x="29824" y="12859"/>
                  </a:cubicBezTo>
                  <a:cubicBezTo>
                    <a:pt x="30242" y="12759"/>
                    <a:pt x="30690" y="12530"/>
                    <a:pt x="31167" y="12172"/>
                  </a:cubicBezTo>
                  <a:cubicBezTo>
                    <a:pt x="31233" y="12278"/>
                    <a:pt x="31316" y="12388"/>
                    <a:pt x="31415" y="12501"/>
                  </a:cubicBezTo>
                  <a:cubicBezTo>
                    <a:pt x="31515" y="12613"/>
                    <a:pt x="31618" y="12723"/>
                    <a:pt x="31724" y="12829"/>
                  </a:cubicBezTo>
                  <a:cubicBezTo>
                    <a:pt x="31962" y="12948"/>
                    <a:pt x="32188" y="12998"/>
                    <a:pt x="32400" y="12978"/>
                  </a:cubicBezTo>
                  <a:cubicBezTo>
                    <a:pt x="32612" y="12958"/>
                    <a:pt x="32788" y="12892"/>
                    <a:pt x="32927" y="12779"/>
                  </a:cubicBezTo>
                  <a:cubicBezTo>
                    <a:pt x="33066" y="12666"/>
                    <a:pt x="33159" y="12520"/>
                    <a:pt x="33206" y="12341"/>
                  </a:cubicBezTo>
                  <a:cubicBezTo>
                    <a:pt x="33252" y="12162"/>
                    <a:pt x="33235" y="11973"/>
                    <a:pt x="33156" y="11775"/>
                  </a:cubicBezTo>
                  <a:close/>
                  <a:moveTo>
                    <a:pt x="30471" y="10362"/>
                  </a:moveTo>
                  <a:cubicBezTo>
                    <a:pt x="30020" y="10734"/>
                    <a:pt x="29649" y="11006"/>
                    <a:pt x="29357" y="11178"/>
                  </a:cubicBezTo>
                  <a:cubicBezTo>
                    <a:pt x="29118" y="11257"/>
                    <a:pt x="28870" y="11297"/>
                    <a:pt x="28611" y="11297"/>
                  </a:cubicBezTo>
                  <a:cubicBezTo>
                    <a:pt x="28352" y="11297"/>
                    <a:pt x="28110" y="11248"/>
                    <a:pt x="27885" y="11148"/>
                  </a:cubicBezTo>
                  <a:cubicBezTo>
                    <a:pt x="27660" y="11049"/>
                    <a:pt x="27464" y="10903"/>
                    <a:pt x="27298" y="10710"/>
                  </a:cubicBezTo>
                  <a:cubicBezTo>
                    <a:pt x="27133" y="10518"/>
                    <a:pt x="27030" y="10276"/>
                    <a:pt x="26990" y="9985"/>
                  </a:cubicBezTo>
                  <a:cubicBezTo>
                    <a:pt x="26924" y="9613"/>
                    <a:pt x="26934" y="9232"/>
                    <a:pt x="27020" y="8841"/>
                  </a:cubicBezTo>
                  <a:cubicBezTo>
                    <a:pt x="27106" y="8450"/>
                    <a:pt x="27242" y="8075"/>
                    <a:pt x="27428" y="7717"/>
                  </a:cubicBezTo>
                  <a:cubicBezTo>
                    <a:pt x="27613" y="7359"/>
                    <a:pt x="27849" y="7034"/>
                    <a:pt x="28134" y="6743"/>
                  </a:cubicBezTo>
                  <a:cubicBezTo>
                    <a:pt x="28419" y="6451"/>
                    <a:pt x="28740" y="6225"/>
                    <a:pt x="29098" y="6066"/>
                  </a:cubicBezTo>
                  <a:cubicBezTo>
                    <a:pt x="29191" y="6027"/>
                    <a:pt x="29354" y="5960"/>
                    <a:pt x="29586" y="5867"/>
                  </a:cubicBezTo>
                  <a:cubicBezTo>
                    <a:pt x="29818" y="5775"/>
                    <a:pt x="30046" y="5715"/>
                    <a:pt x="30272" y="5688"/>
                  </a:cubicBezTo>
                  <a:cubicBezTo>
                    <a:pt x="30272" y="5954"/>
                    <a:pt x="30265" y="6225"/>
                    <a:pt x="30252" y="6504"/>
                  </a:cubicBezTo>
                  <a:cubicBezTo>
                    <a:pt x="30239" y="6782"/>
                    <a:pt x="30232" y="7094"/>
                    <a:pt x="30232" y="7439"/>
                  </a:cubicBezTo>
                  <a:cubicBezTo>
                    <a:pt x="30232" y="7929"/>
                    <a:pt x="30245" y="8423"/>
                    <a:pt x="30272" y="8920"/>
                  </a:cubicBezTo>
                  <a:cubicBezTo>
                    <a:pt x="30298" y="9418"/>
                    <a:pt x="30365" y="9898"/>
                    <a:pt x="30471" y="10362"/>
                  </a:cubicBezTo>
                  <a:close/>
                  <a:moveTo>
                    <a:pt x="34270" y="11238"/>
                  </a:moveTo>
                  <a:lnTo>
                    <a:pt x="34290" y="11238"/>
                  </a:lnTo>
                  <a:cubicBezTo>
                    <a:pt x="34714" y="11821"/>
                    <a:pt x="35277" y="12278"/>
                    <a:pt x="35980" y="12610"/>
                  </a:cubicBezTo>
                  <a:cubicBezTo>
                    <a:pt x="36683" y="12941"/>
                    <a:pt x="37406" y="13107"/>
                    <a:pt x="38148" y="13107"/>
                  </a:cubicBezTo>
                  <a:cubicBezTo>
                    <a:pt x="38480" y="13107"/>
                    <a:pt x="38811" y="13028"/>
                    <a:pt x="39143" y="12869"/>
                  </a:cubicBezTo>
                  <a:cubicBezTo>
                    <a:pt x="39474" y="12709"/>
                    <a:pt x="39769" y="12497"/>
                    <a:pt x="40028" y="12232"/>
                  </a:cubicBezTo>
                  <a:cubicBezTo>
                    <a:pt x="40286" y="11967"/>
                    <a:pt x="40495" y="11665"/>
                    <a:pt x="40654" y="11327"/>
                  </a:cubicBezTo>
                  <a:cubicBezTo>
                    <a:pt x="40813" y="10989"/>
                    <a:pt x="40893" y="10641"/>
                    <a:pt x="40893" y="10283"/>
                  </a:cubicBezTo>
                  <a:cubicBezTo>
                    <a:pt x="40893" y="9832"/>
                    <a:pt x="40823" y="9448"/>
                    <a:pt x="40684" y="9129"/>
                  </a:cubicBezTo>
                  <a:cubicBezTo>
                    <a:pt x="40545" y="8811"/>
                    <a:pt x="40349" y="8539"/>
                    <a:pt x="40097" y="8314"/>
                  </a:cubicBezTo>
                  <a:cubicBezTo>
                    <a:pt x="39845" y="8088"/>
                    <a:pt x="39547" y="7899"/>
                    <a:pt x="39202" y="7747"/>
                  </a:cubicBezTo>
                  <a:cubicBezTo>
                    <a:pt x="38857" y="7594"/>
                    <a:pt x="38480" y="7459"/>
                    <a:pt x="38069" y="7339"/>
                  </a:cubicBezTo>
                  <a:cubicBezTo>
                    <a:pt x="37923" y="7299"/>
                    <a:pt x="37770" y="7256"/>
                    <a:pt x="37611" y="7210"/>
                  </a:cubicBezTo>
                  <a:cubicBezTo>
                    <a:pt x="37452" y="7164"/>
                    <a:pt x="37303" y="7107"/>
                    <a:pt x="37164" y="7041"/>
                  </a:cubicBezTo>
                  <a:cubicBezTo>
                    <a:pt x="37024" y="6975"/>
                    <a:pt x="36898" y="6892"/>
                    <a:pt x="36786" y="6792"/>
                  </a:cubicBezTo>
                  <a:cubicBezTo>
                    <a:pt x="36673" y="6693"/>
                    <a:pt x="36577" y="6570"/>
                    <a:pt x="36497" y="6424"/>
                  </a:cubicBezTo>
                  <a:cubicBezTo>
                    <a:pt x="36457" y="6053"/>
                    <a:pt x="36530" y="5788"/>
                    <a:pt x="36716" y="5629"/>
                  </a:cubicBezTo>
                  <a:cubicBezTo>
                    <a:pt x="36902" y="5470"/>
                    <a:pt x="37134" y="5380"/>
                    <a:pt x="37412" y="5360"/>
                  </a:cubicBezTo>
                  <a:cubicBezTo>
                    <a:pt x="37691" y="5340"/>
                    <a:pt x="37972" y="5367"/>
                    <a:pt x="38257" y="5440"/>
                  </a:cubicBezTo>
                  <a:cubicBezTo>
                    <a:pt x="38543" y="5513"/>
                    <a:pt x="38765" y="5589"/>
                    <a:pt x="38924" y="5669"/>
                  </a:cubicBezTo>
                  <a:cubicBezTo>
                    <a:pt x="39123" y="5775"/>
                    <a:pt x="39312" y="5828"/>
                    <a:pt x="39491" y="5828"/>
                  </a:cubicBezTo>
                  <a:cubicBezTo>
                    <a:pt x="39670" y="5828"/>
                    <a:pt x="39829" y="5788"/>
                    <a:pt x="39968" y="5708"/>
                  </a:cubicBezTo>
                  <a:cubicBezTo>
                    <a:pt x="40107" y="5629"/>
                    <a:pt x="40220" y="5526"/>
                    <a:pt x="40306" y="5400"/>
                  </a:cubicBezTo>
                  <a:cubicBezTo>
                    <a:pt x="40392" y="5274"/>
                    <a:pt x="40435" y="5131"/>
                    <a:pt x="40435" y="4972"/>
                  </a:cubicBezTo>
                  <a:cubicBezTo>
                    <a:pt x="40435" y="4840"/>
                    <a:pt x="40389" y="4701"/>
                    <a:pt x="40296" y="4555"/>
                  </a:cubicBezTo>
                  <a:cubicBezTo>
                    <a:pt x="40203" y="4409"/>
                    <a:pt x="40064" y="4270"/>
                    <a:pt x="39878" y="4137"/>
                  </a:cubicBezTo>
                  <a:cubicBezTo>
                    <a:pt x="39401" y="3872"/>
                    <a:pt x="38861" y="3686"/>
                    <a:pt x="38257" y="3580"/>
                  </a:cubicBezTo>
                  <a:cubicBezTo>
                    <a:pt x="37654" y="3474"/>
                    <a:pt x="37074" y="3494"/>
                    <a:pt x="36517" y="3640"/>
                  </a:cubicBezTo>
                  <a:cubicBezTo>
                    <a:pt x="36239" y="3706"/>
                    <a:pt x="35977" y="3829"/>
                    <a:pt x="35731" y="4008"/>
                  </a:cubicBezTo>
                  <a:cubicBezTo>
                    <a:pt x="35486" y="4187"/>
                    <a:pt x="35274" y="4399"/>
                    <a:pt x="35095" y="4644"/>
                  </a:cubicBezTo>
                  <a:cubicBezTo>
                    <a:pt x="34916" y="4890"/>
                    <a:pt x="34773" y="5158"/>
                    <a:pt x="34667" y="5450"/>
                  </a:cubicBezTo>
                  <a:cubicBezTo>
                    <a:pt x="34561" y="5741"/>
                    <a:pt x="34508" y="6027"/>
                    <a:pt x="34508" y="6305"/>
                  </a:cubicBezTo>
                  <a:cubicBezTo>
                    <a:pt x="34508" y="6504"/>
                    <a:pt x="34548" y="6719"/>
                    <a:pt x="34628" y="6951"/>
                  </a:cubicBezTo>
                  <a:cubicBezTo>
                    <a:pt x="34707" y="7183"/>
                    <a:pt x="34820" y="7399"/>
                    <a:pt x="34966" y="7598"/>
                  </a:cubicBezTo>
                  <a:cubicBezTo>
                    <a:pt x="35125" y="7810"/>
                    <a:pt x="35291" y="7986"/>
                    <a:pt x="35463" y="8125"/>
                  </a:cubicBezTo>
                  <a:cubicBezTo>
                    <a:pt x="35635" y="8264"/>
                    <a:pt x="35814" y="8380"/>
                    <a:pt x="36000" y="8473"/>
                  </a:cubicBezTo>
                  <a:cubicBezTo>
                    <a:pt x="36186" y="8566"/>
                    <a:pt x="36378" y="8642"/>
                    <a:pt x="36577" y="8702"/>
                  </a:cubicBezTo>
                  <a:cubicBezTo>
                    <a:pt x="36776" y="8761"/>
                    <a:pt x="36975" y="8818"/>
                    <a:pt x="37173" y="8871"/>
                  </a:cubicBezTo>
                  <a:cubicBezTo>
                    <a:pt x="37293" y="8910"/>
                    <a:pt x="37422" y="8944"/>
                    <a:pt x="37561" y="8970"/>
                  </a:cubicBezTo>
                  <a:cubicBezTo>
                    <a:pt x="37701" y="8997"/>
                    <a:pt x="37846" y="9036"/>
                    <a:pt x="37999" y="9090"/>
                  </a:cubicBezTo>
                  <a:cubicBezTo>
                    <a:pt x="38151" y="9143"/>
                    <a:pt x="38297" y="9222"/>
                    <a:pt x="38436" y="9328"/>
                  </a:cubicBezTo>
                  <a:cubicBezTo>
                    <a:pt x="38576" y="9434"/>
                    <a:pt x="38705" y="9580"/>
                    <a:pt x="38824" y="9766"/>
                  </a:cubicBezTo>
                  <a:cubicBezTo>
                    <a:pt x="38917" y="9912"/>
                    <a:pt x="38964" y="10071"/>
                    <a:pt x="38964" y="10243"/>
                  </a:cubicBezTo>
                  <a:cubicBezTo>
                    <a:pt x="38964" y="10415"/>
                    <a:pt x="38927" y="10575"/>
                    <a:pt x="38854" y="10720"/>
                  </a:cubicBezTo>
                  <a:cubicBezTo>
                    <a:pt x="38781" y="10866"/>
                    <a:pt x="38669" y="10996"/>
                    <a:pt x="38516" y="11108"/>
                  </a:cubicBezTo>
                  <a:cubicBezTo>
                    <a:pt x="38364" y="11221"/>
                    <a:pt x="38188" y="11297"/>
                    <a:pt x="37989" y="11337"/>
                  </a:cubicBezTo>
                  <a:cubicBezTo>
                    <a:pt x="37565" y="11417"/>
                    <a:pt x="37160" y="11330"/>
                    <a:pt x="36776" y="11078"/>
                  </a:cubicBezTo>
                  <a:cubicBezTo>
                    <a:pt x="36391" y="10827"/>
                    <a:pt x="36060" y="10515"/>
                    <a:pt x="35781" y="10144"/>
                  </a:cubicBezTo>
                  <a:cubicBezTo>
                    <a:pt x="35516" y="9971"/>
                    <a:pt x="35271" y="9885"/>
                    <a:pt x="35045" y="9885"/>
                  </a:cubicBezTo>
                  <a:cubicBezTo>
                    <a:pt x="34701" y="9885"/>
                    <a:pt x="34439" y="10014"/>
                    <a:pt x="34260" y="10273"/>
                  </a:cubicBezTo>
                  <a:cubicBezTo>
                    <a:pt x="34081" y="10531"/>
                    <a:pt x="34084" y="10853"/>
                    <a:pt x="34270" y="11238"/>
                  </a:cubicBezTo>
                  <a:close/>
                  <a:moveTo>
                    <a:pt x="44672" y="11934"/>
                  </a:moveTo>
                  <a:lnTo>
                    <a:pt x="44672" y="8334"/>
                  </a:lnTo>
                  <a:cubicBezTo>
                    <a:pt x="44725" y="8307"/>
                    <a:pt x="44765" y="8291"/>
                    <a:pt x="44791" y="8284"/>
                  </a:cubicBezTo>
                  <a:cubicBezTo>
                    <a:pt x="44818" y="8277"/>
                    <a:pt x="44851" y="8261"/>
                    <a:pt x="44891" y="8234"/>
                  </a:cubicBezTo>
                  <a:cubicBezTo>
                    <a:pt x="45341" y="8712"/>
                    <a:pt x="45756" y="9162"/>
                    <a:pt x="46134" y="9587"/>
                  </a:cubicBezTo>
                  <a:cubicBezTo>
                    <a:pt x="46512" y="10011"/>
                    <a:pt x="46899" y="10455"/>
                    <a:pt x="47297" y="10919"/>
                  </a:cubicBezTo>
                  <a:lnTo>
                    <a:pt x="48729" y="12510"/>
                  </a:lnTo>
                  <a:cubicBezTo>
                    <a:pt x="48862" y="12643"/>
                    <a:pt x="48998" y="12736"/>
                    <a:pt x="49137" y="12789"/>
                  </a:cubicBezTo>
                  <a:cubicBezTo>
                    <a:pt x="49276" y="12842"/>
                    <a:pt x="49419" y="12869"/>
                    <a:pt x="49565" y="12869"/>
                  </a:cubicBezTo>
                  <a:cubicBezTo>
                    <a:pt x="49830" y="12869"/>
                    <a:pt x="50045" y="12786"/>
                    <a:pt x="50211" y="12620"/>
                  </a:cubicBezTo>
                  <a:cubicBezTo>
                    <a:pt x="50377" y="12454"/>
                    <a:pt x="50460" y="12259"/>
                    <a:pt x="50460" y="12033"/>
                  </a:cubicBezTo>
                  <a:cubicBezTo>
                    <a:pt x="50460" y="11861"/>
                    <a:pt x="50354" y="11609"/>
                    <a:pt x="50141" y="11277"/>
                  </a:cubicBezTo>
                  <a:lnTo>
                    <a:pt x="46502" y="7220"/>
                  </a:lnTo>
                  <a:cubicBezTo>
                    <a:pt x="46979" y="6862"/>
                    <a:pt x="47423" y="6477"/>
                    <a:pt x="47834" y="6066"/>
                  </a:cubicBezTo>
                  <a:cubicBezTo>
                    <a:pt x="48245" y="5655"/>
                    <a:pt x="48683" y="5178"/>
                    <a:pt x="49147" y="4634"/>
                  </a:cubicBezTo>
                  <a:cubicBezTo>
                    <a:pt x="49333" y="4382"/>
                    <a:pt x="49425" y="4150"/>
                    <a:pt x="49425" y="3938"/>
                  </a:cubicBezTo>
                  <a:cubicBezTo>
                    <a:pt x="49425" y="3713"/>
                    <a:pt x="49339" y="3520"/>
                    <a:pt x="49167" y="3361"/>
                  </a:cubicBezTo>
                  <a:cubicBezTo>
                    <a:pt x="48994" y="3202"/>
                    <a:pt x="48776" y="3123"/>
                    <a:pt x="48510" y="3123"/>
                  </a:cubicBezTo>
                  <a:cubicBezTo>
                    <a:pt x="48378" y="3123"/>
                    <a:pt x="48242" y="3146"/>
                    <a:pt x="48103" y="3192"/>
                  </a:cubicBezTo>
                  <a:cubicBezTo>
                    <a:pt x="47964" y="3239"/>
                    <a:pt x="47821" y="3322"/>
                    <a:pt x="47675" y="3441"/>
                  </a:cubicBezTo>
                  <a:cubicBezTo>
                    <a:pt x="47370" y="3772"/>
                    <a:pt x="47095" y="4077"/>
                    <a:pt x="46850" y="4356"/>
                  </a:cubicBezTo>
                  <a:cubicBezTo>
                    <a:pt x="46604" y="4634"/>
                    <a:pt x="46366" y="4890"/>
                    <a:pt x="46134" y="5122"/>
                  </a:cubicBezTo>
                  <a:cubicBezTo>
                    <a:pt x="45902" y="5354"/>
                    <a:pt x="45670" y="5566"/>
                    <a:pt x="45438" y="5758"/>
                  </a:cubicBezTo>
                  <a:cubicBezTo>
                    <a:pt x="45206" y="5950"/>
                    <a:pt x="44950" y="6133"/>
                    <a:pt x="44672" y="6305"/>
                  </a:cubicBezTo>
                  <a:lnTo>
                    <a:pt x="44672" y="776"/>
                  </a:lnTo>
                  <a:cubicBezTo>
                    <a:pt x="44592" y="510"/>
                    <a:pt x="44463" y="315"/>
                    <a:pt x="44284" y="189"/>
                  </a:cubicBezTo>
                  <a:cubicBezTo>
                    <a:pt x="44105" y="63"/>
                    <a:pt x="43903" y="0"/>
                    <a:pt x="43677" y="0"/>
                  </a:cubicBezTo>
                  <a:cubicBezTo>
                    <a:pt x="43452" y="0"/>
                    <a:pt x="43253" y="70"/>
                    <a:pt x="43081" y="209"/>
                  </a:cubicBezTo>
                  <a:cubicBezTo>
                    <a:pt x="42908" y="348"/>
                    <a:pt x="42789" y="557"/>
                    <a:pt x="42723" y="835"/>
                  </a:cubicBezTo>
                  <a:lnTo>
                    <a:pt x="42723" y="12013"/>
                  </a:lnTo>
                  <a:cubicBezTo>
                    <a:pt x="42762" y="12305"/>
                    <a:pt x="42882" y="12524"/>
                    <a:pt x="43081" y="12670"/>
                  </a:cubicBezTo>
                  <a:cubicBezTo>
                    <a:pt x="43280" y="12815"/>
                    <a:pt x="43492" y="12888"/>
                    <a:pt x="43717" y="12888"/>
                  </a:cubicBezTo>
                  <a:cubicBezTo>
                    <a:pt x="43969" y="12888"/>
                    <a:pt x="44188" y="12809"/>
                    <a:pt x="44373" y="12650"/>
                  </a:cubicBezTo>
                  <a:cubicBezTo>
                    <a:pt x="44559" y="12491"/>
                    <a:pt x="44659" y="12252"/>
                    <a:pt x="44672" y="11934"/>
                  </a:cubicBezTo>
                  <a:close/>
                  <a:moveTo>
                    <a:pt x="60245" y="5828"/>
                  </a:moveTo>
                  <a:lnTo>
                    <a:pt x="61240" y="5828"/>
                  </a:lnTo>
                  <a:lnTo>
                    <a:pt x="61240" y="8871"/>
                  </a:lnTo>
                  <a:cubicBezTo>
                    <a:pt x="61240" y="9401"/>
                    <a:pt x="61243" y="9935"/>
                    <a:pt x="61250" y="10472"/>
                  </a:cubicBezTo>
                  <a:cubicBezTo>
                    <a:pt x="61256" y="11009"/>
                    <a:pt x="61260" y="11529"/>
                    <a:pt x="61260" y="12033"/>
                  </a:cubicBezTo>
                  <a:cubicBezTo>
                    <a:pt x="61299" y="12338"/>
                    <a:pt x="61415" y="12564"/>
                    <a:pt x="61608" y="12709"/>
                  </a:cubicBezTo>
                  <a:cubicBezTo>
                    <a:pt x="61800" y="12855"/>
                    <a:pt x="62009" y="12928"/>
                    <a:pt x="62234" y="12928"/>
                  </a:cubicBezTo>
                  <a:cubicBezTo>
                    <a:pt x="62460" y="12928"/>
                    <a:pt x="62678" y="12849"/>
                    <a:pt x="62891" y="12690"/>
                  </a:cubicBezTo>
                  <a:cubicBezTo>
                    <a:pt x="63103" y="12530"/>
                    <a:pt x="63209" y="12285"/>
                    <a:pt x="63209" y="11954"/>
                  </a:cubicBezTo>
                  <a:cubicBezTo>
                    <a:pt x="63209" y="11543"/>
                    <a:pt x="63206" y="11131"/>
                    <a:pt x="63199" y="10720"/>
                  </a:cubicBezTo>
                  <a:cubicBezTo>
                    <a:pt x="63192" y="10309"/>
                    <a:pt x="63189" y="9898"/>
                    <a:pt x="63189" y="9487"/>
                  </a:cubicBezTo>
                  <a:lnTo>
                    <a:pt x="63189" y="5828"/>
                  </a:lnTo>
                  <a:lnTo>
                    <a:pt x="64880" y="5828"/>
                  </a:lnTo>
                  <a:cubicBezTo>
                    <a:pt x="65490" y="5669"/>
                    <a:pt x="65794" y="5377"/>
                    <a:pt x="65794" y="4952"/>
                  </a:cubicBezTo>
                  <a:cubicBezTo>
                    <a:pt x="65794" y="4767"/>
                    <a:pt x="65725" y="4594"/>
                    <a:pt x="65586" y="4435"/>
                  </a:cubicBezTo>
                  <a:cubicBezTo>
                    <a:pt x="65446" y="4276"/>
                    <a:pt x="65231" y="4157"/>
                    <a:pt x="64939" y="4077"/>
                  </a:cubicBezTo>
                  <a:lnTo>
                    <a:pt x="63189" y="4077"/>
                  </a:lnTo>
                  <a:lnTo>
                    <a:pt x="63189" y="975"/>
                  </a:lnTo>
                  <a:cubicBezTo>
                    <a:pt x="63123" y="709"/>
                    <a:pt x="62997" y="514"/>
                    <a:pt x="62811" y="388"/>
                  </a:cubicBezTo>
                  <a:cubicBezTo>
                    <a:pt x="62625" y="262"/>
                    <a:pt x="62427" y="199"/>
                    <a:pt x="62214" y="199"/>
                  </a:cubicBezTo>
                  <a:cubicBezTo>
                    <a:pt x="61989" y="199"/>
                    <a:pt x="61787" y="269"/>
                    <a:pt x="61608" y="408"/>
                  </a:cubicBezTo>
                  <a:cubicBezTo>
                    <a:pt x="61429" y="547"/>
                    <a:pt x="61306" y="756"/>
                    <a:pt x="61240" y="1034"/>
                  </a:cubicBezTo>
                  <a:lnTo>
                    <a:pt x="61240" y="4077"/>
                  </a:lnTo>
                  <a:lnTo>
                    <a:pt x="60325" y="4077"/>
                  </a:lnTo>
                  <a:cubicBezTo>
                    <a:pt x="59967" y="4077"/>
                    <a:pt x="59698" y="4170"/>
                    <a:pt x="59519" y="4356"/>
                  </a:cubicBezTo>
                  <a:cubicBezTo>
                    <a:pt x="59340" y="4541"/>
                    <a:pt x="59251" y="4740"/>
                    <a:pt x="59251" y="4952"/>
                  </a:cubicBezTo>
                  <a:cubicBezTo>
                    <a:pt x="59251" y="5165"/>
                    <a:pt x="59334" y="5350"/>
                    <a:pt x="59499" y="5509"/>
                  </a:cubicBezTo>
                  <a:cubicBezTo>
                    <a:pt x="59665" y="5669"/>
                    <a:pt x="59914" y="5775"/>
                    <a:pt x="60245" y="5828"/>
                  </a:cubicBezTo>
                  <a:close/>
                  <a:moveTo>
                    <a:pt x="67624" y="5907"/>
                  </a:moveTo>
                  <a:lnTo>
                    <a:pt x="67664" y="5927"/>
                  </a:lnTo>
                  <a:lnTo>
                    <a:pt x="67664" y="12152"/>
                  </a:lnTo>
                  <a:cubicBezTo>
                    <a:pt x="67704" y="12457"/>
                    <a:pt x="67817" y="12686"/>
                    <a:pt x="68002" y="12839"/>
                  </a:cubicBezTo>
                  <a:cubicBezTo>
                    <a:pt x="68188" y="12991"/>
                    <a:pt x="68400" y="13067"/>
                    <a:pt x="68639" y="13067"/>
                  </a:cubicBezTo>
                  <a:cubicBezTo>
                    <a:pt x="68864" y="13067"/>
                    <a:pt x="69080" y="12988"/>
                    <a:pt x="69285" y="12829"/>
                  </a:cubicBezTo>
                  <a:cubicBezTo>
                    <a:pt x="69491" y="12670"/>
                    <a:pt x="69600" y="12424"/>
                    <a:pt x="69613" y="12093"/>
                  </a:cubicBezTo>
                  <a:lnTo>
                    <a:pt x="69613" y="6882"/>
                  </a:lnTo>
                  <a:cubicBezTo>
                    <a:pt x="69746" y="6749"/>
                    <a:pt x="69908" y="6593"/>
                    <a:pt x="70101" y="6414"/>
                  </a:cubicBezTo>
                  <a:cubicBezTo>
                    <a:pt x="70293" y="6235"/>
                    <a:pt x="70488" y="6073"/>
                    <a:pt x="70687" y="5927"/>
                  </a:cubicBezTo>
                  <a:cubicBezTo>
                    <a:pt x="70886" y="5781"/>
                    <a:pt x="71085" y="5655"/>
                    <a:pt x="71284" y="5549"/>
                  </a:cubicBezTo>
                  <a:cubicBezTo>
                    <a:pt x="71483" y="5443"/>
                    <a:pt x="71655" y="5390"/>
                    <a:pt x="71801" y="5390"/>
                  </a:cubicBezTo>
                  <a:cubicBezTo>
                    <a:pt x="71907" y="5390"/>
                    <a:pt x="72023" y="5433"/>
                    <a:pt x="72149" y="5519"/>
                  </a:cubicBezTo>
                  <a:cubicBezTo>
                    <a:pt x="72275" y="5606"/>
                    <a:pt x="72385" y="5695"/>
                    <a:pt x="72477" y="5788"/>
                  </a:cubicBezTo>
                  <a:cubicBezTo>
                    <a:pt x="72597" y="5894"/>
                    <a:pt x="72716" y="5987"/>
                    <a:pt x="72835" y="6066"/>
                  </a:cubicBezTo>
                  <a:cubicBezTo>
                    <a:pt x="72955" y="6146"/>
                    <a:pt x="73107" y="6186"/>
                    <a:pt x="73293" y="6186"/>
                  </a:cubicBezTo>
                  <a:cubicBezTo>
                    <a:pt x="73545" y="6186"/>
                    <a:pt x="73760" y="6109"/>
                    <a:pt x="73939" y="5957"/>
                  </a:cubicBezTo>
                  <a:cubicBezTo>
                    <a:pt x="74118" y="5804"/>
                    <a:pt x="74208" y="5609"/>
                    <a:pt x="74208" y="5370"/>
                  </a:cubicBezTo>
                  <a:cubicBezTo>
                    <a:pt x="74208" y="5078"/>
                    <a:pt x="74108" y="4823"/>
                    <a:pt x="73909" y="4604"/>
                  </a:cubicBezTo>
                  <a:cubicBezTo>
                    <a:pt x="73710" y="4386"/>
                    <a:pt x="73482" y="4207"/>
                    <a:pt x="73223" y="4067"/>
                  </a:cubicBezTo>
                  <a:cubicBezTo>
                    <a:pt x="72965" y="3928"/>
                    <a:pt x="72699" y="3825"/>
                    <a:pt x="72428" y="3759"/>
                  </a:cubicBezTo>
                  <a:cubicBezTo>
                    <a:pt x="72156" y="3693"/>
                    <a:pt x="71954" y="3660"/>
                    <a:pt x="71821" y="3660"/>
                  </a:cubicBezTo>
                  <a:cubicBezTo>
                    <a:pt x="71357" y="3660"/>
                    <a:pt x="70916" y="3759"/>
                    <a:pt x="70498" y="3958"/>
                  </a:cubicBezTo>
                  <a:cubicBezTo>
                    <a:pt x="70081" y="4157"/>
                    <a:pt x="69666" y="4422"/>
                    <a:pt x="69255" y="4754"/>
                  </a:cubicBezTo>
                  <a:cubicBezTo>
                    <a:pt x="69083" y="4608"/>
                    <a:pt x="68867" y="4482"/>
                    <a:pt x="68609" y="4376"/>
                  </a:cubicBezTo>
                  <a:cubicBezTo>
                    <a:pt x="68350" y="4270"/>
                    <a:pt x="68122" y="4217"/>
                    <a:pt x="67923" y="4217"/>
                  </a:cubicBezTo>
                  <a:cubicBezTo>
                    <a:pt x="67631" y="4217"/>
                    <a:pt x="67396" y="4296"/>
                    <a:pt x="67217" y="4455"/>
                  </a:cubicBezTo>
                  <a:cubicBezTo>
                    <a:pt x="67038" y="4614"/>
                    <a:pt x="66948" y="4807"/>
                    <a:pt x="66948" y="5032"/>
                  </a:cubicBezTo>
                  <a:cubicBezTo>
                    <a:pt x="66948" y="5191"/>
                    <a:pt x="66998" y="5340"/>
                    <a:pt x="67097" y="5480"/>
                  </a:cubicBezTo>
                  <a:cubicBezTo>
                    <a:pt x="67197" y="5619"/>
                    <a:pt x="67372" y="5761"/>
                    <a:pt x="67624" y="5907"/>
                  </a:cubicBezTo>
                  <a:close/>
                  <a:moveTo>
                    <a:pt x="83059" y="11775"/>
                  </a:moveTo>
                  <a:cubicBezTo>
                    <a:pt x="83085" y="11748"/>
                    <a:pt x="83069" y="11688"/>
                    <a:pt x="83009" y="11596"/>
                  </a:cubicBezTo>
                  <a:cubicBezTo>
                    <a:pt x="82949" y="11503"/>
                    <a:pt x="82873" y="11383"/>
                    <a:pt x="82780" y="11238"/>
                  </a:cubicBezTo>
                  <a:lnTo>
                    <a:pt x="82800" y="11238"/>
                  </a:lnTo>
                  <a:cubicBezTo>
                    <a:pt x="82694" y="11078"/>
                    <a:pt x="82591" y="10899"/>
                    <a:pt x="82492" y="10701"/>
                  </a:cubicBezTo>
                  <a:cubicBezTo>
                    <a:pt x="82392" y="10502"/>
                    <a:pt x="82329" y="10329"/>
                    <a:pt x="82303" y="10183"/>
                  </a:cubicBezTo>
                  <a:cubicBezTo>
                    <a:pt x="82236" y="9706"/>
                    <a:pt x="82190" y="9219"/>
                    <a:pt x="82164" y="8722"/>
                  </a:cubicBezTo>
                  <a:cubicBezTo>
                    <a:pt x="82137" y="8224"/>
                    <a:pt x="82124" y="7744"/>
                    <a:pt x="82124" y="7280"/>
                  </a:cubicBezTo>
                  <a:lnTo>
                    <a:pt x="82124" y="6941"/>
                  </a:lnTo>
                  <a:cubicBezTo>
                    <a:pt x="82124" y="6822"/>
                    <a:pt x="82127" y="6673"/>
                    <a:pt x="82134" y="6494"/>
                  </a:cubicBezTo>
                  <a:cubicBezTo>
                    <a:pt x="82140" y="6315"/>
                    <a:pt x="82144" y="6093"/>
                    <a:pt x="82144" y="5828"/>
                  </a:cubicBezTo>
                  <a:lnTo>
                    <a:pt x="82144" y="4833"/>
                  </a:lnTo>
                  <a:cubicBezTo>
                    <a:pt x="81998" y="4449"/>
                    <a:pt x="81762" y="4207"/>
                    <a:pt x="81438" y="4107"/>
                  </a:cubicBezTo>
                  <a:cubicBezTo>
                    <a:pt x="81113" y="4008"/>
                    <a:pt x="80745" y="3958"/>
                    <a:pt x="80334" y="3958"/>
                  </a:cubicBezTo>
                  <a:cubicBezTo>
                    <a:pt x="80122" y="3958"/>
                    <a:pt x="79903" y="3975"/>
                    <a:pt x="79677" y="4008"/>
                  </a:cubicBezTo>
                  <a:cubicBezTo>
                    <a:pt x="79452" y="4041"/>
                    <a:pt x="79233" y="4087"/>
                    <a:pt x="79021" y="4147"/>
                  </a:cubicBezTo>
                  <a:cubicBezTo>
                    <a:pt x="78809" y="4207"/>
                    <a:pt x="78620" y="4270"/>
                    <a:pt x="78454" y="4336"/>
                  </a:cubicBezTo>
                  <a:cubicBezTo>
                    <a:pt x="78288" y="4402"/>
                    <a:pt x="78159" y="4462"/>
                    <a:pt x="78066" y="4515"/>
                  </a:cubicBezTo>
                  <a:cubicBezTo>
                    <a:pt x="77629" y="4793"/>
                    <a:pt x="77221" y="5112"/>
                    <a:pt x="76843" y="5470"/>
                  </a:cubicBezTo>
                  <a:cubicBezTo>
                    <a:pt x="76465" y="5828"/>
                    <a:pt x="76130" y="6222"/>
                    <a:pt x="75839" y="6653"/>
                  </a:cubicBezTo>
                  <a:cubicBezTo>
                    <a:pt x="75547" y="7084"/>
                    <a:pt x="75318" y="7548"/>
                    <a:pt x="75152" y="8045"/>
                  </a:cubicBezTo>
                  <a:cubicBezTo>
                    <a:pt x="74987" y="8543"/>
                    <a:pt x="74904" y="9070"/>
                    <a:pt x="74904" y="9627"/>
                  </a:cubicBezTo>
                  <a:cubicBezTo>
                    <a:pt x="74904" y="10170"/>
                    <a:pt x="75010" y="10687"/>
                    <a:pt x="75222" y="11178"/>
                  </a:cubicBezTo>
                  <a:cubicBezTo>
                    <a:pt x="75434" y="11669"/>
                    <a:pt x="75792" y="12093"/>
                    <a:pt x="76296" y="12451"/>
                  </a:cubicBezTo>
                  <a:cubicBezTo>
                    <a:pt x="76641" y="12676"/>
                    <a:pt x="76982" y="12825"/>
                    <a:pt x="77320" y="12898"/>
                  </a:cubicBezTo>
                  <a:cubicBezTo>
                    <a:pt x="77659" y="12971"/>
                    <a:pt x="78007" y="13008"/>
                    <a:pt x="78365" y="13008"/>
                  </a:cubicBezTo>
                  <a:cubicBezTo>
                    <a:pt x="78855" y="13008"/>
                    <a:pt x="79309" y="12958"/>
                    <a:pt x="79727" y="12859"/>
                  </a:cubicBezTo>
                  <a:cubicBezTo>
                    <a:pt x="80145" y="12759"/>
                    <a:pt x="80592" y="12530"/>
                    <a:pt x="81070" y="12172"/>
                  </a:cubicBezTo>
                  <a:cubicBezTo>
                    <a:pt x="81136" y="12278"/>
                    <a:pt x="81219" y="12388"/>
                    <a:pt x="81318" y="12501"/>
                  </a:cubicBezTo>
                  <a:cubicBezTo>
                    <a:pt x="81418" y="12613"/>
                    <a:pt x="81520" y="12723"/>
                    <a:pt x="81627" y="12829"/>
                  </a:cubicBezTo>
                  <a:cubicBezTo>
                    <a:pt x="81865" y="12948"/>
                    <a:pt x="82091" y="12998"/>
                    <a:pt x="82303" y="12978"/>
                  </a:cubicBezTo>
                  <a:cubicBezTo>
                    <a:pt x="82515" y="12958"/>
                    <a:pt x="82691" y="12892"/>
                    <a:pt x="82830" y="12779"/>
                  </a:cubicBezTo>
                  <a:cubicBezTo>
                    <a:pt x="82969" y="12666"/>
                    <a:pt x="83062" y="12520"/>
                    <a:pt x="83108" y="12341"/>
                  </a:cubicBezTo>
                  <a:cubicBezTo>
                    <a:pt x="83155" y="12162"/>
                    <a:pt x="83138" y="11973"/>
                    <a:pt x="83059" y="11775"/>
                  </a:cubicBezTo>
                  <a:close/>
                  <a:moveTo>
                    <a:pt x="80373" y="10362"/>
                  </a:moveTo>
                  <a:cubicBezTo>
                    <a:pt x="79923" y="10734"/>
                    <a:pt x="79551" y="11006"/>
                    <a:pt x="79260" y="11178"/>
                  </a:cubicBezTo>
                  <a:cubicBezTo>
                    <a:pt x="79021" y="11257"/>
                    <a:pt x="78772" y="11297"/>
                    <a:pt x="78514" y="11297"/>
                  </a:cubicBezTo>
                  <a:cubicBezTo>
                    <a:pt x="78255" y="11297"/>
                    <a:pt x="78013" y="11248"/>
                    <a:pt x="77788" y="11148"/>
                  </a:cubicBezTo>
                  <a:cubicBezTo>
                    <a:pt x="77562" y="11049"/>
                    <a:pt x="77367" y="10903"/>
                    <a:pt x="77201" y="10710"/>
                  </a:cubicBezTo>
                  <a:cubicBezTo>
                    <a:pt x="77035" y="10518"/>
                    <a:pt x="76933" y="10276"/>
                    <a:pt x="76893" y="9985"/>
                  </a:cubicBezTo>
                  <a:cubicBezTo>
                    <a:pt x="76827" y="9613"/>
                    <a:pt x="76836" y="9232"/>
                    <a:pt x="76923" y="8841"/>
                  </a:cubicBezTo>
                  <a:cubicBezTo>
                    <a:pt x="77009" y="8450"/>
                    <a:pt x="77145" y="8075"/>
                    <a:pt x="77330" y="7717"/>
                  </a:cubicBezTo>
                  <a:cubicBezTo>
                    <a:pt x="77516" y="7359"/>
                    <a:pt x="77751" y="7034"/>
                    <a:pt x="78036" y="6743"/>
                  </a:cubicBezTo>
                  <a:cubicBezTo>
                    <a:pt x="78322" y="6451"/>
                    <a:pt x="78643" y="6225"/>
                    <a:pt x="79001" y="6066"/>
                  </a:cubicBezTo>
                  <a:cubicBezTo>
                    <a:pt x="79094" y="6027"/>
                    <a:pt x="79256" y="5960"/>
                    <a:pt x="79488" y="5867"/>
                  </a:cubicBezTo>
                  <a:cubicBezTo>
                    <a:pt x="79720" y="5775"/>
                    <a:pt x="79949" y="5715"/>
                    <a:pt x="80175" y="5688"/>
                  </a:cubicBezTo>
                  <a:cubicBezTo>
                    <a:pt x="80175" y="5954"/>
                    <a:pt x="80168" y="6225"/>
                    <a:pt x="80155" y="6504"/>
                  </a:cubicBezTo>
                  <a:cubicBezTo>
                    <a:pt x="80141" y="6782"/>
                    <a:pt x="80135" y="7094"/>
                    <a:pt x="80135" y="7439"/>
                  </a:cubicBezTo>
                  <a:cubicBezTo>
                    <a:pt x="80135" y="7929"/>
                    <a:pt x="80148" y="8423"/>
                    <a:pt x="80175" y="8920"/>
                  </a:cubicBezTo>
                  <a:cubicBezTo>
                    <a:pt x="80201" y="9418"/>
                    <a:pt x="80267" y="9898"/>
                    <a:pt x="80373" y="10362"/>
                  </a:cubicBezTo>
                  <a:close/>
                  <a:moveTo>
                    <a:pt x="89821" y="10462"/>
                  </a:moveTo>
                  <a:lnTo>
                    <a:pt x="89801" y="10462"/>
                  </a:lnTo>
                  <a:cubicBezTo>
                    <a:pt x="89576" y="10701"/>
                    <a:pt x="89337" y="10880"/>
                    <a:pt x="89085" y="10999"/>
                  </a:cubicBezTo>
                  <a:cubicBezTo>
                    <a:pt x="88833" y="11118"/>
                    <a:pt x="88594" y="11178"/>
                    <a:pt x="88369" y="11178"/>
                  </a:cubicBezTo>
                  <a:cubicBezTo>
                    <a:pt x="88064" y="11178"/>
                    <a:pt x="87772" y="11085"/>
                    <a:pt x="87494" y="10899"/>
                  </a:cubicBezTo>
                  <a:cubicBezTo>
                    <a:pt x="87215" y="10714"/>
                    <a:pt x="86990" y="10422"/>
                    <a:pt x="86818" y="10024"/>
                  </a:cubicBezTo>
                  <a:cubicBezTo>
                    <a:pt x="86725" y="9825"/>
                    <a:pt x="86662" y="9613"/>
                    <a:pt x="86629" y="9388"/>
                  </a:cubicBezTo>
                  <a:cubicBezTo>
                    <a:pt x="86596" y="9162"/>
                    <a:pt x="86579" y="8937"/>
                    <a:pt x="86579" y="8712"/>
                  </a:cubicBezTo>
                  <a:cubicBezTo>
                    <a:pt x="86579" y="8301"/>
                    <a:pt x="86639" y="7896"/>
                    <a:pt x="86758" y="7498"/>
                  </a:cubicBezTo>
                  <a:cubicBezTo>
                    <a:pt x="86877" y="7101"/>
                    <a:pt x="87036" y="6743"/>
                    <a:pt x="87235" y="6424"/>
                  </a:cubicBezTo>
                  <a:cubicBezTo>
                    <a:pt x="87434" y="6106"/>
                    <a:pt x="87673" y="5851"/>
                    <a:pt x="87951" y="5659"/>
                  </a:cubicBezTo>
                  <a:cubicBezTo>
                    <a:pt x="88230" y="5466"/>
                    <a:pt x="88528" y="5370"/>
                    <a:pt x="88846" y="5370"/>
                  </a:cubicBezTo>
                  <a:cubicBezTo>
                    <a:pt x="89085" y="5370"/>
                    <a:pt x="89334" y="5433"/>
                    <a:pt x="89592" y="5559"/>
                  </a:cubicBezTo>
                  <a:cubicBezTo>
                    <a:pt x="89851" y="5685"/>
                    <a:pt x="90119" y="5894"/>
                    <a:pt x="90398" y="6186"/>
                  </a:cubicBezTo>
                  <a:cubicBezTo>
                    <a:pt x="90610" y="6292"/>
                    <a:pt x="90812" y="6348"/>
                    <a:pt x="91004" y="6355"/>
                  </a:cubicBezTo>
                  <a:cubicBezTo>
                    <a:pt x="91197" y="6361"/>
                    <a:pt x="91362" y="6331"/>
                    <a:pt x="91502" y="6265"/>
                  </a:cubicBezTo>
                  <a:cubicBezTo>
                    <a:pt x="91641" y="6199"/>
                    <a:pt x="91750" y="6099"/>
                    <a:pt x="91830" y="5967"/>
                  </a:cubicBezTo>
                  <a:cubicBezTo>
                    <a:pt x="91909" y="5834"/>
                    <a:pt x="91949" y="5682"/>
                    <a:pt x="91949" y="5509"/>
                  </a:cubicBezTo>
                  <a:cubicBezTo>
                    <a:pt x="91949" y="5350"/>
                    <a:pt x="91883" y="5158"/>
                    <a:pt x="91750" y="4933"/>
                  </a:cubicBezTo>
                  <a:cubicBezTo>
                    <a:pt x="91445" y="4628"/>
                    <a:pt x="91144" y="4389"/>
                    <a:pt x="90845" y="4217"/>
                  </a:cubicBezTo>
                  <a:cubicBezTo>
                    <a:pt x="90547" y="4044"/>
                    <a:pt x="90212" y="3892"/>
                    <a:pt x="89841" y="3759"/>
                  </a:cubicBezTo>
                  <a:cubicBezTo>
                    <a:pt x="89655" y="3693"/>
                    <a:pt x="89476" y="3650"/>
                    <a:pt x="89304" y="3630"/>
                  </a:cubicBezTo>
                  <a:cubicBezTo>
                    <a:pt x="89131" y="3610"/>
                    <a:pt x="88952" y="3600"/>
                    <a:pt x="88767" y="3600"/>
                  </a:cubicBezTo>
                  <a:cubicBezTo>
                    <a:pt x="88170" y="3600"/>
                    <a:pt x="87623" y="3746"/>
                    <a:pt x="87126" y="4038"/>
                  </a:cubicBezTo>
                  <a:cubicBezTo>
                    <a:pt x="86629" y="4329"/>
                    <a:pt x="86201" y="4707"/>
                    <a:pt x="85843" y="5171"/>
                  </a:cubicBezTo>
                  <a:cubicBezTo>
                    <a:pt x="85485" y="5635"/>
                    <a:pt x="85203" y="6149"/>
                    <a:pt x="84998" y="6713"/>
                  </a:cubicBezTo>
                  <a:cubicBezTo>
                    <a:pt x="84792" y="7276"/>
                    <a:pt x="84670" y="7836"/>
                    <a:pt x="84630" y="8393"/>
                  </a:cubicBezTo>
                  <a:cubicBezTo>
                    <a:pt x="84564" y="9176"/>
                    <a:pt x="84696" y="9945"/>
                    <a:pt x="85028" y="10701"/>
                  </a:cubicBezTo>
                  <a:lnTo>
                    <a:pt x="85028" y="10681"/>
                  </a:lnTo>
                  <a:cubicBezTo>
                    <a:pt x="85160" y="11052"/>
                    <a:pt x="85346" y="11377"/>
                    <a:pt x="85585" y="11655"/>
                  </a:cubicBezTo>
                  <a:cubicBezTo>
                    <a:pt x="85823" y="11934"/>
                    <a:pt x="86092" y="12169"/>
                    <a:pt x="86390" y="12361"/>
                  </a:cubicBezTo>
                  <a:cubicBezTo>
                    <a:pt x="86688" y="12554"/>
                    <a:pt x="87007" y="12696"/>
                    <a:pt x="87345" y="12789"/>
                  </a:cubicBezTo>
                  <a:cubicBezTo>
                    <a:pt x="87683" y="12882"/>
                    <a:pt x="88024" y="12928"/>
                    <a:pt x="88369" y="12928"/>
                  </a:cubicBezTo>
                  <a:cubicBezTo>
                    <a:pt x="88899" y="12928"/>
                    <a:pt x="89410" y="12829"/>
                    <a:pt x="89901" y="12630"/>
                  </a:cubicBezTo>
                  <a:cubicBezTo>
                    <a:pt x="90391" y="12431"/>
                    <a:pt x="90822" y="12126"/>
                    <a:pt x="91193" y="11715"/>
                  </a:cubicBezTo>
                  <a:cubicBezTo>
                    <a:pt x="91392" y="11476"/>
                    <a:pt x="91492" y="11244"/>
                    <a:pt x="91492" y="11019"/>
                  </a:cubicBezTo>
                  <a:cubicBezTo>
                    <a:pt x="91492" y="10793"/>
                    <a:pt x="91406" y="10598"/>
                    <a:pt x="91233" y="10432"/>
                  </a:cubicBezTo>
                  <a:cubicBezTo>
                    <a:pt x="91061" y="10266"/>
                    <a:pt x="90842" y="10183"/>
                    <a:pt x="90577" y="10183"/>
                  </a:cubicBezTo>
                  <a:cubicBezTo>
                    <a:pt x="90444" y="10183"/>
                    <a:pt x="90312" y="10203"/>
                    <a:pt x="90179" y="10243"/>
                  </a:cubicBezTo>
                  <a:cubicBezTo>
                    <a:pt x="90046" y="10283"/>
                    <a:pt x="89927" y="10356"/>
                    <a:pt x="89821" y="10462"/>
                  </a:cubicBezTo>
                  <a:close/>
                  <a:moveTo>
                    <a:pt x="100243" y="10263"/>
                  </a:moveTo>
                  <a:cubicBezTo>
                    <a:pt x="99859" y="10502"/>
                    <a:pt x="99438" y="10730"/>
                    <a:pt x="98980" y="10949"/>
                  </a:cubicBezTo>
                  <a:cubicBezTo>
                    <a:pt x="98523" y="11168"/>
                    <a:pt x="98082" y="11291"/>
                    <a:pt x="97657" y="11317"/>
                  </a:cubicBezTo>
                  <a:cubicBezTo>
                    <a:pt x="97154" y="11357"/>
                    <a:pt x="96729" y="11264"/>
                    <a:pt x="96385" y="11039"/>
                  </a:cubicBezTo>
                  <a:cubicBezTo>
                    <a:pt x="96040" y="10813"/>
                    <a:pt x="95775" y="10508"/>
                    <a:pt x="95589" y="10124"/>
                  </a:cubicBezTo>
                  <a:cubicBezTo>
                    <a:pt x="95615" y="10124"/>
                    <a:pt x="95685" y="10110"/>
                    <a:pt x="95798" y="10084"/>
                  </a:cubicBezTo>
                  <a:cubicBezTo>
                    <a:pt x="95910" y="10057"/>
                    <a:pt x="96172" y="9991"/>
                    <a:pt x="96583" y="9885"/>
                  </a:cubicBezTo>
                  <a:cubicBezTo>
                    <a:pt x="96968" y="9792"/>
                    <a:pt x="97379" y="9686"/>
                    <a:pt x="97817" y="9567"/>
                  </a:cubicBezTo>
                  <a:cubicBezTo>
                    <a:pt x="98254" y="9448"/>
                    <a:pt x="98678" y="9302"/>
                    <a:pt x="99090" y="9129"/>
                  </a:cubicBezTo>
                  <a:cubicBezTo>
                    <a:pt x="99501" y="8957"/>
                    <a:pt x="99878" y="8755"/>
                    <a:pt x="100223" y="8523"/>
                  </a:cubicBezTo>
                  <a:cubicBezTo>
                    <a:pt x="100568" y="8291"/>
                    <a:pt x="100840" y="8015"/>
                    <a:pt x="101039" y="7697"/>
                  </a:cubicBezTo>
                  <a:cubicBezTo>
                    <a:pt x="101145" y="7538"/>
                    <a:pt x="101218" y="7372"/>
                    <a:pt x="101257" y="7200"/>
                  </a:cubicBezTo>
                  <a:cubicBezTo>
                    <a:pt x="101297" y="7028"/>
                    <a:pt x="101317" y="6849"/>
                    <a:pt x="101317" y="6663"/>
                  </a:cubicBezTo>
                  <a:cubicBezTo>
                    <a:pt x="101317" y="6385"/>
                    <a:pt x="101264" y="6106"/>
                    <a:pt x="101158" y="5828"/>
                  </a:cubicBezTo>
                  <a:cubicBezTo>
                    <a:pt x="101052" y="5549"/>
                    <a:pt x="100906" y="5294"/>
                    <a:pt x="100720" y="5062"/>
                  </a:cubicBezTo>
                  <a:cubicBezTo>
                    <a:pt x="100535" y="4830"/>
                    <a:pt x="100316" y="4631"/>
                    <a:pt x="100064" y="4465"/>
                  </a:cubicBezTo>
                  <a:cubicBezTo>
                    <a:pt x="99812" y="4299"/>
                    <a:pt x="99540" y="4183"/>
                    <a:pt x="99249" y="4117"/>
                  </a:cubicBezTo>
                  <a:cubicBezTo>
                    <a:pt x="98944" y="4051"/>
                    <a:pt x="98632" y="4018"/>
                    <a:pt x="98314" y="4018"/>
                  </a:cubicBezTo>
                  <a:cubicBezTo>
                    <a:pt x="97717" y="4018"/>
                    <a:pt x="97140" y="4117"/>
                    <a:pt x="96583" y="4316"/>
                  </a:cubicBezTo>
                  <a:cubicBezTo>
                    <a:pt x="96027" y="4515"/>
                    <a:pt x="95509" y="4780"/>
                    <a:pt x="95032" y="5112"/>
                  </a:cubicBezTo>
                  <a:cubicBezTo>
                    <a:pt x="94435" y="5509"/>
                    <a:pt x="94001" y="6027"/>
                    <a:pt x="93729" y="6663"/>
                  </a:cubicBezTo>
                  <a:cubicBezTo>
                    <a:pt x="93457" y="7299"/>
                    <a:pt x="93322" y="7962"/>
                    <a:pt x="93322" y="8652"/>
                  </a:cubicBezTo>
                  <a:cubicBezTo>
                    <a:pt x="93322" y="9355"/>
                    <a:pt x="93477" y="10041"/>
                    <a:pt x="93789" y="10710"/>
                  </a:cubicBezTo>
                  <a:cubicBezTo>
                    <a:pt x="94101" y="11380"/>
                    <a:pt x="94535" y="11920"/>
                    <a:pt x="95092" y="12331"/>
                  </a:cubicBezTo>
                  <a:cubicBezTo>
                    <a:pt x="95436" y="12570"/>
                    <a:pt x="95808" y="12746"/>
                    <a:pt x="96206" y="12859"/>
                  </a:cubicBezTo>
                  <a:cubicBezTo>
                    <a:pt x="96603" y="12971"/>
                    <a:pt x="96994" y="13028"/>
                    <a:pt x="97379" y="13028"/>
                  </a:cubicBezTo>
                  <a:cubicBezTo>
                    <a:pt x="98029" y="13028"/>
                    <a:pt x="98675" y="12912"/>
                    <a:pt x="99318" y="12680"/>
                  </a:cubicBezTo>
                  <a:cubicBezTo>
                    <a:pt x="99961" y="12448"/>
                    <a:pt x="100561" y="12166"/>
                    <a:pt x="101118" y="11834"/>
                  </a:cubicBezTo>
                  <a:cubicBezTo>
                    <a:pt x="101317" y="11715"/>
                    <a:pt x="101463" y="11586"/>
                    <a:pt x="101556" y="11446"/>
                  </a:cubicBezTo>
                  <a:cubicBezTo>
                    <a:pt x="101649" y="11307"/>
                    <a:pt x="101695" y="11165"/>
                    <a:pt x="101695" y="11019"/>
                  </a:cubicBezTo>
                  <a:cubicBezTo>
                    <a:pt x="101695" y="10873"/>
                    <a:pt x="101659" y="10737"/>
                    <a:pt x="101586" y="10611"/>
                  </a:cubicBezTo>
                  <a:cubicBezTo>
                    <a:pt x="101513" y="10485"/>
                    <a:pt x="101413" y="10382"/>
                    <a:pt x="101287" y="10303"/>
                  </a:cubicBezTo>
                  <a:cubicBezTo>
                    <a:pt x="101161" y="10223"/>
                    <a:pt x="101009" y="10177"/>
                    <a:pt x="100830" y="10164"/>
                  </a:cubicBezTo>
                  <a:cubicBezTo>
                    <a:pt x="100651" y="10150"/>
                    <a:pt x="100455" y="10183"/>
                    <a:pt x="100243" y="10263"/>
                  </a:cubicBezTo>
                  <a:close/>
                  <a:moveTo>
                    <a:pt x="96583" y="6265"/>
                  </a:moveTo>
                  <a:cubicBezTo>
                    <a:pt x="96809" y="6159"/>
                    <a:pt x="97094" y="6050"/>
                    <a:pt x="97439" y="5937"/>
                  </a:cubicBezTo>
                  <a:cubicBezTo>
                    <a:pt x="97783" y="5824"/>
                    <a:pt x="98108" y="5768"/>
                    <a:pt x="98413" y="5768"/>
                  </a:cubicBezTo>
                  <a:cubicBezTo>
                    <a:pt x="98692" y="5768"/>
                    <a:pt x="98930" y="5841"/>
                    <a:pt x="99129" y="5987"/>
                  </a:cubicBezTo>
                  <a:cubicBezTo>
                    <a:pt x="99328" y="6133"/>
                    <a:pt x="99414" y="6398"/>
                    <a:pt x="99388" y="6782"/>
                  </a:cubicBezTo>
                  <a:cubicBezTo>
                    <a:pt x="99308" y="6941"/>
                    <a:pt x="99152" y="7087"/>
                    <a:pt x="98920" y="7220"/>
                  </a:cubicBezTo>
                  <a:cubicBezTo>
                    <a:pt x="98688" y="7352"/>
                    <a:pt x="98436" y="7469"/>
                    <a:pt x="98165" y="7568"/>
                  </a:cubicBezTo>
                  <a:cubicBezTo>
                    <a:pt x="97893" y="7667"/>
                    <a:pt x="97624" y="7754"/>
                    <a:pt x="97359" y="7827"/>
                  </a:cubicBezTo>
                  <a:cubicBezTo>
                    <a:pt x="97094" y="7899"/>
                    <a:pt x="96895" y="7956"/>
                    <a:pt x="96762" y="7996"/>
                  </a:cubicBezTo>
                  <a:cubicBezTo>
                    <a:pt x="96391" y="8102"/>
                    <a:pt x="96106" y="8185"/>
                    <a:pt x="95907" y="8244"/>
                  </a:cubicBezTo>
                  <a:cubicBezTo>
                    <a:pt x="95708" y="8304"/>
                    <a:pt x="95559" y="8347"/>
                    <a:pt x="95460" y="8373"/>
                  </a:cubicBezTo>
                  <a:cubicBezTo>
                    <a:pt x="95360" y="8400"/>
                    <a:pt x="95301" y="8417"/>
                    <a:pt x="95281" y="8423"/>
                  </a:cubicBezTo>
                  <a:lnTo>
                    <a:pt x="95251" y="8433"/>
                  </a:lnTo>
                  <a:cubicBezTo>
                    <a:pt x="95277" y="7969"/>
                    <a:pt x="95397" y="7548"/>
                    <a:pt x="95609" y="7170"/>
                  </a:cubicBezTo>
                  <a:cubicBezTo>
                    <a:pt x="95821" y="6792"/>
                    <a:pt x="96146" y="6491"/>
                    <a:pt x="96583" y="6265"/>
                  </a:cubicBezTo>
                  <a:close/>
                </a:path>
              </a:pathLst>
            </a:custGeom>
            <a:solidFill>
              <a:srgbClr val="243E57"/>
            </a:solidFill>
            <a:ln w="5550" cap="rnd" cmpd="sng">
              <a:noFill/>
              <a:round/>
            </a:ln>
            <a:effectLst/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Automotive-ENV: state-grounded cockpit evaluation</dc:title>
  <dc:subject>Native editable vector shapes; outlined glyphs for stable rendering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